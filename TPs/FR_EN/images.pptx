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4" r:id="rId3"/>
    <p:sldId id="268" r:id="rId4"/>
    <p:sldId id="257" r:id="rId5"/>
    <p:sldId id="256" r:id="rId6"/>
    <p:sldId id="266" r:id="rId7"/>
    <p:sldId id="267" r:id="rId8"/>
    <p:sldId id="269" r:id="rId9"/>
    <p:sldId id="258" r:id="rId10"/>
    <p:sldId id="259" r:id="rId11"/>
    <p:sldId id="260" r:id="rId12"/>
    <p:sldId id="262" r:id="rId13"/>
    <p:sldId id="261" r:id="rId14"/>
    <p:sldId id="263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6C646B-8BCE-4B48-ABD1-9376E05DB9E4}" v="5" dt="2026-09-21T07:36:24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MARTIN" userId="ec32c3d9-5957-42d0-8757-996fd533d25b" providerId="ADAL" clId="{B76BE869-635B-4DC9-A437-AFDC8BC5A345}"/>
    <pc:docChg chg="custSel addSld modSld">
      <pc:chgData name="Alexis MARTIN" userId="ec32c3d9-5957-42d0-8757-996fd533d25b" providerId="ADAL" clId="{B76BE869-635B-4DC9-A437-AFDC8BC5A345}" dt="2026-09-21T07:36:52.984" v="214" actId="1076"/>
      <pc:docMkLst>
        <pc:docMk/>
      </pc:docMkLst>
      <pc:sldChg chg="addSp delSp modSp add mod">
        <pc:chgData name="Alexis MARTIN" userId="ec32c3d9-5957-42d0-8757-996fd533d25b" providerId="ADAL" clId="{B76BE869-635B-4DC9-A437-AFDC8BC5A345}" dt="2026-09-21T07:36:52.984" v="214" actId="1076"/>
        <pc:sldMkLst>
          <pc:docMk/>
          <pc:sldMk cId="2211141522" sldId="269"/>
        </pc:sldMkLst>
        <pc:spChg chg="add mod">
          <ac:chgData name="Alexis MARTIN" userId="ec32c3d9-5957-42d0-8757-996fd533d25b" providerId="ADAL" clId="{B76BE869-635B-4DC9-A437-AFDC8BC5A345}" dt="2026-09-21T07:34:34.161" v="155" actId="14100"/>
          <ac:spMkLst>
            <pc:docMk/>
            <pc:sldMk cId="2211141522" sldId="269"/>
            <ac:spMk id="2" creationId="{A6D83C05-C7B4-738C-031F-00A5A705E84E}"/>
          </ac:spMkLst>
        </pc:spChg>
        <pc:spChg chg="add mod">
          <ac:chgData name="Alexis MARTIN" userId="ec32c3d9-5957-42d0-8757-996fd533d25b" providerId="ADAL" clId="{B76BE869-635B-4DC9-A437-AFDC8BC5A345}" dt="2026-09-21T07:34:57.394" v="173" actId="1076"/>
          <ac:spMkLst>
            <pc:docMk/>
            <pc:sldMk cId="2211141522" sldId="269"/>
            <ac:spMk id="3" creationId="{3E9489BC-AE3A-1DCA-18FB-0F6B53BF5814}"/>
          </ac:spMkLst>
        </pc:spChg>
        <pc:spChg chg="del">
          <ac:chgData name="Alexis MARTIN" userId="ec32c3d9-5957-42d0-8757-996fd533d25b" providerId="ADAL" clId="{B76BE869-635B-4DC9-A437-AFDC8BC5A345}" dt="2026-09-21T07:33:12.464" v="133" actId="478"/>
          <ac:spMkLst>
            <pc:docMk/>
            <pc:sldMk cId="2211141522" sldId="269"/>
            <ac:spMk id="5" creationId="{5FE94BEF-CBA9-EF96-E215-4CDBADA1CC6C}"/>
          </ac:spMkLst>
        </pc:spChg>
        <pc:spChg chg="add mod">
          <ac:chgData name="Alexis MARTIN" userId="ec32c3d9-5957-42d0-8757-996fd533d25b" providerId="ADAL" clId="{B76BE869-635B-4DC9-A437-AFDC8BC5A345}" dt="2026-09-21T07:35:06.365" v="177" actId="20577"/>
          <ac:spMkLst>
            <pc:docMk/>
            <pc:sldMk cId="2211141522" sldId="269"/>
            <ac:spMk id="8" creationId="{19C49D94-66BB-9452-221B-55A9C463D52D}"/>
          </ac:spMkLst>
        </pc:spChg>
        <pc:spChg chg="del">
          <ac:chgData name="Alexis MARTIN" userId="ec32c3d9-5957-42d0-8757-996fd533d25b" providerId="ADAL" clId="{B76BE869-635B-4DC9-A437-AFDC8BC5A345}" dt="2026-09-21T07:33:12.464" v="133" actId="478"/>
          <ac:spMkLst>
            <pc:docMk/>
            <pc:sldMk cId="2211141522" sldId="269"/>
            <ac:spMk id="10" creationId="{C4ED0160-483C-0BDC-552A-D9009563C811}"/>
          </ac:spMkLst>
        </pc:spChg>
        <pc:spChg chg="add mod">
          <ac:chgData name="Alexis MARTIN" userId="ec32c3d9-5957-42d0-8757-996fd533d25b" providerId="ADAL" clId="{B76BE869-635B-4DC9-A437-AFDC8BC5A345}" dt="2026-09-21T07:35:23.986" v="185" actId="14100"/>
          <ac:spMkLst>
            <pc:docMk/>
            <pc:sldMk cId="2211141522" sldId="269"/>
            <ac:spMk id="12" creationId="{57C5753D-D758-6E67-DF10-4245D722D4DC}"/>
          </ac:spMkLst>
        </pc:spChg>
        <pc:spChg chg="add mod">
          <ac:chgData name="Alexis MARTIN" userId="ec32c3d9-5957-42d0-8757-996fd533d25b" providerId="ADAL" clId="{B76BE869-635B-4DC9-A437-AFDC8BC5A345}" dt="2026-09-21T07:35:30.533" v="190" actId="1076"/>
          <ac:spMkLst>
            <pc:docMk/>
            <pc:sldMk cId="2211141522" sldId="269"/>
            <ac:spMk id="14" creationId="{48688A21-AD29-E35F-27E1-97D3CA7FA66A}"/>
          </ac:spMkLst>
        </pc:spChg>
        <pc:spChg chg="add mod">
          <ac:chgData name="Alexis MARTIN" userId="ec32c3d9-5957-42d0-8757-996fd533d25b" providerId="ADAL" clId="{B76BE869-635B-4DC9-A437-AFDC8BC5A345}" dt="2026-09-21T07:36:49.531" v="212" actId="1037"/>
          <ac:spMkLst>
            <pc:docMk/>
            <pc:sldMk cId="2211141522" sldId="269"/>
            <ac:spMk id="23" creationId="{C820D652-3A75-EE18-8F23-E31FB143E769}"/>
          </ac:spMkLst>
        </pc:spChg>
        <pc:spChg chg="add mod">
          <ac:chgData name="Alexis MARTIN" userId="ec32c3d9-5957-42d0-8757-996fd533d25b" providerId="ADAL" clId="{B76BE869-635B-4DC9-A437-AFDC8BC5A345}" dt="2026-09-21T07:36:52.984" v="214" actId="1076"/>
          <ac:spMkLst>
            <pc:docMk/>
            <pc:sldMk cId="2211141522" sldId="269"/>
            <ac:spMk id="25" creationId="{8990D22E-36AC-972B-4E0C-025638723E83}"/>
          </ac:spMkLst>
        </pc:spChg>
        <pc:picChg chg="mod modCrop">
          <ac:chgData name="Alexis MARTIN" userId="ec32c3d9-5957-42d0-8757-996fd533d25b" providerId="ADAL" clId="{B76BE869-635B-4DC9-A437-AFDC8BC5A345}" dt="2026-09-21T07:33:33.160" v="134" actId="732"/>
          <ac:picMkLst>
            <pc:docMk/>
            <pc:sldMk cId="2211141522" sldId="269"/>
            <ac:picMk id="4" creationId="{2338A0D6-8EB8-41DB-823C-283287F15F6C}"/>
          </ac:picMkLst>
        </pc:picChg>
        <pc:cxnChg chg="del mod">
          <ac:chgData name="Alexis MARTIN" userId="ec32c3d9-5957-42d0-8757-996fd533d25b" providerId="ADAL" clId="{B76BE869-635B-4DC9-A437-AFDC8BC5A345}" dt="2026-09-21T07:33:12.464" v="133" actId="478"/>
          <ac:cxnSpMkLst>
            <pc:docMk/>
            <pc:sldMk cId="2211141522" sldId="269"/>
            <ac:cxnSpMk id="7" creationId="{26A021FE-36AB-F891-875B-76D184FD9736}"/>
          </ac:cxnSpMkLst>
        </pc:cxnChg>
        <pc:cxnChg chg="del mod">
          <ac:chgData name="Alexis MARTIN" userId="ec32c3d9-5957-42d0-8757-996fd533d25b" providerId="ADAL" clId="{B76BE869-635B-4DC9-A437-AFDC8BC5A345}" dt="2026-09-21T07:33:12.464" v="133" actId="478"/>
          <ac:cxnSpMkLst>
            <pc:docMk/>
            <pc:sldMk cId="2211141522" sldId="269"/>
            <ac:cxnSpMk id="9" creationId="{AC39D432-9DA4-B940-237A-873C255FE6D2}"/>
          </ac:cxnSpMkLst>
        </pc:cxnChg>
        <pc:cxnChg chg="add mod">
          <ac:chgData name="Alexis MARTIN" userId="ec32c3d9-5957-42d0-8757-996fd533d25b" providerId="ADAL" clId="{B76BE869-635B-4DC9-A437-AFDC8BC5A345}" dt="2026-09-21T07:35:50.816" v="193" actId="1582"/>
          <ac:cxnSpMkLst>
            <pc:docMk/>
            <pc:sldMk cId="2211141522" sldId="269"/>
            <ac:cxnSpMk id="16" creationId="{648B0ADA-D500-5A71-FCB8-E85975EC8356}"/>
          </ac:cxnSpMkLst>
        </pc:cxnChg>
        <pc:cxnChg chg="add mod">
          <ac:chgData name="Alexis MARTIN" userId="ec32c3d9-5957-42d0-8757-996fd533d25b" providerId="ADAL" clId="{B76BE869-635B-4DC9-A437-AFDC8BC5A345}" dt="2026-09-21T07:35:56.029" v="195" actId="1076"/>
          <ac:cxnSpMkLst>
            <pc:docMk/>
            <pc:sldMk cId="2211141522" sldId="269"/>
            <ac:cxnSpMk id="17" creationId="{81CE3CF0-D908-31DA-324F-1DF5A3EA6F72}"/>
          </ac:cxnSpMkLst>
        </pc:cxnChg>
        <pc:cxnChg chg="add mod">
          <ac:chgData name="Alexis MARTIN" userId="ec32c3d9-5957-42d0-8757-996fd533d25b" providerId="ADAL" clId="{B76BE869-635B-4DC9-A437-AFDC8BC5A345}" dt="2026-09-21T07:36:23.350" v="203" actId="14100"/>
          <ac:cxnSpMkLst>
            <pc:docMk/>
            <pc:sldMk cId="2211141522" sldId="269"/>
            <ac:cxnSpMk id="18" creationId="{009DB122-3BD3-22D3-A83A-9C80A5E0773C}"/>
          </ac:cxnSpMkLst>
        </pc:cxnChg>
        <pc:cxnChg chg="add mod">
          <ac:chgData name="Alexis MARTIN" userId="ec32c3d9-5957-42d0-8757-996fd533d25b" providerId="ADAL" clId="{B76BE869-635B-4DC9-A437-AFDC8BC5A345}" dt="2026-09-21T07:36:27.362" v="205" actId="1076"/>
          <ac:cxnSpMkLst>
            <pc:docMk/>
            <pc:sldMk cId="2211141522" sldId="269"/>
            <ac:cxnSpMk id="22" creationId="{E2182D9F-5126-818D-4E34-B302A98D4C7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8986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947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2916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0520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23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01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1953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212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378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773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DF40-1B9F-48AE-A782-32F07490D82F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6495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1DF40-1B9F-48AE-A782-32F07490D82F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B2AD0-CBCC-47A7-B14A-4C2B5AB179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121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TP Buck</a:t>
            </a:r>
          </a:p>
        </p:txBody>
      </p:sp>
    </p:spTree>
    <p:extLst>
      <p:ext uri="{BB962C8B-B14F-4D97-AF65-F5344CB8AC3E}">
        <p14:creationId xmlns:p14="http://schemas.microsoft.com/office/powerpoint/2010/main" val="3880160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27" y="1257106"/>
            <a:ext cx="10347614" cy="5500015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5140036" y="1399309"/>
            <a:ext cx="1842655" cy="6096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5363351" y="1029977"/>
            <a:ext cx="1396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Components</a:t>
            </a:r>
          </a:p>
        </p:txBody>
      </p:sp>
      <p:cxnSp>
        <p:nvCxnSpPr>
          <p:cNvPr id="8" name="Connecteur droit avec flèche 7"/>
          <p:cNvCxnSpPr>
            <a:stCxn id="9" idx="2"/>
          </p:cNvCxnSpPr>
          <p:nvPr/>
        </p:nvCxnSpPr>
        <p:spPr>
          <a:xfrm flipH="1">
            <a:off x="2442607" y="1388367"/>
            <a:ext cx="153634" cy="23807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1784416" y="1019035"/>
            <a:ext cx="1623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>
                <a:solidFill>
                  <a:schemeClr val="accent5"/>
                </a:solidFill>
              </a:rPr>
              <a:t>Run</a:t>
            </a:r>
            <a:r>
              <a:rPr lang="fr-FR" b="1" dirty="0">
                <a:solidFill>
                  <a:schemeClr val="accent5"/>
                </a:solidFill>
              </a:rPr>
              <a:t> simulation</a:t>
            </a: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781" y="3924734"/>
            <a:ext cx="2203437" cy="2540530"/>
          </a:xfrm>
          <a:prstGeom prst="rect">
            <a:avLst/>
          </a:prstGeom>
        </p:spPr>
      </p:pic>
      <p:cxnSp>
        <p:nvCxnSpPr>
          <p:cNvPr id="15" name="Connecteur droit avec flèche 14"/>
          <p:cNvCxnSpPr/>
          <p:nvPr/>
        </p:nvCxnSpPr>
        <p:spPr>
          <a:xfrm flipH="1">
            <a:off x="7315201" y="1579046"/>
            <a:ext cx="436161" cy="172223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7043550" y="861071"/>
            <a:ext cx="17058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chemeClr val="accent6"/>
                </a:solidFill>
              </a:rPr>
              <a:t>Right-click to </a:t>
            </a:r>
          </a:p>
          <a:p>
            <a:pPr algn="ctr"/>
            <a:r>
              <a:rPr lang="fr-FR" b="1" dirty="0" err="1">
                <a:solidFill>
                  <a:schemeClr val="accent6"/>
                </a:solidFill>
              </a:rPr>
              <a:t>edit</a:t>
            </a:r>
            <a:r>
              <a:rPr lang="fr-FR" b="1" dirty="0">
                <a:solidFill>
                  <a:schemeClr val="accent6"/>
                </a:solidFill>
              </a:rPr>
              <a:t> component</a:t>
            </a: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9518073" y="1482438"/>
            <a:ext cx="8413" cy="356061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8780993" y="852052"/>
            <a:ext cx="1819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chemeClr val="accent2"/>
                </a:solidFill>
              </a:rPr>
              <a:t>SPICE code</a:t>
            </a:r>
          </a:p>
          <a:p>
            <a:pPr algn="ctr"/>
            <a:r>
              <a:rPr lang="fr-FR" b="1" dirty="0">
                <a:solidFill>
                  <a:schemeClr val="accent2"/>
                </a:solidFill>
              </a:rPr>
              <a:t>(simulation type)</a:t>
            </a:r>
          </a:p>
        </p:txBody>
      </p:sp>
    </p:spTree>
    <p:extLst>
      <p:ext uri="{BB962C8B-B14F-4D97-AF65-F5344CB8AC3E}">
        <p14:creationId xmlns:p14="http://schemas.microsoft.com/office/powerpoint/2010/main" val="35833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23DD589-21DB-BE1D-BC4E-631AAFC2B5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38" t="7192" r="19655" b="7060"/>
          <a:stretch>
            <a:fillRect/>
          </a:stretch>
        </p:blipFill>
        <p:spPr>
          <a:xfrm>
            <a:off x="1543985" y="267494"/>
            <a:ext cx="9368853" cy="6323011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A8B524F-3386-6B34-99D0-1E169D38B9CE}"/>
              </a:ext>
            </a:extLst>
          </p:cNvPr>
          <p:cNvSpPr/>
          <p:nvPr/>
        </p:nvSpPr>
        <p:spPr>
          <a:xfrm>
            <a:off x="7000407" y="2653258"/>
            <a:ext cx="1034322" cy="1588957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844C822-5825-7289-F48C-0D943F099511}"/>
              </a:ext>
            </a:extLst>
          </p:cNvPr>
          <p:cNvSpPr/>
          <p:nvPr/>
        </p:nvSpPr>
        <p:spPr>
          <a:xfrm>
            <a:off x="7842354" y="2071141"/>
            <a:ext cx="1616439" cy="8069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1319278-42B0-44F8-C96F-1366EC95D0D8}"/>
              </a:ext>
            </a:extLst>
          </p:cNvPr>
          <p:cNvSpPr txBox="1"/>
          <p:nvPr/>
        </p:nvSpPr>
        <p:spPr>
          <a:xfrm>
            <a:off x="8912901" y="1673608"/>
            <a:ext cx="20061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accent2"/>
                </a:solidFill>
              </a:rPr>
              <a:t>Measurement of i</a:t>
            </a:r>
            <a:r>
              <a:rPr lang="fr-FR" sz="2400" b="1" baseline="-25000" dirty="0">
                <a:solidFill>
                  <a:schemeClr val="accent2"/>
                </a:solidFill>
              </a:rPr>
              <a:t>C1</a:t>
            </a:r>
            <a:r>
              <a:rPr lang="fr-FR" sz="1600" b="1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60997E7-0FCD-AC74-3364-84A56E302DC7}"/>
              </a:ext>
            </a:extLst>
          </p:cNvPr>
          <p:cNvSpPr txBox="1"/>
          <p:nvPr/>
        </p:nvSpPr>
        <p:spPr>
          <a:xfrm>
            <a:off x="6028544" y="4143235"/>
            <a:ext cx="20061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accent2"/>
                </a:solidFill>
              </a:rPr>
              <a:t>Measurement of i</a:t>
            </a:r>
            <a:r>
              <a:rPr lang="fr-FR" sz="2400" b="1" baseline="-25000" dirty="0">
                <a:solidFill>
                  <a:schemeClr val="accent2"/>
                </a:solidFill>
              </a:rPr>
              <a:t>L1</a:t>
            </a:r>
            <a:r>
              <a:rPr lang="fr-FR" sz="1600" b="1" dirty="0">
                <a:solidFill>
                  <a:schemeClr val="accent2"/>
                </a:solidFill>
              </a:rPr>
              <a:t> 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FB275445-A7FB-30CE-BFE2-39DC2701A19F}"/>
              </a:ext>
            </a:extLst>
          </p:cNvPr>
          <p:cNvCxnSpPr>
            <a:cxnSpLocks/>
          </p:cNvCxnSpPr>
          <p:nvPr/>
        </p:nvCxnSpPr>
        <p:spPr>
          <a:xfrm>
            <a:off x="2903721" y="1873770"/>
            <a:ext cx="693918" cy="100434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47A09A54-0967-738F-4E0D-B8BC2472DD70}"/>
              </a:ext>
            </a:extLst>
          </p:cNvPr>
          <p:cNvSpPr txBox="1"/>
          <p:nvPr/>
        </p:nvSpPr>
        <p:spPr>
          <a:xfrm>
            <a:off x="2344088" y="1446604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chemeClr val="accent2"/>
                </a:solidFill>
              </a:rPr>
              <a:t>LT1959</a:t>
            </a:r>
            <a:endParaRPr lang="fr-FR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91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TP H4Q</a:t>
            </a:r>
          </a:p>
        </p:txBody>
      </p:sp>
    </p:spTree>
    <p:extLst>
      <p:ext uri="{BB962C8B-B14F-4D97-AF65-F5344CB8AC3E}">
        <p14:creationId xmlns:p14="http://schemas.microsoft.com/office/powerpoint/2010/main" val="3567419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avec flèche 1"/>
          <p:cNvCxnSpPr/>
          <p:nvPr/>
        </p:nvCxnSpPr>
        <p:spPr>
          <a:xfrm>
            <a:off x="1529198" y="1703757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cteur droit avec flèche 2"/>
          <p:cNvCxnSpPr/>
          <p:nvPr/>
        </p:nvCxnSpPr>
        <p:spPr>
          <a:xfrm flipV="1">
            <a:off x="1622479" y="1060609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5291637" y="1442002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1132871" y="1032122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76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r>
                      <a:rPr lang="fr-FR" sz="1276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fr-FR" sz="1276" b="1" dirty="0"/>
                  <a:t>(t)</a:t>
                </a:r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871" y="1032122"/>
                <a:ext cx="502061" cy="288669"/>
              </a:xfrm>
              <a:prstGeom prst="rect">
                <a:avLst/>
              </a:prstGeom>
              <a:blipFill>
                <a:blip r:embed="rId2"/>
                <a:stretch>
                  <a:fillRect t="-2083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1446921" y="1713575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2113730" y="1712867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730" y="1712867"/>
                <a:ext cx="502061" cy="288669"/>
              </a:xfrm>
              <a:prstGeom prst="rect">
                <a:avLst/>
              </a:prstGeom>
              <a:blipFill>
                <a:blip r:embed="rId3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/>
        </p:nvSpPr>
        <p:spPr>
          <a:xfrm>
            <a:off x="3162519" y="1721153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1529198" y="2595618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V="1">
            <a:off x="1622479" y="1952470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5287806" y="2319493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1126124" y="1914164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2</a:t>
            </a:r>
            <a:r>
              <a:rPr lang="fr-FR" sz="1276" b="1" dirty="0"/>
              <a:t>(t)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446921" y="260543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1529198" y="3467841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1622479" y="2824693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5284139" y="3202373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213006" y="2776569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3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sp>
        <p:nvSpPr>
          <p:cNvPr id="18" name="ZoneTexte 17"/>
          <p:cNvSpPr txBox="1"/>
          <p:nvPr/>
        </p:nvSpPr>
        <p:spPr>
          <a:xfrm>
            <a:off x="1446921" y="3477659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9" name="Connecteur droit avec flèche 18"/>
          <p:cNvCxnSpPr/>
          <p:nvPr/>
        </p:nvCxnSpPr>
        <p:spPr>
          <a:xfrm>
            <a:off x="1529198" y="4349882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V="1">
            <a:off x="1622479" y="370673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5291637" y="4077642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1446921" y="4359701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1529198" y="5244066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flipV="1">
            <a:off x="1622479" y="4600918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5291637" y="4971825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1256490" y="4516681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27" name="ZoneTexte 26"/>
          <p:cNvSpPr txBox="1"/>
          <p:nvPr/>
        </p:nvSpPr>
        <p:spPr>
          <a:xfrm>
            <a:off x="1446921" y="5309432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8" name="Connecteur droit 27"/>
          <p:cNvCxnSpPr/>
          <p:nvPr/>
        </p:nvCxnSpPr>
        <p:spPr>
          <a:xfrm flipH="1">
            <a:off x="2487817" y="1060609"/>
            <a:ext cx="13466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3375179" y="1060609"/>
            <a:ext cx="0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4254965" y="1060610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5134752" y="1060608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3775599" y="1701435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599" y="1701435"/>
                <a:ext cx="599844" cy="288669"/>
              </a:xfrm>
              <a:prstGeom prst="rect">
                <a:avLst/>
              </a:prstGeom>
              <a:blipFill>
                <a:blip r:embed="rId4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4826914" y="1731110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914" y="1731110"/>
                <a:ext cx="421910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ZoneTexte 33"/>
          <p:cNvSpPr txBox="1"/>
          <p:nvPr/>
        </p:nvSpPr>
        <p:spPr>
          <a:xfrm>
            <a:off x="1211047" y="3614090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4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cxnSp>
        <p:nvCxnSpPr>
          <p:cNvPr id="44" name="Connecteur droit 43"/>
          <p:cNvCxnSpPr/>
          <p:nvPr/>
        </p:nvCxnSpPr>
        <p:spPr>
          <a:xfrm flipV="1">
            <a:off x="1620974" y="1268452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 flipV="1">
            <a:off x="1901962" y="126845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1605581" y="1285072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/>
          <p:cNvCxnSpPr/>
          <p:nvPr/>
        </p:nvCxnSpPr>
        <p:spPr>
          <a:xfrm flipV="1">
            <a:off x="3373574" y="126845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V="1">
            <a:off x="3654562" y="126845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358181" y="1285071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1881806" y="1699405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3637633" y="1703463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 flipV="1">
            <a:off x="2495965" y="3916403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 flipV="1">
            <a:off x="2776953" y="3916402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/>
          <p:cNvCxnSpPr/>
          <p:nvPr/>
        </p:nvCxnSpPr>
        <p:spPr>
          <a:xfrm>
            <a:off x="2480572" y="3933023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/>
          <p:cNvCxnSpPr/>
          <p:nvPr/>
        </p:nvCxnSpPr>
        <p:spPr>
          <a:xfrm flipV="1">
            <a:off x="4248565" y="3916402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/>
          <p:cNvCxnSpPr/>
          <p:nvPr/>
        </p:nvCxnSpPr>
        <p:spPr>
          <a:xfrm flipV="1">
            <a:off x="4529553" y="391640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/>
          <p:cNvCxnSpPr/>
          <p:nvPr/>
        </p:nvCxnSpPr>
        <p:spPr>
          <a:xfrm>
            <a:off x="4233172" y="3933022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>
            <a:off x="2756797" y="4347356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>
            <a:off x="4512624" y="4351414"/>
            <a:ext cx="7715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 flipV="1">
            <a:off x="5136328" y="127162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5120935" y="1288246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1477425" y="4347356"/>
            <a:ext cx="1030732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 flipV="1">
            <a:off x="1629669" y="2158038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/>
          <p:cNvCxnSpPr/>
          <p:nvPr/>
        </p:nvCxnSpPr>
        <p:spPr>
          <a:xfrm flipV="1">
            <a:off x="1910657" y="2158037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/>
          <p:cNvCxnSpPr/>
          <p:nvPr/>
        </p:nvCxnSpPr>
        <p:spPr>
          <a:xfrm>
            <a:off x="1614276" y="2600108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/>
          <p:cNvCxnSpPr/>
          <p:nvPr/>
        </p:nvCxnSpPr>
        <p:spPr>
          <a:xfrm flipV="1">
            <a:off x="3382269" y="2158037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/>
          <p:cNvCxnSpPr/>
          <p:nvPr/>
        </p:nvCxnSpPr>
        <p:spPr>
          <a:xfrm flipV="1">
            <a:off x="3663257" y="215803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/>
          <p:cNvCxnSpPr/>
          <p:nvPr/>
        </p:nvCxnSpPr>
        <p:spPr>
          <a:xfrm>
            <a:off x="3366876" y="2600107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1890501" y="2176241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/>
          <p:cNvCxnSpPr/>
          <p:nvPr/>
        </p:nvCxnSpPr>
        <p:spPr>
          <a:xfrm>
            <a:off x="3646328" y="2180299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 flipV="1">
            <a:off x="5145023" y="2161212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5129630" y="2603282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/>
          <p:cNvCxnSpPr/>
          <p:nvPr/>
        </p:nvCxnSpPr>
        <p:spPr>
          <a:xfrm flipV="1">
            <a:off x="2495965" y="302702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/>
          <p:cNvCxnSpPr/>
          <p:nvPr/>
        </p:nvCxnSpPr>
        <p:spPr>
          <a:xfrm flipV="1">
            <a:off x="2776953" y="302702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/>
          <p:cNvCxnSpPr/>
          <p:nvPr/>
        </p:nvCxnSpPr>
        <p:spPr>
          <a:xfrm>
            <a:off x="2480572" y="3469091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85"/>
          <p:cNvCxnSpPr/>
          <p:nvPr/>
        </p:nvCxnSpPr>
        <p:spPr>
          <a:xfrm flipV="1">
            <a:off x="4248565" y="302702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/>
          <p:cNvCxnSpPr/>
          <p:nvPr/>
        </p:nvCxnSpPr>
        <p:spPr>
          <a:xfrm flipV="1">
            <a:off x="4529553" y="302701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87"/>
          <p:cNvCxnSpPr/>
          <p:nvPr/>
        </p:nvCxnSpPr>
        <p:spPr>
          <a:xfrm>
            <a:off x="4233172" y="346909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/>
          <p:cNvCxnSpPr/>
          <p:nvPr/>
        </p:nvCxnSpPr>
        <p:spPr>
          <a:xfrm>
            <a:off x="2756797" y="3038874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4512624" y="3042932"/>
            <a:ext cx="7715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/>
          <p:cNvCxnSpPr/>
          <p:nvPr/>
        </p:nvCxnSpPr>
        <p:spPr>
          <a:xfrm>
            <a:off x="1477425" y="3038874"/>
            <a:ext cx="1030732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>
            <a:off x="1623070" y="1807342"/>
            <a:ext cx="307009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/>
              <p:cNvSpPr txBox="1"/>
              <p:nvPr/>
            </p:nvSpPr>
            <p:spPr>
              <a:xfrm>
                <a:off x="1549233" y="177749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" name="ZoneTexte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233" y="1777496"/>
                <a:ext cx="434734" cy="2886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Connecteur droit avec flèche 95"/>
          <p:cNvCxnSpPr/>
          <p:nvPr/>
        </p:nvCxnSpPr>
        <p:spPr>
          <a:xfrm>
            <a:off x="2481653" y="3609261"/>
            <a:ext cx="307009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ZoneTexte 96"/>
              <p:cNvSpPr txBox="1"/>
              <p:nvPr/>
            </p:nvSpPr>
            <p:spPr>
              <a:xfrm>
                <a:off x="2407816" y="3579415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" name="ZoneTexte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816" y="3579415"/>
                <a:ext cx="434734" cy="2886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Connecteur droit avec flèche 97"/>
          <p:cNvCxnSpPr/>
          <p:nvPr/>
        </p:nvCxnSpPr>
        <p:spPr>
          <a:xfrm>
            <a:off x="6113397" y="1689872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cteur droit avec flèche 98"/>
          <p:cNvCxnSpPr/>
          <p:nvPr/>
        </p:nvCxnSpPr>
        <p:spPr>
          <a:xfrm flipV="1">
            <a:off x="6206678" y="104672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ZoneTexte 99"/>
          <p:cNvSpPr txBox="1"/>
          <p:nvPr/>
        </p:nvSpPr>
        <p:spPr>
          <a:xfrm>
            <a:off x="9875836" y="142811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ZoneTexte 100"/>
              <p:cNvSpPr txBox="1"/>
              <p:nvPr/>
            </p:nvSpPr>
            <p:spPr>
              <a:xfrm>
                <a:off x="5717070" y="1018237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76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r>
                      <a:rPr lang="fr-FR" sz="1276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fr-FR" sz="1276" b="1" dirty="0"/>
                  <a:t>(t)</a:t>
                </a:r>
              </a:p>
            </p:txBody>
          </p:sp>
        </mc:Choice>
        <mc:Fallback xmlns="">
          <p:sp>
            <p:nvSpPr>
              <p:cNvPr id="101" name="ZoneTexte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070" y="1018237"/>
                <a:ext cx="502061" cy="288669"/>
              </a:xfrm>
              <a:prstGeom prst="rect">
                <a:avLst/>
              </a:prstGeom>
              <a:blipFill>
                <a:blip r:embed="rId2"/>
                <a:stretch>
                  <a:fillRect t="-2128" b="-1914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ZoneTexte 101"/>
          <p:cNvSpPr txBox="1"/>
          <p:nvPr/>
        </p:nvSpPr>
        <p:spPr>
          <a:xfrm>
            <a:off x="6031120" y="1699690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ZoneTexte 102"/>
              <p:cNvSpPr txBox="1"/>
              <p:nvPr/>
            </p:nvSpPr>
            <p:spPr>
              <a:xfrm>
                <a:off x="6697929" y="1698982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03" name="ZoneTexte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929" y="1698982"/>
                <a:ext cx="502061" cy="288669"/>
              </a:xfrm>
              <a:prstGeom prst="rect">
                <a:avLst/>
              </a:prstGeom>
              <a:blipFill>
                <a:blip r:embed="rId8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ZoneTexte 103"/>
          <p:cNvSpPr txBox="1"/>
          <p:nvPr/>
        </p:nvSpPr>
        <p:spPr>
          <a:xfrm>
            <a:off x="7746718" y="170726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105" name="Connecteur droit avec flèche 104"/>
          <p:cNvCxnSpPr/>
          <p:nvPr/>
        </p:nvCxnSpPr>
        <p:spPr>
          <a:xfrm>
            <a:off x="6113397" y="2581733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cteur droit avec flèche 105"/>
          <p:cNvCxnSpPr/>
          <p:nvPr/>
        </p:nvCxnSpPr>
        <p:spPr>
          <a:xfrm flipV="1">
            <a:off x="6206678" y="1938585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ZoneTexte 106"/>
          <p:cNvSpPr txBox="1"/>
          <p:nvPr/>
        </p:nvSpPr>
        <p:spPr>
          <a:xfrm>
            <a:off x="9872005" y="2305608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08" name="ZoneTexte 107"/>
          <p:cNvSpPr txBox="1"/>
          <p:nvPr/>
        </p:nvSpPr>
        <p:spPr>
          <a:xfrm>
            <a:off x="5710323" y="1900279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2</a:t>
            </a:r>
            <a:r>
              <a:rPr lang="fr-FR" sz="1276" b="1" dirty="0"/>
              <a:t>(t)</a:t>
            </a:r>
          </a:p>
        </p:txBody>
      </p:sp>
      <p:sp>
        <p:nvSpPr>
          <p:cNvPr id="109" name="ZoneTexte 108"/>
          <p:cNvSpPr txBox="1"/>
          <p:nvPr/>
        </p:nvSpPr>
        <p:spPr>
          <a:xfrm>
            <a:off x="6031120" y="2591551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10" name="Connecteur droit avec flèche 109"/>
          <p:cNvCxnSpPr/>
          <p:nvPr/>
        </p:nvCxnSpPr>
        <p:spPr>
          <a:xfrm>
            <a:off x="6113397" y="3453956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Connecteur droit avec flèche 110"/>
          <p:cNvCxnSpPr/>
          <p:nvPr/>
        </p:nvCxnSpPr>
        <p:spPr>
          <a:xfrm flipV="1">
            <a:off x="6206678" y="2810808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ZoneTexte 111"/>
          <p:cNvSpPr txBox="1"/>
          <p:nvPr/>
        </p:nvSpPr>
        <p:spPr>
          <a:xfrm>
            <a:off x="9868338" y="3188488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13" name="ZoneTexte 112"/>
          <p:cNvSpPr txBox="1"/>
          <p:nvPr/>
        </p:nvSpPr>
        <p:spPr>
          <a:xfrm>
            <a:off x="5797205" y="2762684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3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sp>
        <p:nvSpPr>
          <p:cNvPr id="114" name="ZoneTexte 113"/>
          <p:cNvSpPr txBox="1"/>
          <p:nvPr/>
        </p:nvSpPr>
        <p:spPr>
          <a:xfrm>
            <a:off x="6031120" y="3463774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15" name="Connecteur droit avec flèche 114"/>
          <p:cNvCxnSpPr/>
          <p:nvPr/>
        </p:nvCxnSpPr>
        <p:spPr>
          <a:xfrm>
            <a:off x="6113397" y="4335997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Connecteur droit avec flèche 115"/>
          <p:cNvCxnSpPr/>
          <p:nvPr/>
        </p:nvCxnSpPr>
        <p:spPr>
          <a:xfrm flipV="1">
            <a:off x="6206678" y="3692849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ZoneTexte 116"/>
          <p:cNvSpPr txBox="1"/>
          <p:nvPr/>
        </p:nvSpPr>
        <p:spPr>
          <a:xfrm>
            <a:off x="9875836" y="406375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18" name="ZoneTexte 117"/>
          <p:cNvSpPr txBox="1"/>
          <p:nvPr/>
        </p:nvSpPr>
        <p:spPr>
          <a:xfrm>
            <a:off x="6031120" y="434581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19" name="Connecteur droit avec flèche 118"/>
          <p:cNvCxnSpPr/>
          <p:nvPr/>
        </p:nvCxnSpPr>
        <p:spPr>
          <a:xfrm>
            <a:off x="6113397" y="5230181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Connecteur droit avec flèche 119"/>
          <p:cNvCxnSpPr/>
          <p:nvPr/>
        </p:nvCxnSpPr>
        <p:spPr>
          <a:xfrm flipV="1">
            <a:off x="6206678" y="4587033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ZoneTexte 120"/>
          <p:cNvSpPr txBox="1"/>
          <p:nvPr/>
        </p:nvSpPr>
        <p:spPr>
          <a:xfrm>
            <a:off x="9875836" y="495794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22" name="ZoneTexte 121"/>
          <p:cNvSpPr txBox="1"/>
          <p:nvPr/>
        </p:nvSpPr>
        <p:spPr>
          <a:xfrm>
            <a:off x="5840689" y="4502796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123" name="ZoneTexte 122"/>
          <p:cNvSpPr txBox="1"/>
          <p:nvPr/>
        </p:nvSpPr>
        <p:spPr>
          <a:xfrm>
            <a:off x="6031120" y="529554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24" name="Connecteur droit 123"/>
          <p:cNvCxnSpPr/>
          <p:nvPr/>
        </p:nvCxnSpPr>
        <p:spPr>
          <a:xfrm flipH="1">
            <a:off x="7072016" y="1046724"/>
            <a:ext cx="13466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Connecteur droit 124"/>
          <p:cNvCxnSpPr/>
          <p:nvPr/>
        </p:nvCxnSpPr>
        <p:spPr>
          <a:xfrm>
            <a:off x="7959378" y="1046724"/>
            <a:ext cx="0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necteur droit 125"/>
          <p:cNvCxnSpPr/>
          <p:nvPr/>
        </p:nvCxnSpPr>
        <p:spPr>
          <a:xfrm>
            <a:off x="8839164" y="1046725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Connecteur droit 126"/>
          <p:cNvCxnSpPr/>
          <p:nvPr/>
        </p:nvCxnSpPr>
        <p:spPr>
          <a:xfrm>
            <a:off x="9718951" y="1046723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ZoneTexte 127"/>
              <p:cNvSpPr txBox="1"/>
              <p:nvPr/>
            </p:nvSpPr>
            <p:spPr>
              <a:xfrm>
                <a:off x="8359798" y="1687550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8" name="ZoneTexte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798" y="1687550"/>
                <a:ext cx="599844" cy="288669"/>
              </a:xfrm>
              <a:prstGeom prst="rect">
                <a:avLst/>
              </a:prstGeom>
              <a:blipFill>
                <a:blip r:embed="rId9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ZoneTexte 128"/>
              <p:cNvSpPr txBox="1"/>
              <p:nvPr/>
            </p:nvSpPr>
            <p:spPr>
              <a:xfrm>
                <a:off x="9411113" y="1717225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9" name="ZoneTexte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1113" y="1717225"/>
                <a:ext cx="421910" cy="2886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ZoneTexte 129"/>
          <p:cNvSpPr txBox="1"/>
          <p:nvPr/>
        </p:nvSpPr>
        <p:spPr>
          <a:xfrm>
            <a:off x="5795246" y="3600205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4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cxnSp>
        <p:nvCxnSpPr>
          <p:cNvPr id="132" name="Connecteur droit 131"/>
          <p:cNvCxnSpPr/>
          <p:nvPr/>
        </p:nvCxnSpPr>
        <p:spPr>
          <a:xfrm flipV="1">
            <a:off x="6211464" y="214789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132"/>
          <p:cNvCxnSpPr/>
          <p:nvPr/>
        </p:nvCxnSpPr>
        <p:spPr>
          <a:xfrm>
            <a:off x="6002903" y="2164516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eur droit 133"/>
          <p:cNvCxnSpPr/>
          <p:nvPr/>
        </p:nvCxnSpPr>
        <p:spPr>
          <a:xfrm flipV="1">
            <a:off x="7683076" y="214789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134"/>
          <p:cNvCxnSpPr/>
          <p:nvPr/>
        </p:nvCxnSpPr>
        <p:spPr>
          <a:xfrm flipV="1">
            <a:off x="7964064" y="2147894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135"/>
          <p:cNvCxnSpPr/>
          <p:nvPr/>
        </p:nvCxnSpPr>
        <p:spPr>
          <a:xfrm>
            <a:off x="7667683" y="2164515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/>
          <p:cNvCxnSpPr/>
          <p:nvPr/>
        </p:nvCxnSpPr>
        <p:spPr>
          <a:xfrm>
            <a:off x="6191308" y="2578849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/>
          <p:cNvCxnSpPr/>
          <p:nvPr/>
        </p:nvCxnSpPr>
        <p:spPr>
          <a:xfrm>
            <a:off x="7947135" y="2582907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eur droit 138"/>
          <p:cNvCxnSpPr/>
          <p:nvPr/>
        </p:nvCxnSpPr>
        <p:spPr>
          <a:xfrm flipV="1">
            <a:off x="6799167" y="302328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/>
          <p:cNvCxnSpPr/>
          <p:nvPr/>
        </p:nvCxnSpPr>
        <p:spPr>
          <a:xfrm flipV="1">
            <a:off x="7080155" y="302328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/>
          <p:cNvCxnSpPr/>
          <p:nvPr/>
        </p:nvCxnSpPr>
        <p:spPr>
          <a:xfrm>
            <a:off x="6783774" y="3039906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141"/>
          <p:cNvCxnSpPr/>
          <p:nvPr/>
        </p:nvCxnSpPr>
        <p:spPr>
          <a:xfrm flipV="1">
            <a:off x="8551767" y="302328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142"/>
          <p:cNvCxnSpPr/>
          <p:nvPr/>
        </p:nvCxnSpPr>
        <p:spPr>
          <a:xfrm flipV="1">
            <a:off x="8832755" y="3023284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8536374" y="3039905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eur droit 144"/>
          <p:cNvCxnSpPr/>
          <p:nvPr/>
        </p:nvCxnSpPr>
        <p:spPr>
          <a:xfrm>
            <a:off x="7059999" y="3454239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eur droit 145"/>
          <p:cNvCxnSpPr/>
          <p:nvPr/>
        </p:nvCxnSpPr>
        <p:spPr>
          <a:xfrm>
            <a:off x="8815826" y="3458297"/>
            <a:ext cx="101719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eur droit 146"/>
          <p:cNvCxnSpPr/>
          <p:nvPr/>
        </p:nvCxnSpPr>
        <p:spPr>
          <a:xfrm flipV="1">
            <a:off x="9445830" y="215107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eur droit 147"/>
          <p:cNvCxnSpPr/>
          <p:nvPr/>
        </p:nvCxnSpPr>
        <p:spPr>
          <a:xfrm>
            <a:off x="9430437" y="216769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eur droit 148"/>
          <p:cNvCxnSpPr/>
          <p:nvPr/>
        </p:nvCxnSpPr>
        <p:spPr>
          <a:xfrm>
            <a:off x="5987638" y="3456269"/>
            <a:ext cx="82372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eur droit 149"/>
          <p:cNvCxnSpPr/>
          <p:nvPr/>
        </p:nvCxnSpPr>
        <p:spPr>
          <a:xfrm flipV="1">
            <a:off x="9723713" y="216173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eur droit 150"/>
          <p:cNvCxnSpPr/>
          <p:nvPr/>
        </p:nvCxnSpPr>
        <p:spPr>
          <a:xfrm flipV="1">
            <a:off x="6211464" y="125065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eur droit 151"/>
          <p:cNvCxnSpPr/>
          <p:nvPr/>
        </p:nvCxnSpPr>
        <p:spPr>
          <a:xfrm>
            <a:off x="9708320" y="2584759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eur droit 152"/>
          <p:cNvCxnSpPr/>
          <p:nvPr/>
        </p:nvCxnSpPr>
        <p:spPr>
          <a:xfrm flipV="1">
            <a:off x="7683076" y="125065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eur droit 153"/>
          <p:cNvCxnSpPr/>
          <p:nvPr/>
        </p:nvCxnSpPr>
        <p:spPr>
          <a:xfrm flipV="1">
            <a:off x="7964064" y="125065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/>
          <p:cNvCxnSpPr/>
          <p:nvPr/>
        </p:nvCxnSpPr>
        <p:spPr>
          <a:xfrm>
            <a:off x="7667683" y="1692726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/>
          <p:cNvCxnSpPr/>
          <p:nvPr/>
        </p:nvCxnSpPr>
        <p:spPr>
          <a:xfrm>
            <a:off x="6191308" y="1268860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/>
          <p:cNvCxnSpPr/>
          <p:nvPr/>
        </p:nvCxnSpPr>
        <p:spPr>
          <a:xfrm>
            <a:off x="7947135" y="1272918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/>
          <p:cNvCxnSpPr/>
          <p:nvPr/>
        </p:nvCxnSpPr>
        <p:spPr>
          <a:xfrm flipV="1">
            <a:off x="9445830" y="125383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eur droit 158"/>
          <p:cNvCxnSpPr/>
          <p:nvPr/>
        </p:nvCxnSpPr>
        <p:spPr>
          <a:xfrm>
            <a:off x="9430437" y="1695901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eur droit 159"/>
          <p:cNvCxnSpPr/>
          <p:nvPr/>
        </p:nvCxnSpPr>
        <p:spPr>
          <a:xfrm flipV="1">
            <a:off x="6799168" y="389145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eur droit 160"/>
          <p:cNvCxnSpPr/>
          <p:nvPr/>
        </p:nvCxnSpPr>
        <p:spPr>
          <a:xfrm flipV="1">
            <a:off x="7080156" y="389144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eur droit 161"/>
          <p:cNvCxnSpPr/>
          <p:nvPr/>
        </p:nvCxnSpPr>
        <p:spPr>
          <a:xfrm>
            <a:off x="6783775" y="433352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eur droit 162"/>
          <p:cNvCxnSpPr/>
          <p:nvPr/>
        </p:nvCxnSpPr>
        <p:spPr>
          <a:xfrm flipV="1">
            <a:off x="8551768" y="389144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/>
          <p:cNvCxnSpPr/>
          <p:nvPr/>
        </p:nvCxnSpPr>
        <p:spPr>
          <a:xfrm flipV="1">
            <a:off x="8832756" y="3891448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eur droit 164"/>
          <p:cNvCxnSpPr/>
          <p:nvPr/>
        </p:nvCxnSpPr>
        <p:spPr>
          <a:xfrm>
            <a:off x="8536375" y="4333519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165"/>
          <p:cNvCxnSpPr/>
          <p:nvPr/>
        </p:nvCxnSpPr>
        <p:spPr>
          <a:xfrm>
            <a:off x="7060000" y="3903303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eur droit 166"/>
          <p:cNvCxnSpPr/>
          <p:nvPr/>
        </p:nvCxnSpPr>
        <p:spPr>
          <a:xfrm>
            <a:off x="8815827" y="3907361"/>
            <a:ext cx="110675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eur droit 167"/>
          <p:cNvCxnSpPr/>
          <p:nvPr/>
        </p:nvCxnSpPr>
        <p:spPr>
          <a:xfrm>
            <a:off x="5987638" y="3905333"/>
            <a:ext cx="8237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 droit avec flèche 168"/>
          <p:cNvCxnSpPr/>
          <p:nvPr/>
        </p:nvCxnSpPr>
        <p:spPr>
          <a:xfrm>
            <a:off x="6207269" y="1762977"/>
            <a:ext cx="1460414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ZoneTexte 169"/>
              <p:cNvSpPr txBox="1"/>
              <p:nvPr/>
            </p:nvSpPr>
            <p:spPr>
              <a:xfrm>
                <a:off x="6354895" y="176716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0" name="ZoneTexte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895" y="1767166"/>
                <a:ext cx="434734" cy="2886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1" name="Connecteur droit avec flèche 170"/>
          <p:cNvCxnSpPr/>
          <p:nvPr/>
        </p:nvCxnSpPr>
        <p:spPr>
          <a:xfrm>
            <a:off x="7065852" y="3595376"/>
            <a:ext cx="1485915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ZoneTexte 171"/>
              <p:cNvSpPr txBox="1"/>
              <p:nvPr/>
            </p:nvSpPr>
            <p:spPr>
              <a:xfrm>
                <a:off x="7427691" y="3585565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2" name="ZoneTexte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7691" y="3585565"/>
                <a:ext cx="434734" cy="2886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3" name="Connecteur droit 172"/>
          <p:cNvCxnSpPr/>
          <p:nvPr/>
        </p:nvCxnSpPr>
        <p:spPr>
          <a:xfrm>
            <a:off x="1400010" y="2170865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173"/>
          <p:cNvCxnSpPr/>
          <p:nvPr/>
        </p:nvCxnSpPr>
        <p:spPr>
          <a:xfrm flipV="1">
            <a:off x="9718951" y="126845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eur droit 174"/>
          <p:cNvCxnSpPr/>
          <p:nvPr/>
        </p:nvCxnSpPr>
        <p:spPr>
          <a:xfrm>
            <a:off x="9708320" y="1274948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982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avec flèche 1"/>
          <p:cNvCxnSpPr/>
          <p:nvPr/>
        </p:nvCxnSpPr>
        <p:spPr>
          <a:xfrm>
            <a:off x="1529198" y="1703757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cteur droit avec flèche 2"/>
          <p:cNvCxnSpPr/>
          <p:nvPr/>
        </p:nvCxnSpPr>
        <p:spPr>
          <a:xfrm flipV="1">
            <a:off x="1622479" y="1060609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5291637" y="1442002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1132871" y="1032122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76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r>
                      <a:rPr lang="fr-FR" sz="1276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fr-FR" sz="1276" b="1" dirty="0"/>
                  <a:t>(t)</a:t>
                </a:r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871" y="1032122"/>
                <a:ext cx="502061" cy="288669"/>
              </a:xfrm>
              <a:prstGeom prst="rect">
                <a:avLst/>
              </a:prstGeom>
              <a:blipFill>
                <a:blip r:embed="rId2"/>
                <a:stretch>
                  <a:fillRect t="-2083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1446921" y="1713575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2113730" y="1712867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730" y="1712867"/>
                <a:ext cx="502061" cy="288669"/>
              </a:xfrm>
              <a:prstGeom prst="rect">
                <a:avLst/>
              </a:prstGeom>
              <a:blipFill>
                <a:blip r:embed="rId3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/>
        </p:nvSpPr>
        <p:spPr>
          <a:xfrm>
            <a:off x="3162519" y="1721153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1529198" y="2595618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V="1">
            <a:off x="1622479" y="1952470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5287806" y="2319493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1126124" y="1914164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2</a:t>
            </a:r>
            <a:r>
              <a:rPr lang="fr-FR" sz="1276" b="1" dirty="0"/>
              <a:t>(t)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446921" y="260543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1529198" y="3467841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1622479" y="2824693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5284139" y="3202373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213006" y="2776569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3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sp>
        <p:nvSpPr>
          <p:cNvPr id="18" name="ZoneTexte 17"/>
          <p:cNvSpPr txBox="1"/>
          <p:nvPr/>
        </p:nvSpPr>
        <p:spPr>
          <a:xfrm>
            <a:off x="1446921" y="3477659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9" name="Connecteur droit avec flèche 18"/>
          <p:cNvCxnSpPr/>
          <p:nvPr/>
        </p:nvCxnSpPr>
        <p:spPr>
          <a:xfrm>
            <a:off x="1529198" y="4349882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V="1">
            <a:off x="1622479" y="370673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5291637" y="4077642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1446921" y="4359701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1529198" y="5244066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flipV="1">
            <a:off x="1622479" y="4600918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5291637" y="4971825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1256490" y="4516681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27" name="ZoneTexte 26"/>
          <p:cNvSpPr txBox="1"/>
          <p:nvPr/>
        </p:nvSpPr>
        <p:spPr>
          <a:xfrm>
            <a:off x="1446921" y="5309432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8" name="Connecteur droit 27"/>
          <p:cNvCxnSpPr/>
          <p:nvPr/>
        </p:nvCxnSpPr>
        <p:spPr>
          <a:xfrm flipH="1">
            <a:off x="2487817" y="1060609"/>
            <a:ext cx="13466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3375179" y="1060609"/>
            <a:ext cx="0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4254965" y="1060610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5134752" y="1060608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3775599" y="1701435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599" y="1701435"/>
                <a:ext cx="599844" cy="288669"/>
              </a:xfrm>
              <a:prstGeom prst="rect">
                <a:avLst/>
              </a:prstGeom>
              <a:blipFill>
                <a:blip r:embed="rId4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4826914" y="1731110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914" y="1731110"/>
                <a:ext cx="421910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ZoneTexte 33"/>
          <p:cNvSpPr txBox="1"/>
          <p:nvPr/>
        </p:nvSpPr>
        <p:spPr>
          <a:xfrm>
            <a:off x="1211047" y="3614090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4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cxnSp>
        <p:nvCxnSpPr>
          <p:cNvPr id="44" name="Connecteur droit 43"/>
          <p:cNvCxnSpPr/>
          <p:nvPr/>
        </p:nvCxnSpPr>
        <p:spPr>
          <a:xfrm flipV="1">
            <a:off x="1620974" y="1268452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 flipV="1">
            <a:off x="1901962" y="126845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1605581" y="1285072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/>
          <p:cNvCxnSpPr/>
          <p:nvPr/>
        </p:nvCxnSpPr>
        <p:spPr>
          <a:xfrm flipV="1">
            <a:off x="3373574" y="126845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V="1">
            <a:off x="3654562" y="126845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3358181" y="1285071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1881806" y="1699405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3637633" y="1703463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 flipV="1">
            <a:off x="5136328" y="127162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5120935" y="1288246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/>
          <p:cNvCxnSpPr/>
          <p:nvPr/>
        </p:nvCxnSpPr>
        <p:spPr>
          <a:xfrm flipV="1">
            <a:off x="1629669" y="2158038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/>
          <p:cNvCxnSpPr/>
          <p:nvPr/>
        </p:nvCxnSpPr>
        <p:spPr>
          <a:xfrm flipV="1">
            <a:off x="1910657" y="2158037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/>
          <p:cNvCxnSpPr/>
          <p:nvPr/>
        </p:nvCxnSpPr>
        <p:spPr>
          <a:xfrm>
            <a:off x="1614276" y="2600108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/>
          <p:cNvCxnSpPr/>
          <p:nvPr/>
        </p:nvCxnSpPr>
        <p:spPr>
          <a:xfrm flipV="1">
            <a:off x="3382269" y="2158037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/>
          <p:cNvCxnSpPr/>
          <p:nvPr/>
        </p:nvCxnSpPr>
        <p:spPr>
          <a:xfrm flipV="1">
            <a:off x="3663257" y="215803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/>
          <p:cNvCxnSpPr/>
          <p:nvPr/>
        </p:nvCxnSpPr>
        <p:spPr>
          <a:xfrm>
            <a:off x="3366876" y="2600107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1890501" y="2176241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/>
          <p:cNvCxnSpPr/>
          <p:nvPr/>
        </p:nvCxnSpPr>
        <p:spPr>
          <a:xfrm>
            <a:off x="3646328" y="2180299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 flipV="1">
            <a:off x="5145023" y="2161212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5129630" y="2603282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>
            <a:off x="1623070" y="1807342"/>
            <a:ext cx="307009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/>
              <p:cNvSpPr txBox="1"/>
              <p:nvPr/>
            </p:nvSpPr>
            <p:spPr>
              <a:xfrm>
                <a:off x="1549233" y="177749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" name="ZoneTexte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233" y="1777496"/>
                <a:ext cx="434734" cy="2886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Connecteur droit avec flèche 97"/>
          <p:cNvCxnSpPr/>
          <p:nvPr/>
        </p:nvCxnSpPr>
        <p:spPr>
          <a:xfrm>
            <a:off x="6113397" y="1689872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cteur droit avec flèche 98"/>
          <p:cNvCxnSpPr/>
          <p:nvPr/>
        </p:nvCxnSpPr>
        <p:spPr>
          <a:xfrm flipV="1">
            <a:off x="6206678" y="104672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ZoneTexte 99"/>
          <p:cNvSpPr txBox="1"/>
          <p:nvPr/>
        </p:nvSpPr>
        <p:spPr>
          <a:xfrm>
            <a:off x="9875836" y="142811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ZoneTexte 100"/>
              <p:cNvSpPr txBox="1"/>
              <p:nvPr/>
            </p:nvSpPr>
            <p:spPr>
              <a:xfrm>
                <a:off x="5717070" y="1018237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76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r>
                      <a:rPr lang="fr-FR" sz="1276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fr-FR" sz="1276" b="1" dirty="0"/>
                  <a:t>(t)</a:t>
                </a:r>
              </a:p>
            </p:txBody>
          </p:sp>
        </mc:Choice>
        <mc:Fallback xmlns="">
          <p:sp>
            <p:nvSpPr>
              <p:cNvPr id="101" name="ZoneTexte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070" y="1018237"/>
                <a:ext cx="502061" cy="288669"/>
              </a:xfrm>
              <a:prstGeom prst="rect">
                <a:avLst/>
              </a:prstGeom>
              <a:blipFill>
                <a:blip r:embed="rId2"/>
                <a:stretch>
                  <a:fillRect t="-2128" b="-1914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ZoneTexte 101"/>
          <p:cNvSpPr txBox="1"/>
          <p:nvPr/>
        </p:nvSpPr>
        <p:spPr>
          <a:xfrm>
            <a:off x="6031120" y="1699690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ZoneTexte 102"/>
              <p:cNvSpPr txBox="1"/>
              <p:nvPr/>
            </p:nvSpPr>
            <p:spPr>
              <a:xfrm>
                <a:off x="6697929" y="1698982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03" name="ZoneTexte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929" y="1698982"/>
                <a:ext cx="502061" cy="288669"/>
              </a:xfrm>
              <a:prstGeom prst="rect">
                <a:avLst/>
              </a:prstGeom>
              <a:blipFill>
                <a:blip r:embed="rId8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ZoneTexte 103"/>
          <p:cNvSpPr txBox="1"/>
          <p:nvPr/>
        </p:nvSpPr>
        <p:spPr>
          <a:xfrm>
            <a:off x="7746718" y="170726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105" name="Connecteur droit avec flèche 104"/>
          <p:cNvCxnSpPr/>
          <p:nvPr/>
        </p:nvCxnSpPr>
        <p:spPr>
          <a:xfrm>
            <a:off x="6113397" y="2581733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cteur droit avec flèche 105"/>
          <p:cNvCxnSpPr/>
          <p:nvPr/>
        </p:nvCxnSpPr>
        <p:spPr>
          <a:xfrm flipV="1">
            <a:off x="6206678" y="1938585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ZoneTexte 106"/>
          <p:cNvSpPr txBox="1"/>
          <p:nvPr/>
        </p:nvSpPr>
        <p:spPr>
          <a:xfrm>
            <a:off x="9872005" y="2305608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08" name="ZoneTexte 107"/>
          <p:cNvSpPr txBox="1"/>
          <p:nvPr/>
        </p:nvSpPr>
        <p:spPr>
          <a:xfrm>
            <a:off x="5710323" y="1900279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2</a:t>
            </a:r>
            <a:r>
              <a:rPr lang="fr-FR" sz="1276" b="1" dirty="0"/>
              <a:t>(t)</a:t>
            </a:r>
          </a:p>
        </p:txBody>
      </p:sp>
      <p:sp>
        <p:nvSpPr>
          <p:cNvPr id="109" name="ZoneTexte 108"/>
          <p:cNvSpPr txBox="1"/>
          <p:nvPr/>
        </p:nvSpPr>
        <p:spPr>
          <a:xfrm>
            <a:off x="6031120" y="2591551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10" name="Connecteur droit avec flèche 109"/>
          <p:cNvCxnSpPr/>
          <p:nvPr/>
        </p:nvCxnSpPr>
        <p:spPr>
          <a:xfrm>
            <a:off x="6113397" y="3453956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Connecteur droit avec flèche 110"/>
          <p:cNvCxnSpPr/>
          <p:nvPr/>
        </p:nvCxnSpPr>
        <p:spPr>
          <a:xfrm flipV="1">
            <a:off x="6206678" y="2810808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ZoneTexte 111"/>
          <p:cNvSpPr txBox="1"/>
          <p:nvPr/>
        </p:nvSpPr>
        <p:spPr>
          <a:xfrm>
            <a:off x="9868338" y="3188488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13" name="ZoneTexte 112"/>
          <p:cNvSpPr txBox="1"/>
          <p:nvPr/>
        </p:nvSpPr>
        <p:spPr>
          <a:xfrm>
            <a:off x="5797205" y="2762684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3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sp>
        <p:nvSpPr>
          <p:cNvPr id="114" name="ZoneTexte 113"/>
          <p:cNvSpPr txBox="1"/>
          <p:nvPr/>
        </p:nvSpPr>
        <p:spPr>
          <a:xfrm>
            <a:off x="6031120" y="3463774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15" name="Connecteur droit avec flèche 114"/>
          <p:cNvCxnSpPr/>
          <p:nvPr/>
        </p:nvCxnSpPr>
        <p:spPr>
          <a:xfrm>
            <a:off x="6113397" y="4335997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Connecteur droit avec flèche 115"/>
          <p:cNvCxnSpPr/>
          <p:nvPr/>
        </p:nvCxnSpPr>
        <p:spPr>
          <a:xfrm flipV="1">
            <a:off x="6206678" y="3692849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ZoneTexte 116"/>
          <p:cNvSpPr txBox="1"/>
          <p:nvPr/>
        </p:nvSpPr>
        <p:spPr>
          <a:xfrm>
            <a:off x="9875836" y="406375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18" name="ZoneTexte 117"/>
          <p:cNvSpPr txBox="1"/>
          <p:nvPr/>
        </p:nvSpPr>
        <p:spPr>
          <a:xfrm>
            <a:off x="6031120" y="434581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19" name="Connecteur droit avec flèche 118"/>
          <p:cNvCxnSpPr/>
          <p:nvPr/>
        </p:nvCxnSpPr>
        <p:spPr>
          <a:xfrm>
            <a:off x="6113397" y="5230181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Connecteur droit avec flèche 119"/>
          <p:cNvCxnSpPr/>
          <p:nvPr/>
        </p:nvCxnSpPr>
        <p:spPr>
          <a:xfrm flipV="1">
            <a:off x="6206678" y="4587033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ZoneTexte 120"/>
          <p:cNvSpPr txBox="1"/>
          <p:nvPr/>
        </p:nvSpPr>
        <p:spPr>
          <a:xfrm>
            <a:off x="9875836" y="495794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22" name="ZoneTexte 121"/>
          <p:cNvSpPr txBox="1"/>
          <p:nvPr/>
        </p:nvSpPr>
        <p:spPr>
          <a:xfrm>
            <a:off x="5840689" y="4502796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123" name="ZoneTexte 122"/>
          <p:cNvSpPr txBox="1"/>
          <p:nvPr/>
        </p:nvSpPr>
        <p:spPr>
          <a:xfrm>
            <a:off x="6031120" y="529554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24" name="Connecteur droit 123"/>
          <p:cNvCxnSpPr/>
          <p:nvPr/>
        </p:nvCxnSpPr>
        <p:spPr>
          <a:xfrm flipH="1">
            <a:off x="7072016" y="1046724"/>
            <a:ext cx="13466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Connecteur droit 124"/>
          <p:cNvCxnSpPr/>
          <p:nvPr/>
        </p:nvCxnSpPr>
        <p:spPr>
          <a:xfrm>
            <a:off x="7959378" y="1046724"/>
            <a:ext cx="0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necteur droit 125"/>
          <p:cNvCxnSpPr/>
          <p:nvPr/>
        </p:nvCxnSpPr>
        <p:spPr>
          <a:xfrm>
            <a:off x="8839164" y="1046725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Connecteur droit 126"/>
          <p:cNvCxnSpPr/>
          <p:nvPr/>
        </p:nvCxnSpPr>
        <p:spPr>
          <a:xfrm>
            <a:off x="9718951" y="1046723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ZoneTexte 127"/>
              <p:cNvSpPr txBox="1"/>
              <p:nvPr/>
            </p:nvSpPr>
            <p:spPr>
              <a:xfrm>
                <a:off x="8359798" y="1687550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8" name="ZoneTexte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798" y="1687550"/>
                <a:ext cx="599844" cy="288669"/>
              </a:xfrm>
              <a:prstGeom prst="rect">
                <a:avLst/>
              </a:prstGeom>
              <a:blipFill>
                <a:blip r:embed="rId9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ZoneTexte 128"/>
              <p:cNvSpPr txBox="1"/>
              <p:nvPr/>
            </p:nvSpPr>
            <p:spPr>
              <a:xfrm>
                <a:off x="9411113" y="1717225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9" name="ZoneTexte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1113" y="1717225"/>
                <a:ext cx="421910" cy="2886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ZoneTexte 129"/>
          <p:cNvSpPr txBox="1"/>
          <p:nvPr/>
        </p:nvSpPr>
        <p:spPr>
          <a:xfrm>
            <a:off x="5795246" y="3600205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4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cxnSp>
        <p:nvCxnSpPr>
          <p:cNvPr id="132" name="Connecteur droit 131"/>
          <p:cNvCxnSpPr/>
          <p:nvPr/>
        </p:nvCxnSpPr>
        <p:spPr>
          <a:xfrm flipV="1">
            <a:off x="6211464" y="214789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132"/>
          <p:cNvCxnSpPr/>
          <p:nvPr/>
        </p:nvCxnSpPr>
        <p:spPr>
          <a:xfrm>
            <a:off x="6002903" y="2164516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eur droit 133"/>
          <p:cNvCxnSpPr/>
          <p:nvPr/>
        </p:nvCxnSpPr>
        <p:spPr>
          <a:xfrm flipV="1">
            <a:off x="7683076" y="214789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134"/>
          <p:cNvCxnSpPr/>
          <p:nvPr/>
        </p:nvCxnSpPr>
        <p:spPr>
          <a:xfrm flipV="1">
            <a:off x="7964064" y="2147894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135"/>
          <p:cNvCxnSpPr/>
          <p:nvPr/>
        </p:nvCxnSpPr>
        <p:spPr>
          <a:xfrm>
            <a:off x="7667683" y="2164515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/>
          <p:cNvCxnSpPr/>
          <p:nvPr/>
        </p:nvCxnSpPr>
        <p:spPr>
          <a:xfrm>
            <a:off x="6191308" y="2578849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/>
          <p:cNvCxnSpPr/>
          <p:nvPr/>
        </p:nvCxnSpPr>
        <p:spPr>
          <a:xfrm>
            <a:off x="7947135" y="2582907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eur droit 146"/>
          <p:cNvCxnSpPr/>
          <p:nvPr/>
        </p:nvCxnSpPr>
        <p:spPr>
          <a:xfrm flipV="1">
            <a:off x="9445830" y="215107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eur droit 147"/>
          <p:cNvCxnSpPr/>
          <p:nvPr/>
        </p:nvCxnSpPr>
        <p:spPr>
          <a:xfrm>
            <a:off x="9430437" y="216769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eur droit 149"/>
          <p:cNvCxnSpPr/>
          <p:nvPr/>
        </p:nvCxnSpPr>
        <p:spPr>
          <a:xfrm flipV="1">
            <a:off x="9723713" y="216173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eur droit 150"/>
          <p:cNvCxnSpPr/>
          <p:nvPr/>
        </p:nvCxnSpPr>
        <p:spPr>
          <a:xfrm flipV="1">
            <a:off x="6211464" y="125065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eur droit 151"/>
          <p:cNvCxnSpPr/>
          <p:nvPr/>
        </p:nvCxnSpPr>
        <p:spPr>
          <a:xfrm>
            <a:off x="9708320" y="2584759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eur droit 152"/>
          <p:cNvCxnSpPr/>
          <p:nvPr/>
        </p:nvCxnSpPr>
        <p:spPr>
          <a:xfrm flipV="1">
            <a:off x="7683076" y="125065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eur droit 153"/>
          <p:cNvCxnSpPr/>
          <p:nvPr/>
        </p:nvCxnSpPr>
        <p:spPr>
          <a:xfrm flipV="1">
            <a:off x="7964064" y="125065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/>
          <p:cNvCxnSpPr/>
          <p:nvPr/>
        </p:nvCxnSpPr>
        <p:spPr>
          <a:xfrm>
            <a:off x="7667683" y="1692726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/>
          <p:cNvCxnSpPr/>
          <p:nvPr/>
        </p:nvCxnSpPr>
        <p:spPr>
          <a:xfrm>
            <a:off x="6191308" y="1268860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/>
          <p:cNvCxnSpPr/>
          <p:nvPr/>
        </p:nvCxnSpPr>
        <p:spPr>
          <a:xfrm>
            <a:off x="7947135" y="1272918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/>
          <p:cNvCxnSpPr/>
          <p:nvPr/>
        </p:nvCxnSpPr>
        <p:spPr>
          <a:xfrm flipV="1">
            <a:off x="9445830" y="125383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eur droit 158"/>
          <p:cNvCxnSpPr/>
          <p:nvPr/>
        </p:nvCxnSpPr>
        <p:spPr>
          <a:xfrm>
            <a:off x="9430437" y="1695901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 droit avec flèche 168"/>
          <p:cNvCxnSpPr/>
          <p:nvPr/>
        </p:nvCxnSpPr>
        <p:spPr>
          <a:xfrm>
            <a:off x="6207269" y="1762977"/>
            <a:ext cx="1460414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ZoneTexte 169"/>
              <p:cNvSpPr txBox="1"/>
              <p:nvPr/>
            </p:nvSpPr>
            <p:spPr>
              <a:xfrm>
                <a:off x="6354895" y="176716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0" name="ZoneTexte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895" y="1767166"/>
                <a:ext cx="434734" cy="2886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3" name="Connecteur droit 172"/>
          <p:cNvCxnSpPr/>
          <p:nvPr/>
        </p:nvCxnSpPr>
        <p:spPr>
          <a:xfrm>
            <a:off x="1400010" y="2170865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173"/>
          <p:cNvCxnSpPr/>
          <p:nvPr/>
        </p:nvCxnSpPr>
        <p:spPr>
          <a:xfrm flipV="1">
            <a:off x="9718951" y="126845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eur droit 174"/>
          <p:cNvCxnSpPr/>
          <p:nvPr/>
        </p:nvCxnSpPr>
        <p:spPr>
          <a:xfrm>
            <a:off x="9708320" y="1274948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eur droit 186"/>
          <p:cNvCxnSpPr/>
          <p:nvPr/>
        </p:nvCxnSpPr>
        <p:spPr>
          <a:xfrm flipV="1">
            <a:off x="1620974" y="391665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eur droit 187"/>
          <p:cNvCxnSpPr/>
          <p:nvPr/>
        </p:nvCxnSpPr>
        <p:spPr>
          <a:xfrm flipV="1">
            <a:off x="1901962" y="391665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eur droit 188"/>
          <p:cNvCxnSpPr/>
          <p:nvPr/>
        </p:nvCxnSpPr>
        <p:spPr>
          <a:xfrm>
            <a:off x="1605581" y="3933276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eur droit 189"/>
          <p:cNvCxnSpPr/>
          <p:nvPr/>
        </p:nvCxnSpPr>
        <p:spPr>
          <a:xfrm flipV="1">
            <a:off x="3373574" y="391665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eur droit 190"/>
          <p:cNvCxnSpPr/>
          <p:nvPr/>
        </p:nvCxnSpPr>
        <p:spPr>
          <a:xfrm flipV="1">
            <a:off x="3654562" y="3916654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eur droit 191"/>
          <p:cNvCxnSpPr/>
          <p:nvPr/>
        </p:nvCxnSpPr>
        <p:spPr>
          <a:xfrm>
            <a:off x="3358181" y="3933275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eur droit 192"/>
          <p:cNvCxnSpPr/>
          <p:nvPr/>
        </p:nvCxnSpPr>
        <p:spPr>
          <a:xfrm>
            <a:off x="1881806" y="4347609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eur droit 193"/>
          <p:cNvCxnSpPr/>
          <p:nvPr/>
        </p:nvCxnSpPr>
        <p:spPr>
          <a:xfrm>
            <a:off x="3637633" y="4351667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eur droit 194"/>
          <p:cNvCxnSpPr/>
          <p:nvPr/>
        </p:nvCxnSpPr>
        <p:spPr>
          <a:xfrm flipV="1">
            <a:off x="5136328" y="391983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eur droit 195"/>
          <p:cNvCxnSpPr/>
          <p:nvPr/>
        </p:nvCxnSpPr>
        <p:spPr>
          <a:xfrm>
            <a:off x="5120935" y="393645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eur droit 196"/>
          <p:cNvCxnSpPr/>
          <p:nvPr/>
        </p:nvCxnSpPr>
        <p:spPr>
          <a:xfrm flipV="1">
            <a:off x="1629669" y="3024701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197"/>
          <p:cNvCxnSpPr/>
          <p:nvPr/>
        </p:nvCxnSpPr>
        <p:spPr>
          <a:xfrm flipV="1">
            <a:off x="1910657" y="302470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eur droit 198"/>
          <p:cNvCxnSpPr/>
          <p:nvPr/>
        </p:nvCxnSpPr>
        <p:spPr>
          <a:xfrm>
            <a:off x="1614276" y="3466771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eur droit 199"/>
          <p:cNvCxnSpPr/>
          <p:nvPr/>
        </p:nvCxnSpPr>
        <p:spPr>
          <a:xfrm flipV="1">
            <a:off x="3382269" y="302470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eur droit 200"/>
          <p:cNvCxnSpPr/>
          <p:nvPr/>
        </p:nvCxnSpPr>
        <p:spPr>
          <a:xfrm flipV="1">
            <a:off x="3663257" y="302469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eur droit 201"/>
          <p:cNvCxnSpPr/>
          <p:nvPr/>
        </p:nvCxnSpPr>
        <p:spPr>
          <a:xfrm>
            <a:off x="3366876" y="346677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eur droit 202"/>
          <p:cNvCxnSpPr/>
          <p:nvPr/>
        </p:nvCxnSpPr>
        <p:spPr>
          <a:xfrm>
            <a:off x="1890501" y="3042904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eur droit 203"/>
          <p:cNvCxnSpPr/>
          <p:nvPr/>
        </p:nvCxnSpPr>
        <p:spPr>
          <a:xfrm>
            <a:off x="3646328" y="3046962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eur droit 204"/>
          <p:cNvCxnSpPr/>
          <p:nvPr/>
        </p:nvCxnSpPr>
        <p:spPr>
          <a:xfrm flipV="1">
            <a:off x="5145023" y="302787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/>
          <p:cNvCxnSpPr/>
          <p:nvPr/>
        </p:nvCxnSpPr>
        <p:spPr>
          <a:xfrm>
            <a:off x="5129630" y="3469945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eur droit 206"/>
          <p:cNvCxnSpPr/>
          <p:nvPr/>
        </p:nvCxnSpPr>
        <p:spPr>
          <a:xfrm>
            <a:off x="1400010" y="3037528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eur droit 207"/>
          <p:cNvCxnSpPr/>
          <p:nvPr/>
        </p:nvCxnSpPr>
        <p:spPr>
          <a:xfrm flipV="1">
            <a:off x="6215408" y="387952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eur droit 208"/>
          <p:cNvCxnSpPr/>
          <p:nvPr/>
        </p:nvCxnSpPr>
        <p:spPr>
          <a:xfrm flipV="1">
            <a:off x="7687020" y="387952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eur droit 209"/>
          <p:cNvCxnSpPr/>
          <p:nvPr/>
        </p:nvCxnSpPr>
        <p:spPr>
          <a:xfrm flipV="1">
            <a:off x="7968008" y="3879528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/>
          <p:cNvCxnSpPr/>
          <p:nvPr/>
        </p:nvCxnSpPr>
        <p:spPr>
          <a:xfrm>
            <a:off x="7671627" y="4321599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eur droit 211"/>
          <p:cNvCxnSpPr/>
          <p:nvPr/>
        </p:nvCxnSpPr>
        <p:spPr>
          <a:xfrm>
            <a:off x="6195252" y="3897733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212"/>
          <p:cNvCxnSpPr/>
          <p:nvPr/>
        </p:nvCxnSpPr>
        <p:spPr>
          <a:xfrm>
            <a:off x="7951079" y="3901791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213"/>
          <p:cNvCxnSpPr/>
          <p:nvPr/>
        </p:nvCxnSpPr>
        <p:spPr>
          <a:xfrm flipV="1">
            <a:off x="9449774" y="3882704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eur droit 214"/>
          <p:cNvCxnSpPr/>
          <p:nvPr/>
        </p:nvCxnSpPr>
        <p:spPr>
          <a:xfrm>
            <a:off x="9434381" y="4324774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eur droit 215"/>
          <p:cNvCxnSpPr/>
          <p:nvPr/>
        </p:nvCxnSpPr>
        <p:spPr>
          <a:xfrm flipV="1">
            <a:off x="9722895" y="3897323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eur droit 216"/>
          <p:cNvCxnSpPr/>
          <p:nvPr/>
        </p:nvCxnSpPr>
        <p:spPr>
          <a:xfrm>
            <a:off x="9712264" y="3903821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eur droit 217"/>
          <p:cNvCxnSpPr/>
          <p:nvPr/>
        </p:nvCxnSpPr>
        <p:spPr>
          <a:xfrm flipV="1">
            <a:off x="6211464" y="301550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eur droit 218"/>
          <p:cNvCxnSpPr/>
          <p:nvPr/>
        </p:nvCxnSpPr>
        <p:spPr>
          <a:xfrm>
            <a:off x="6002903" y="3032130"/>
            <a:ext cx="21426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eur droit 219"/>
          <p:cNvCxnSpPr/>
          <p:nvPr/>
        </p:nvCxnSpPr>
        <p:spPr>
          <a:xfrm flipV="1">
            <a:off x="7683076" y="301550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220"/>
          <p:cNvCxnSpPr/>
          <p:nvPr/>
        </p:nvCxnSpPr>
        <p:spPr>
          <a:xfrm flipV="1">
            <a:off x="7964064" y="3015508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eur droit 221"/>
          <p:cNvCxnSpPr/>
          <p:nvPr/>
        </p:nvCxnSpPr>
        <p:spPr>
          <a:xfrm>
            <a:off x="7667683" y="3032129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eur droit 222"/>
          <p:cNvCxnSpPr/>
          <p:nvPr/>
        </p:nvCxnSpPr>
        <p:spPr>
          <a:xfrm>
            <a:off x="6191308" y="3446463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eur droit 223"/>
          <p:cNvCxnSpPr/>
          <p:nvPr/>
        </p:nvCxnSpPr>
        <p:spPr>
          <a:xfrm>
            <a:off x="7947135" y="3450521"/>
            <a:ext cx="1509094" cy="20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eur droit 224"/>
          <p:cNvCxnSpPr/>
          <p:nvPr/>
        </p:nvCxnSpPr>
        <p:spPr>
          <a:xfrm flipV="1">
            <a:off x="9445830" y="3018684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eur droit 225"/>
          <p:cNvCxnSpPr/>
          <p:nvPr/>
        </p:nvCxnSpPr>
        <p:spPr>
          <a:xfrm>
            <a:off x="9430437" y="3035304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eur droit 226"/>
          <p:cNvCxnSpPr/>
          <p:nvPr/>
        </p:nvCxnSpPr>
        <p:spPr>
          <a:xfrm flipV="1">
            <a:off x="9723713" y="3029353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eur droit 227"/>
          <p:cNvCxnSpPr/>
          <p:nvPr/>
        </p:nvCxnSpPr>
        <p:spPr>
          <a:xfrm>
            <a:off x="9708320" y="3452373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124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812" y="638175"/>
            <a:ext cx="9858375" cy="5581650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5930900" y="4889500"/>
            <a:ext cx="1879600" cy="8636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/>
          <p:cNvCxnSpPr>
            <a:stCxn id="5" idx="1"/>
            <a:endCxn id="5" idx="5"/>
          </p:cNvCxnSpPr>
          <p:nvPr/>
        </p:nvCxnSpPr>
        <p:spPr>
          <a:xfrm>
            <a:off x="6206161" y="5015971"/>
            <a:ext cx="1329078" cy="6106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>
            <a:stCxn id="5" idx="7"/>
            <a:endCxn id="5" idx="3"/>
          </p:cNvCxnSpPr>
          <p:nvPr/>
        </p:nvCxnSpPr>
        <p:spPr>
          <a:xfrm flipH="1">
            <a:off x="6206161" y="5015971"/>
            <a:ext cx="1329078" cy="6106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7810500" y="4964211"/>
            <a:ext cx="1025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err="1">
                <a:solidFill>
                  <a:srgbClr val="FF0000"/>
                </a:solidFill>
              </a:rPr>
              <a:t>unused</a:t>
            </a:r>
            <a:r>
              <a:rPr lang="fr-FR" sz="1400" b="1" dirty="0">
                <a:solidFill>
                  <a:srgbClr val="FF0000"/>
                </a:solidFill>
              </a:rPr>
              <a:t> for </a:t>
            </a:r>
          </a:p>
          <a:p>
            <a:r>
              <a:rPr lang="fr-FR" sz="1400" b="1" dirty="0" err="1">
                <a:solidFill>
                  <a:srgbClr val="FF0000"/>
                </a:solidFill>
              </a:rPr>
              <a:t>this</a:t>
            </a:r>
            <a:r>
              <a:rPr lang="fr-FR" sz="1400" b="1" dirty="0">
                <a:solidFill>
                  <a:srgbClr val="FF0000"/>
                </a:solidFill>
              </a:rPr>
              <a:t> </a:t>
            </a:r>
            <a:r>
              <a:rPr lang="fr-FR" sz="1400" b="1" dirty="0" err="1">
                <a:solidFill>
                  <a:srgbClr val="FF0000"/>
                </a:solidFill>
              </a:rPr>
              <a:t>lab</a:t>
            </a:r>
            <a:endParaRPr lang="fr-FR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687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E1458-6101-43E8-FE59-D2D76F83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338A0D6-8EB8-41DB-823C-283287F15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280"/>
          <a:stretch>
            <a:fillRect/>
          </a:stretch>
        </p:blipFill>
        <p:spPr>
          <a:xfrm>
            <a:off x="1166812" y="638175"/>
            <a:ext cx="9858375" cy="4226433"/>
          </a:xfrm>
          <a:prstGeom prst="rect">
            <a:avLst/>
          </a:prstGeom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A6D83C05-C7B4-738C-031F-00A5A705E84E}"/>
              </a:ext>
            </a:extLst>
          </p:cNvPr>
          <p:cNvSpPr/>
          <p:nvPr/>
        </p:nvSpPr>
        <p:spPr>
          <a:xfrm>
            <a:off x="1819656" y="4581144"/>
            <a:ext cx="2267712" cy="133502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Control box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E9489BC-AE3A-1DCA-18FB-0F6B53BF5814}"/>
              </a:ext>
            </a:extLst>
          </p:cNvPr>
          <p:cNvSpPr txBox="1"/>
          <p:nvPr/>
        </p:nvSpPr>
        <p:spPr>
          <a:xfrm>
            <a:off x="3465576" y="4697890"/>
            <a:ext cx="621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TOP1 /</a:t>
            </a:r>
          </a:p>
          <a:p>
            <a:r>
              <a:rPr lang="fr-FR" sz="1200" dirty="0"/>
              <a:t>BOT 2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9C49D94-66BB-9452-221B-55A9C463D52D}"/>
              </a:ext>
            </a:extLst>
          </p:cNvPr>
          <p:cNvSpPr txBox="1"/>
          <p:nvPr/>
        </p:nvSpPr>
        <p:spPr>
          <a:xfrm>
            <a:off x="3465576" y="5307029"/>
            <a:ext cx="621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TOP2 /</a:t>
            </a:r>
          </a:p>
          <a:p>
            <a:r>
              <a:rPr lang="fr-FR" sz="1200" dirty="0"/>
              <a:t>BOT 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7C5753D-D758-6E67-DF10-4245D722D4DC}"/>
              </a:ext>
            </a:extLst>
          </p:cNvPr>
          <p:cNvSpPr txBox="1"/>
          <p:nvPr/>
        </p:nvSpPr>
        <p:spPr>
          <a:xfrm>
            <a:off x="1883664" y="4697890"/>
            <a:ext cx="5303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+15V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8688A21-AD29-E35F-27E1-97D3CA7FA66A}"/>
              </a:ext>
            </a:extLst>
          </p:cNvPr>
          <p:cNvSpPr txBox="1"/>
          <p:nvPr/>
        </p:nvSpPr>
        <p:spPr>
          <a:xfrm>
            <a:off x="2468880" y="4697889"/>
            <a:ext cx="5303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GND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48B0ADA-D500-5A71-FCB8-E85975EC8356}"/>
              </a:ext>
            </a:extLst>
          </p:cNvPr>
          <p:cNvCxnSpPr/>
          <p:nvPr/>
        </p:nvCxnSpPr>
        <p:spPr>
          <a:xfrm flipV="1">
            <a:off x="2148840" y="4242816"/>
            <a:ext cx="0" cy="3383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1CE3CF0-D908-31DA-324F-1DF5A3EA6F72}"/>
              </a:ext>
            </a:extLst>
          </p:cNvPr>
          <p:cNvCxnSpPr/>
          <p:nvPr/>
        </p:nvCxnSpPr>
        <p:spPr>
          <a:xfrm flipV="1">
            <a:off x="2721864" y="4242816"/>
            <a:ext cx="0" cy="3383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009DB122-3BD3-22D3-A83A-9C80A5E0773C}"/>
              </a:ext>
            </a:extLst>
          </p:cNvPr>
          <p:cNvCxnSpPr>
            <a:cxnSpLocks/>
          </p:cNvCxnSpPr>
          <p:nvPr/>
        </p:nvCxnSpPr>
        <p:spPr>
          <a:xfrm>
            <a:off x="4087368" y="4925765"/>
            <a:ext cx="292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E2182D9F-5126-818D-4E34-B302A98D4C7B}"/>
              </a:ext>
            </a:extLst>
          </p:cNvPr>
          <p:cNvCxnSpPr>
            <a:cxnSpLocks/>
          </p:cNvCxnSpPr>
          <p:nvPr/>
        </p:nvCxnSpPr>
        <p:spPr>
          <a:xfrm>
            <a:off x="4102608" y="5537861"/>
            <a:ext cx="29260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lipse 22">
            <a:extLst>
              <a:ext uri="{FF2B5EF4-FFF2-40B4-BE49-F238E27FC236}">
                <a16:creationId xmlns:a16="http://schemas.microsoft.com/office/drawing/2014/main" id="{C820D652-3A75-EE18-8F23-E31FB143E769}"/>
              </a:ext>
            </a:extLst>
          </p:cNvPr>
          <p:cNvSpPr/>
          <p:nvPr/>
        </p:nvSpPr>
        <p:spPr>
          <a:xfrm>
            <a:off x="4361434" y="4879918"/>
            <a:ext cx="114300" cy="11709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8990D22E-36AC-972B-4E0C-025638723E83}"/>
              </a:ext>
            </a:extLst>
          </p:cNvPr>
          <p:cNvSpPr/>
          <p:nvPr/>
        </p:nvSpPr>
        <p:spPr>
          <a:xfrm>
            <a:off x="4353306" y="5492013"/>
            <a:ext cx="114300" cy="11709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1141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TP </a:t>
            </a:r>
            <a:r>
              <a:rPr lang="fr-FR" b="1" dirty="0" err="1"/>
              <a:t>Flyback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170523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avec flèche 1"/>
          <p:cNvCxnSpPr/>
          <p:nvPr/>
        </p:nvCxnSpPr>
        <p:spPr>
          <a:xfrm>
            <a:off x="3823991" y="1413611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cteur droit avec flèche 2"/>
          <p:cNvCxnSpPr/>
          <p:nvPr/>
        </p:nvCxnSpPr>
        <p:spPr>
          <a:xfrm flipV="1">
            <a:off x="3917272" y="770463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7586430" y="1151856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3380326" y="549277"/>
                <a:ext cx="1125629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𝑪𝒐𝒎𝒎𝒂𝒏𝒅𝒆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326" y="549277"/>
                <a:ext cx="1125629" cy="2886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3741714" y="1423429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4408523" y="1422721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523" y="1422721"/>
                <a:ext cx="502061" cy="288669"/>
              </a:xfrm>
              <a:prstGeom prst="rect">
                <a:avLst/>
              </a:prstGeom>
              <a:blipFill>
                <a:blip r:embed="rId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/>
        </p:nvSpPr>
        <p:spPr>
          <a:xfrm>
            <a:off x="5457312" y="1431007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3823991" y="2305472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V="1">
            <a:off x="3917272" y="166232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7582599" y="202934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3613568" y="1571609"/>
            <a:ext cx="30008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276" b="1" dirty="0"/>
              <a:t>ϕ</a:t>
            </a:r>
            <a:endParaRPr lang="fr-FR" sz="1276" b="1" dirty="0"/>
          </a:p>
        </p:txBody>
      </p:sp>
      <p:sp>
        <p:nvSpPr>
          <p:cNvPr id="13" name="ZoneTexte 12"/>
          <p:cNvSpPr txBox="1"/>
          <p:nvPr/>
        </p:nvSpPr>
        <p:spPr>
          <a:xfrm>
            <a:off x="3741714" y="2315290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3823991" y="3177695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3917272" y="2534547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7578932" y="291222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3639679" y="2433671"/>
            <a:ext cx="279244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i</a:t>
            </a:r>
            <a:r>
              <a:rPr lang="fr-FR" sz="1276" b="1" baseline="-25000" dirty="0"/>
              <a:t>1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3741714" y="3187513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9" name="Connecteur droit avec flèche 18"/>
          <p:cNvCxnSpPr/>
          <p:nvPr/>
        </p:nvCxnSpPr>
        <p:spPr>
          <a:xfrm>
            <a:off x="3823991" y="4059736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V="1">
            <a:off x="3917272" y="3416588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7586430" y="3787496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3741714" y="4069555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3823991" y="4953920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flipV="1">
            <a:off x="3917272" y="4310772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7586430" y="468167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3602553" y="4209602"/>
            <a:ext cx="31611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v</a:t>
            </a:r>
            <a:r>
              <a:rPr lang="fr-FR" sz="1276" b="1" baseline="-25000" dirty="0"/>
              <a:t>2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3741714" y="501928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8" name="Connecteur droit 27"/>
          <p:cNvCxnSpPr/>
          <p:nvPr/>
        </p:nvCxnSpPr>
        <p:spPr>
          <a:xfrm flipH="1">
            <a:off x="4782610" y="770463"/>
            <a:ext cx="13466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5669972" y="770463"/>
            <a:ext cx="0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6549758" y="770464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7429545" y="770462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6070392" y="1411289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392" y="1411289"/>
                <a:ext cx="599844" cy="288669"/>
              </a:xfrm>
              <a:prstGeom prst="rect">
                <a:avLst/>
              </a:prstGeom>
              <a:blipFill>
                <a:blip r:embed="rId4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7121707" y="1440964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707" y="1440964"/>
                <a:ext cx="421910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ZoneTexte 33"/>
          <p:cNvSpPr txBox="1"/>
          <p:nvPr/>
        </p:nvSpPr>
        <p:spPr>
          <a:xfrm>
            <a:off x="3602553" y="3306360"/>
            <a:ext cx="279244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/>
              <a:t>i</a:t>
            </a:r>
            <a:r>
              <a:rPr lang="fr-FR" sz="1276" b="1" baseline="-25000"/>
              <a:t>2</a:t>
            </a:r>
            <a:endParaRPr lang="fr-FR" sz="1276" b="1" baseline="-25000" dirty="0"/>
          </a:p>
        </p:txBody>
      </p:sp>
      <p:cxnSp>
        <p:nvCxnSpPr>
          <p:cNvPr id="44" name="Connecteur droit 43"/>
          <p:cNvCxnSpPr/>
          <p:nvPr/>
        </p:nvCxnSpPr>
        <p:spPr>
          <a:xfrm flipV="1">
            <a:off x="3915767" y="97830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 flipV="1">
            <a:off x="4337430" y="97830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3900374" y="994926"/>
            <a:ext cx="437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4333416" y="1411289"/>
            <a:ext cx="13522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6096441" y="1415347"/>
            <a:ext cx="134507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 flipV="1">
            <a:off x="7431121" y="98148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7415728" y="99810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>
            <a:off x="3917863" y="1517196"/>
            <a:ext cx="307009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/>
              <p:cNvSpPr txBox="1"/>
              <p:nvPr/>
            </p:nvSpPr>
            <p:spPr>
              <a:xfrm>
                <a:off x="3844026" y="148735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" name="ZoneTexte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026" y="1487350"/>
                <a:ext cx="434734" cy="2886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Connecteur droit 175"/>
          <p:cNvCxnSpPr/>
          <p:nvPr/>
        </p:nvCxnSpPr>
        <p:spPr>
          <a:xfrm flipV="1">
            <a:off x="5674778" y="100900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eur droit 176"/>
          <p:cNvCxnSpPr/>
          <p:nvPr/>
        </p:nvCxnSpPr>
        <p:spPr>
          <a:xfrm flipV="1">
            <a:off x="6096441" y="1009008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eur droit 177"/>
          <p:cNvCxnSpPr/>
          <p:nvPr/>
        </p:nvCxnSpPr>
        <p:spPr>
          <a:xfrm>
            <a:off x="5659385" y="1025629"/>
            <a:ext cx="437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163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76" y="771154"/>
            <a:ext cx="11088647" cy="5315692"/>
          </a:xfrm>
          <a:prstGeom prst="rect">
            <a:avLst/>
          </a:prstGeom>
        </p:spPr>
      </p:pic>
      <p:cxnSp>
        <p:nvCxnSpPr>
          <p:cNvPr id="6" name="Connecteur droit avec flèche 5"/>
          <p:cNvCxnSpPr/>
          <p:nvPr/>
        </p:nvCxnSpPr>
        <p:spPr>
          <a:xfrm>
            <a:off x="6311900" y="1949450"/>
            <a:ext cx="10477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6182186" y="1487785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i</a:t>
            </a:r>
            <a:r>
              <a:rPr lang="fr-FR" sz="2000" b="1" baseline="-25000" dirty="0"/>
              <a:t>2</a:t>
            </a:r>
          </a:p>
        </p:txBody>
      </p:sp>
      <p:sp>
        <p:nvSpPr>
          <p:cNvPr id="11" name="Ellipse 10"/>
          <p:cNvSpPr/>
          <p:nvPr/>
        </p:nvSpPr>
        <p:spPr>
          <a:xfrm>
            <a:off x="6095999" y="4104409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/>
          <p:cNvSpPr/>
          <p:nvPr/>
        </p:nvSpPr>
        <p:spPr>
          <a:xfrm>
            <a:off x="3721099" y="4637809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/>
          <p:cNvSpPr/>
          <p:nvPr/>
        </p:nvSpPr>
        <p:spPr>
          <a:xfrm>
            <a:off x="4267199" y="4000500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/>
          <p:cNvSpPr/>
          <p:nvPr/>
        </p:nvSpPr>
        <p:spPr>
          <a:xfrm>
            <a:off x="4267199" y="1914154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/>
          <p:cNvSpPr/>
          <p:nvPr/>
        </p:nvSpPr>
        <p:spPr>
          <a:xfrm>
            <a:off x="6720503" y="1844881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10414000" y="5130800"/>
            <a:ext cx="9906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/>
          <p:cNvSpPr/>
          <p:nvPr/>
        </p:nvSpPr>
        <p:spPr>
          <a:xfrm>
            <a:off x="4261427" y="5605317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2322946" y="2168154"/>
            <a:ext cx="392545" cy="951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2950443" y="2044535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n</a:t>
            </a:r>
            <a:r>
              <a:rPr lang="el-GR" sz="2000" b="1" baseline="-25000" dirty="0"/>
              <a:t>φ</a:t>
            </a:r>
            <a:r>
              <a:rPr lang="fr-FR" sz="2000" b="1" dirty="0"/>
              <a:t>=1</a:t>
            </a:r>
          </a:p>
        </p:txBody>
      </p:sp>
      <p:cxnSp>
        <p:nvCxnSpPr>
          <p:cNvPr id="7" name="Connecteur droit avec flèche 6"/>
          <p:cNvCxnSpPr/>
          <p:nvPr/>
        </p:nvCxnSpPr>
        <p:spPr>
          <a:xfrm flipV="1">
            <a:off x="2715491" y="2168154"/>
            <a:ext cx="0" cy="15171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2127607" y="2274495"/>
            <a:ext cx="653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v</a:t>
            </a:r>
            <a:r>
              <a:rPr lang="fr-FR" sz="2000" b="1" baseline="-25000" dirty="0"/>
              <a:t>spire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61754" y="2672657"/>
            <a:ext cx="392545" cy="3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907448" y="3620777"/>
            <a:ext cx="5743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/>
              <a:t>v</a:t>
            </a:r>
            <a:r>
              <a:rPr lang="fr-FR" sz="2000" b="1" baseline="-25000" dirty="0"/>
              <a:t>flux</a:t>
            </a:r>
            <a:endParaRPr lang="fr-FR" sz="2000" dirty="0"/>
          </a:p>
        </p:txBody>
      </p:sp>
      <p:sp>
        <p:nvSpPr>
          <p:cNvPr id="21" name="Rectangle 20"/>
          <p:cNvSpPr/>
          <p:nvPr/>
        </p:nvSpPr>
        <p:spPr>
          <a:xfrm>
            <a:off x="3455003" y="1610590"/>
            <a:ext cx="392545" cy="3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3721099" y="2742065"/>
            <a:ext cx="393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/>
              <a:t>v</a:t>
            </a:r>
            <a:r>
              <a:rPr lang="fr-FR" sz="2000" b="1" baseline="-25000" dirty="0"/>
              <a:t>1</a:t>
            </a:r>
            <a:endParaRPr lang="fr-FR" sz="2000" baseline="-25000" dirty="0"/>
          </a:p>
        </p:txBody>
      </p:sp>
      <p:sp>
        <p:nvSpPr>
          <p:cNvPr id="23" name="Rectangle 22"/>
          <p:cNvSpPr/>
          <p:nvPr/>
        </p:nvSpPr>
        <p:spPr>
          <a:xfrm>
            <a:off x="5750385" y="2726676"/>
            <a:ext cx="393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/>
              <a:t>v</a:t>
            </a:r>
            <a:r>
              <a:rPr lang="fr-FR" sz="2000" b="1" baseline="-25000" dirty="0"/>
              <a:t>2</a:t>
            </a:r>
            <a:endParaRPr lang="fr-FR" sz="2000" baseline="-25000" dirty="0"/>
          </a:p>
        </p:txBody>
      </p:sp>
      <p:sp>
        <p:nvSpPr>
          <p:cNvPr id="24" name="Rectangle 23"/>
          <p:cNvSpPr/>
          <p:nvPr/>
        </p:nvSpPr>
        <p:spPr>
          <a:xfrm>
            <a:off x="5543024" y="1594344"/>
            <a:ext cx="392545" cy="3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Connecteur droit avec flèche 24"/>
          <p:cNvCxnSpPr/>
          <p:nvPr/>
        </p:nvCxnSpPr>
        <p:spPr>
          <a:xfrm>
            <a:off x="4391024" y="1266824"/>
            <a:ext cx="0" cy="15758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/>
          <p:cNvSpPr txBox="1"/>
          <p:nvPr/>
        </p:nvSpPr>
        <p:spPr>
          <a:xfrm>
            <a:off x="4472372" y="1194234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i</a:t>
            </a:r>
            <a:r>
              <a:rPr lang="fr-FR" sz="2000" b="1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74708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TP </a:t>
            </a:r>
            <a:r>
              <a:rPr lang="fr-FR" b="1" dirty="0" err="1"/>
              <a:t>Forward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667489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18" y="891843"/>
            <a:ext cx="11277963" cy="507431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261600" y="5033819"/>
            <a:ext cx="9906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3986828" y="1254331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5663228" y="1930606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/>
          <p:cNvSpPr/>
          <p:nvPr/>
        </p:nvSpPr>
        <p:spPr>
          <a:xfrm>
            <a:off x="5519381" y="4083256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/>
          <p:cNvSpPr/>
          <p:nvPr/>
        </p:nvSpPr>
        <p:spPr>
          <a:xfrm>
            <a:off x="8711228" y="2644981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/>
          <p:cNvSpPr/>
          <p:nvPr/>
        </p:nvSpPr>
        <p:spPr>
          <a:xfrm>
            <a:off x="3878877" y="4597606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/>
          <p:cNvSpPr/>
          <p:nvPr/>
        </p:nvSpPr>
        <p:spPr>
          <a:xfrm>
            <a:off x="4357881" y="4206421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/>
          <p:cNvSpPr/>
          <p:nvPr/>
        </p:nvSpPr>
        <p:spPr>
          <a:xfrm>
            <a:off x="3662976" y="4206421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/>
          <p:cNvSpPr/>
          <p:nvPr/>
        </p:nvSpPr>
        <p:spPr>
          <a:xfrm>
            <a:off x="3986828" y="5654881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/>
          <p:cNvSpPr/>
          <p:nvPr/>
        </p:nvSpPr>
        <p:spPr>
          <a:xfrm>
            <a:off x="7478174" y="2644981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/>
          <p:cNvSpPr/>
          <p:nvPr/>
        </p:nvSpPr>
        <p:spPr>
          <a:xfrm>
            <a:off x="9627042" y="4083256"/>
            <a:ext cx="215901" cy="2078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2024991" y="2767857"/>
            <a:ext cx="392545" cy="3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/>
          <p:cNvSpPr/>
          <p:nvPr/>
        </p:nvSpPr>
        <p:spPr>
          <a:xfrm>
            <a:off x="2246663" y="2840099"/>
            <a:ext cx="129308" cy="3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2126500" y="3627127"/>
            <a:ext cx="5743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/>
              <a:t>v</a:t>
            </a:r>
            <a:r>
              <a:rPr lang="fr-FR" sz="2000" b="1" baseline="-25000" dirty="0"/>
              <a:t>flux</a:t>
            </a:r>
            <a:endParaRPr lang="fr-FR" sz="2000" dirty="0"/>
          </a:p>
        </p:txBody>
      </p:sp>
      <p:sp>
        <p:nvSpPr>
          <p:cNvPr id="19" name="Rectangle 18"/>
          <p:cNvSpPr/>
          <p:nvPr/>
        </p:nvSpPr>
        <p:spPr>
          <a:xfrm>
            <a:off x="2507096" y="2226953"/>
            <a:ext cx="392545" cy="951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avec flèche 19"/>
          <p:cNvCxnSpPr/>
          <p:nvPr/>
        </p:nvCxnSpPr>
        <p:spPr>
          <a:xfrm flipV="1">
            <a:off x="2899641" y="2226953"/>
            <a:ext cx="0" cy="15171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2311757" y="2333294"/>
            <a:ext cx="653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v</a:t>
            </a:r>
            <a:r>
              <a:rPr lang="fr-FR" sz="2000" b="1" baseline="-25000" dirty="0"/>
              <a:t>spire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2925041" y="2069884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n</a:t>
            </a:r>
            <a:r>
              <a:rPr lang="el-GR" sz="2000" b="1" baseline="-25000" dirty="0"/>
              <a:t>φ</a:t>
            </a:r>
            <a:r>
              <a:rPr lang="fr-FR" sz="2000" b="1" dirty="0"/>
              <a:t>=1</a:t>
            </a:r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7907729" y="2762084"/>
            <a:ext cx="10477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7778015" y="2300419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i</a:t>
            </a:r>
            <a:r>
              <a:rPr lang="fr-FR" sz="2000" b="1" baseline="-25000" dirty="0"/>
              <a:t>2</a:t>
            </a:r>
          </a:p>
        </p:txBody>
      </p:sp>
      <p:cxnSp>
        <p:nvCxnSpPr>
          <p:cNvPr id="25" name="Connecteur droit avec flèche 24"/>
          <p:cNvCxnSpPr/>
          <p:nvPr/>
        </p:nvCxnSpPr>
        <p:spPr>
          <a:xfrm>
            <a:off x="4455512" y="3908090"/>
            <a:ext cx="1" cy="16906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4509586" y="3791013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i</a:t>
            </a:r>
            <a:r>
              <a:rPr lang="fr-FR" sz="2000" b="1" baseline="-25000" dirty="0"/>
              <a:t>1</a:t>
            </a:r>
          </a:p>
        </p:txBody>
      </p:sp>
      <p:cxnSp>
        <p:nvCxnSpPr>
          <p:cNvPr id="32" name="Connecteur droit avec flèche 31"/>
          <p:cNvCxnSpPr/>
          <p:nvPr/>
        </p:nvCxnSpPr>
        <p:spPr>
          <a:xfrm flipV="1">
            <a:off x="3767484" y="3898109"/>
            <a:ext cx="1" cy="1651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/>
          <p:cNvSpPr txBox="1"/>
          <p:nvPr/>
        </p:nvSpPr>
        <p:spPr>
          <a:xfrm>
            <a:off x="3807995" y="3787055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i</a:t>
            </a:r>
            <a:r>
              <a:rPr lang="fr-FR" sz="2000" b="1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65914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avec flèche 1"/>
          <p:cNvCxnSpPr/>
          <p:nvPr/>
        </p:nvCxnSpPr>
        <p:spPr>
          <a:xfrm>
            <a:off x="3823991" y="1413611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cteur droit avec flèche 2"/>
          <p:cNvCxnSpPr/>
          <p:nvPr/>
        </p:nvCxnSpPr>
        <p:spPr>
          <a:xfrm flipV="1">
            <a:off x="3917272" y="770463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ZoneTexte 3"/>
          <p:cNvSpPr txBox="1"/>
          <p:nvPr/>
        </p:nvSpPr>
        <p:spPr>
          <a:xfrm>
            <a:off x="7586430" y="1151856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3380326" y="549277"/>
                <a:ext cx="1125629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𝑪𝒐𝒎𝒎𝒂𝒏𝒅𝒆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326" y="549277"/>
                <a:ext cx="1125629" cy="2886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3741714" y="1423429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4408523" y="1422721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523" y="1422721"/>
                <a:ext cx="502061" cy="288669"/>
              </a:xfrm>
              <a:prstGeom prst="rect">
                <a:avLst/>
              </a:prstGeom>
              <a:blipFill>
                <a:blip r:embed="rId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/>
        </p:nvSpPr>
        <p:spPr>
          <a:xfrm>
            <a:off x="5457312" y="1431007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3823991" y="2305472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V="1">
            <a:off x="3917272" y="166232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7582599" y="202934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3613568" y="1571609"/>
            <a:ext cx="30008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276" b="1" dirty="0"/>
              <a:t>ϕ</a:t>
            </a:r>
            <a:endParaRPr lang="fr-FR" sz="1276" b="1" dirty="0"/>
          </a:p>
        </p:txBody>
      </p:sp>
      <p:sp>
        <p:nvSpPr>
          <p:cNvPr id="13" name="ZoneTexte 12"/>
          <p:cNvSpPr txBox="1"/>
          <p:nvPr/>
        </p:nvSpPr>
        <p:spPr>
          <a:xfrm>
            <a:off x="3741714" y="2315290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3823991" y="3177695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3917272" y="2534547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7578932" y="291222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3639679" y="2433671"/>
            <a:ext cx="279244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i</a:t>
            </a:r>
            <a:r>
              <a:rPr lang="fr-FR" sz="1276" b="1" baseline="-25000" dirty="0"/>
              <a:t>1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3741714" y="3187513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19" name="Connecteur droit avec flèche 18"/>
          <p:cNvCxnSpPr/>
          <p:nvPr/>
        </p:nvCxnSpPr>
        <p:spPr>
          <a:xfrm>
            <a:off x="3823991" y="4059736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V="1">
            <a:off x="3917272" y="3416588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7586430" y="3787496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3741714" y="4069555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3" name="Connecteur droit avec flèche 22"/>
          <p:cNvCxnSpPr/>
          <p:nvPr/>
        </p:nvCxnSpPr>
        <p:spPr>
          <a:xfrm>
            <a:off x="3823991" y="4953920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 flipV="1">
            <a:off x="3917272" y="4310772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7586430" y="468167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3602553" y="4209602"/>
            <a:ext cx="31611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v</a:t>
            </a:r>
            <a:r>
              <a:rPr lang="fr-FR" sz="1276" b="1" baseline="-25000" dirty="0"/>
              <a:t>2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3741714" y="501928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8" name="Connecteur droit 27"/>
          <p:cNvCxnSpPr/>
          <p:nvPr/>
        </p:nvCxnSpPr>
        <p:spPr>
          <a:xfrm flipH="1">
            <a:off x="4782610" y="770463"/>
            <a:ext cx="13466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5669972" y="770463"/>
            <a:ext cx="0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6549758" y="770464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7429545" y="770462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6070392" y="1411289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392" y="1411289"/>
                <a:ext cx="599844" cy="288669"/>
              </a:xfrm>
              <a:prstGeom prst="rect">
                <a:avLst/>
              </a:prstGeom>
              <a:blipFill>
                <a:blip r:embed="rId4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7121707" y="1440964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707" y="1440964"/>
                <a:ext cx="421910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ZoneTexte 33"/>
          <p:cNvSpPr txBox="1"/>
          <p:nvPr/>
        </p:nvSpPr>
        <p:spPr>
          <a:xfrm>
            <a:off x="3602553" y="3306360"/>
            <a:ext cx="279244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i</a:t>
            </a:r>
            <a:r>
              <a:rPr lang="fr-FR" sz="1276" b="1" baseline="-25000" dirty="0"/>
              <a:t>3</a:t>
            </a:r>
          </a:p>
        </p:txBody>
      </p:sp>
      <p:cxnSp>
        <p:nvCxnSpPr>
          <p:cNvPr id="44" name="Connecteur droit 43"/>
          <p:cNvCxnSpPr/>
          <p:nvPr/>
        </p:nvCxnSpPr>
        <p:spPr>
          <a:xfrm flipV="1">
            <a:off x="3915767" y="978306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 flipV="1">
            <a:off x="4337430" y="978305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3900374" y="994926"/>
            <a:ext cx="437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4333416" y="1411289"/>
            <a:ext cx="13522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6096441" y="1415347"/>
            <a:ext cx="134507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 flipV="1">
            <a:off x="7431121" y="981480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7415728" y="998100"/>
            <a:ext cx="3137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>
            <a:off x="3917863" y="1517196"/>
            <a:ext cx="307009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/>
              <p:cNvSpPr txBox="1"/>
              <p:nvPr/>
            </p:nvSpPr>
            <p:spPr>
              <a:xfrm>
                <a:off x="3844026" y="148735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sz="1276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" name="ZoneTexte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026" y="1487350"/>
                <a:ext cx="434734" cy="2886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Connecteur droit 175"/>
          <p:cNvCxnSpPr/>
          <p:nvPr/>
        </p:nvCxnSpPr>
        <p:spPr>
          <a:xfrm flipV="1">
            <a:off x="5674778" y="1009009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eur droit 176"/>
          <p:cNvCxnSpPr/>
          <p:nvPr/>
        </p:nvCxnSpPr>
        <p:spPr>
          <a:xfrm flipV="1">
            <a:off x="6096441" y="1009008"/>
            <a:ext cx="0" cy="4224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eur droit 177"/>
          <p:cNvCxnSpPr/>
          <p:nvPr/>
        </p:nvCxnSpPr>
        <p:spPr>
          <a:xfrm>
            <a:off x="5659385" y="1025629"/>
            <a:ext cx="437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4383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3399</TotalTime>
  <Words>266</Words>
  <Application>Microsoft Office PowerPoint</Application>
  <PresentationFormat>Grand écran</PresentationFormat>
  <Paragraphs>157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Thème Office</vt:lpstr>
      <vt:lpstr>TP Buck</vt:lpstr>
      <vt:lpstr>Présentation PowerPoint</vt:lpstr>
      <vt:lpstr>Présentation PowerPoint</vt:lpstr>
      <vt:lpstr>TP H4Q</vt:lpstr>
      <vt:lpstr>Présentation PowerPoint</vt:lpstr>
      <vt:lpstr>Présentation PowerPoint</vt:lpstr>
      <vt:lpstr>Présentation PowerPoint</vt:lpstr>
      <vt:lpstr>Présentation PowerPoint</vt:lpstr>
      <vt:lpstr>TP Flyback</vt:lpstr>
      <vt:lpstr>Présentation PowerPoint</vt:lpstr>
      <vt:lpstr>Présentation PowerPoint</vt:lpstr>
      <vt:lpstr>TP Forward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Alexis MARTIN</dc:creator>
  <cp:lastModifiedBy>Alexis MARTIN</cp:lastModifiedBy>
  <cp:revision>22</cp:revision>
  <dcterms:created xsi:type="dcterms:W3CDTF">2024-06-06T14:57:19Z</dcterms:created>
  <dcterms:modified xsi:type="dcterms:W3CDTF">2026-09-21T07:36:58Z</dcterms:modified>
</cp:coreProperties>
</file>