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50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319" r:id="rId23"/>
    <p:sldId id="285" r:id="rId24"/>
    <p:sldId id="279" r:id="rId25"/>
    <p:sldId id="280" r:id="rId26"/>
    <p:sldId id="281" r:id="rId27"/>
    <p:sldId id="288" r:id="rId28"/>
    <p:sldId id="289" r:id="rId29"/>
    <p:sldId id="290" r:id="rId30"/>
    <p:sldId id="324" r:id="rId31"/>
    <p:sldId id="325" r:id="rId32"/>
    <p:sldId id="326" r:id="rId33"/>
    <p:sldId id="298" r:id="rId34"/>
    <p:sldId id="299" r:id="rId35"/>
    <p:sldId id="300" r:id="rId36"/>
    <p:sldId id="304" r:id="rId37"/>
    <p:sldId id="333" r:id="rId38"/>
    <p:sldId id="305" r:id="rId39"/>
    <p:sldId id="307" r:id="rId40"/>
    <p:sldId id="332" r:id="rId41"/>
    <p:sldId id="318" r:id="rId42"/>
    <p:sldId id="320" r:id="rId43"/>
    <p:sldId id="330" r:id="rId44"/>
    <p:sldId id="331" r:id="rId45"/>
    <p:sldId id="321" r:id="rId46"/>
    <p:sldId id="328" r:id="rId47"/>
    <p:sldId id="329" r:id="rId48"/>
    <p:sldId id="327" r:id="rId4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F279DC-EFA7-47CC-9EDB-8E0B4D92D538}" v="293" dt="2026-06-05T08:49:39.1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89781" autoAdjust="0"/>
  </p:normalViewPr>
  <p:slideViewPr>
    <p:cSldViewPr snapToGrid="0">
      <p:cViewPr varScale="1">
        <p:scale>
          <a:sx n="61" d="100"/>
          <a:sy n="61" d="100"/>
        </p:scale>
        <p:origin x="1176" y="78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microsoft.com/office/2015/10/relationships/revisionInfo" Target="revisionInfo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 sldOrd">
      <pc:chgData name="Alexis MARTIN" userId="ec32c3d9-5957-42d0-8757-996fd533d25b" providerId="ADAL" clId="{B76BE869-635B-4DC9-A437-AFDC8BC5A345}" dt="2026-06-05T08:49:39.143" v="2731"/>
      <pc:docMkLst>
        <pc:docMk/>
      </pc:docMkLst>
      <pc:sldChg chg="modSp mod">
        <pc:chgData name="Alexis MARTIN" userId="ec32c3d9-5957-42d0-8757-996fd533d25b" providerId="ADAL" clId="{B76BE869-635B-4DC9-A437-AFDC8BC5A345}" dt="2026-06-04T12:26:55.596" v="2674" actId="20577"/>
        <pc:sldMkLst>
          <pc:docMk/>
          <pc:sldMk cId="2482507123" sldId="256"/>
        </pc:sldMkLst>
        <pc:spChg chg="mod">
          <ac:chgData name="Alexis MARTIN" userId="ec32c3d9-5957-42d0-8757-996fd533d25b" providerId="ADAL" clId="{B76BE869-635B-4DC9-A437-AFDC8BC5A345}" dt="2026-06-04T12:26:55.596" v="2674" actId="20577"/>
          <ac:spMkLst>
            <pc:docMk/>
            <pc:sldMk cId="2482507123" sldId="256"/>
            <ac:spMk id="13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46.651" v="2603"/>
        <pc:sldMkLst>
          <pc:docMk/>
          <pc:sldMk cId="2942995804" sldId="258"/>
        </pc:sldMkLst>
        <pc:spChg chg="mod">
          <ac:chgData name="Alexis MARTIN" userId="ec32c3d9-5957-42d0-8757-996fd533d25b" providerId="ADAL" clId="{B76BE869-635B-4DC9-A437-AFDC8BC5A345}" dt="2026-06-04T12:20:46.651" v="2603"/>
          <ac:spMkLst>
            <pc:docMk/>
            <pc:sldMk cId="2942995804" sldId="258"/>
            <ac:spMk id="9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42.779" v="2602"/>
        <pc:sldMkLst>
          <pc:docMk/>
          <pc:sldMk cId="2197767199" sldId="263"/>
        </pc:sldMkLst>
        <pc:spChg chg="mod">
          <ac:chgData name="Alexis MARTIN" userId="ec32c3d9-5957-42d0-8757-996fd533d25b" providerId="ADAL" clId="{B76BE869-635B-4DC9-A437-AFDC8BC5A345}" dt="2026-06-04T12:20:42.779" v="2602"/>
          <ac:spMkLst>
            <pc:docMk/>
            <pc:sldMk cId="2197767199" sldId="263"/>
            <ac:spMk id="28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39.020" v="2601"/>
        <pc:sldMkLst>
          <pc:docMk/>
          <pc:sldMk cId="2084596703" sldId="264"/>
        </pc:sldMkLst>
        <pc:spChg chg="mod">
          <ac:chgData name="Alexis MARTIN" userId="ec32c3d9-5957-42d0-8757-996fd533d25b" providerId="ADAL" clId="{B76BE869-635B-4DC9-A437-AFDC8BC5A345}" dt="2026-06-04T12:20:39.020" v="2601"/>
          <ac:spMkLst>
            <pc:docMk/>
            <pc:sldMk cId="2084596703" sldId="264"/>
            <ac:spMk id="16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36.577" v="2600"/>
        <pc:sldMkLst>
          <pc:docMk/>
          <pc:sldMk cId="2710659598" sldId="265"/>
        </pc:sldMkLst>
        <pc:spChg chg="mod">
          <ac:chgData name="Alexis MARTIN" userId="ec32c3d9-5957-42d0-8757-996fd533d25b" providerId="ADAL" clId="{B76BE869-635B-4DC9-A437-AFDC8BC5A345}" dt="2026-06-04T12:20:36.577" v="2600"/>
          <ac:spMkLst>
            <pc:docMk/>
            <pc:sldMk cId="2710659598" sldId="265"/>
            <ac:spMk id="17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33.628" v="2599"/>
        <pc:sldMkLst>
          <pc:docMk/>
          <pc:sldMk cId="195687199" sldId="266"/>
        </pc:sldMkLst>
        <pc:spChg chg="mod">
          <ac:chgData name="Alexis MARTIN" userId="ec32c3d9-5957-42d0-8757-996fd533d25b" providerId="ADAL" clId="{B76BE869-635B-4DC9-A437-AFDC8BC5A345}" dt="2026-06-04T12:20:33.628" v="2599"/>
          <ac:spMkLst>
            <pc:docMk/>
            <pc:sldMk cId="195687199" sldId="266"/>
            <ac:spMk id="11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31.242" v="2598"/>
        <pc:sldMkLst>
          <pc:docMk/>
          <pc:sldMk cId="1504653821" sldId="267"/>
        </pc:sldMkLst>
        <pc:spChg chg="mod">
          <ac:chgData name="Alexis MARTIN" userId="ec32c3d9-5957-42d0-8757-996fd533d25b" providerId="ADAL" clId="{B76BE869-635B-4DC9-A437-AFDC8BC5A345}" dt="2026-06-04T12:20:31.242" v="2598"/>
          <ac:spMkLst>
            <pc:docMk/>
            <pc:sldMk cId="1504653821" sldId="267"/>
            <ac:spMk id="67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5T08:36:16.475" v="2688" actId="20577"/>
        <pc:sldMkLst>
          <pc:docMk/>
          <pc:sldMk cId="3754953597" sldId="268"/>
        </pc:sldMkLst>
        <pc:spChg chg="mod">
          <ac:chgData name="Alexis MARTIN" userId="ec32c3d9-5957-42d0-8757-996fd533d25b" providerId="ADAL" clId="{B76BE869-635B-4DC9-A437-AFDC8BC5A345}" dt="2026-06-05T08:36:13.149" v="2681" actId="20577"/>
          <ac:spMkLst>
            <pc:docMk/>
            <pc:sldMk cId="3754953597" sldId="268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36:16.475" v="2688" actId="20577"/>
          <ac:spMkLst>
            <pc:docMk/>
            <pc:sldMk cId="3754953597" sldId="268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20:27.938" v="2597"/>
          <ac:spMkLst>
            <pc:docMk/>
            <pc:sldMk cId="3754953597" sldId="268"/>
            <ac:spMk id="11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25.644" v="2596"/>
        <pc:sldMkLst>
          <pc:docMk/>
          <pc:sldMk cId="3928258818" sldId="269"/>
        </pc:sldMkLst>
        <pc:spChg chg="mod">
          <ac:chgData name="Alexis MARTIN" userId="ec32c3d9-5957-42d0-8757-996fd533d25b" providerId="ADAL" clId="{B76BE869-635B-4DC9-A437-AFDC8BC5A345}" dt="2026-06-04T12:20:25.644" v="2596"/>
          <ac:spMkLst>
            <pc:docMk/>
            <pc:sldMk cId="3928258818" sldId="269"/>
            <ac:spMk id="11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22.499" v="2595"/>
        <pc:sldMkLst>
          <pc:docMk/>
          <pc:sldMk cId="830671888" sldId="270"/>
        </pc:sldMkLst>
        <pc:spChg chg="mod">
          <ac:chgData name="Alexis MARTIN" userId="ec32c3d9-5957-42d0-8757-996fd533d25b" providerId="ADAL" clId="{B76BE869-635B-4DC9-A437-AFDC8BC5A345}" dt="2026-06-04T12:20:22.499" v="2595"/>
          <ac:spMkLst>
            <pc:docMk/>
            <pc:sldMk cId="830671888" sldId="270"/>
            <ac:spMk id="13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5T08:39:56.486" v="2704" actId="20577"/>
        <pc:sldMkLst>
          <pc:docMk/>
          <pc:sldMk cId="2577401727" sldId="271"/>
        </pc:sldMkLst>
        <pc:spChg chg="mod">
          <ac:chgData name="Alexis MARTIN" userId="ec32c3d9-5957-42d0-8757-996fd533d25b" providerId="ADAL" clId="{B76BE869-635B-4DC9-A437-AFDC8BC5A345}" dt="2026-06-05T08:39:56.486" v="2704" actId="20577"/>
          <ac:spMkLst>
            <pc:docMk/>
            <pc:sldMk cId="2577401727" sldId="271"/>
            <ac:spMk id="4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20:20.189" v="2594"/>
          <ac:spMkLst>
            <pc:docMk/>
            <pc:sldMk cId="2577401727" sldId="271"/>
            <ac:spMk id="45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5T08:40:29.630" v="2711" actId="20577"/>
        <pc:sldMkLst>
          <pc:docMk/>
          <pc:sldMk cId="3865957813" sldId="272"/>
        </pc:sldMkLst>
        <pc:spChg chg="mod">
          <ac:chgData name="Alexis MARTIN" userId="ec32c3d9-5957-42d0-8757-996fd533d25b" providerId="ADAL" clId="{B76BE869-635B-4DC9-A437-AFDC8BC5A345}" dt="2026-06-05T08:40:29.630" v="2711" actId="20577"/>
          <ac:spMkLst>
            <pc:docMk/>
            <pc:sldMk cId="3865957813" sldId="272"/>
            <ac:spMk id="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20:17.091" v="2593"/>
          <ac:spMkLst>
            <pc:docMk/>
            <pc:sldMk cId="3865957813" sldId="272"/>
            <ac:spMk id="10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13.969" v="2592"/>
        <pc:sldMkLst>
          <pc:docMk/>
          <pc:sldMk cId="1570369221" sldId="273"/>
        </pc:sldMkLst>
        <pc:spChg chg="mod">
          <ac:chgData name="Alexis MARTIN" userId="ec32c3d9-5957-42d0-8757-996fd533d25b" providerId="ADAL" clId="{B76BE869-635B-4DC9-A437-AFDC8BC5A345}" dt="2026-06-04T12:20:13.969" v="2592"/>
          <ac:spMkLst>
            <pc:docMk/>
            <pc:sldMk cId="1570369221" sldId="273"/>
            <ac:spMk id="142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11.194" v="2591"/>
        <pc:sldMkLst>
          <pc:docMk/>
          <pc:sldMk cId="3291581413" sldId="274"/>
        </pc:sldMkLst>
        <pc:spChg chg="mod">
          <ac:chgData name="Alexis MARTIN" userId="ec32c3d9-5957-42d0-8757-996fd533d25b" providerId="ADAL" clId="{B76BE869-635B-4DC9-A437-AFDC8BC5A345}" dt="2026-06-04T12:20:11.194" v="2591"/>
          <ac:spMkLst>
            <pc:docMk/>
            <pc:sldMk cId="3291581413" sldId="274"/>
            <ac:spMk id="118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07.990" v="2590"/>
        <pc:sldMkLst>
          <pc:docMk/>
          <pc:sldMk cId="2005886413" sldId="275"/>
        </pc:sldMkLst>
        <pc:spChg chg="mod">
          <ac:chgData name="Alexis MARTIN" userId="ec32c3d9-5957-42d0-8757-996fd533d25b" providerId="ADAL" clId="{B76BE869-635B-4DC9-A437-AFDC8BC5A345}" dt="2026-06-04T12:20:07.990" v="2590"/>
          <ac:spMkLst>
            <pc:docMk/>
            <pc:sldMk cId="2005886413" sldId="275"/>
            <ac:spMk id="17" creationId="{00000000-0000-0000-0000-000000000000}"/>
          </ac:spMkLst>
        </pc:spChg>
      </pc:sldChg>
      <pc:sldChg chg="delSp modSp mod">
        <pc:chgData name="Alexis MARTIN" userId="ec32c3d9-5957-42d0-8757-996fd533d25b" providerId="ADAL" clId="{B76BE869-635B-4DC9-A437-AFDC8BC5A345}" dt="2026-06-05T08:49:39.143" v="2731"/>
        <pc:sldMkLst>
          <pc:docMk/>
          <pc:sldMk cId="3419938341" sldId="276"/>
        </pc:sldMkLst>
        <pc:spChg chg="mod">
          <ac:chgData name="Alexis MARTIN" userId="ec32c3d9-5957-42d0-8757-996fd533d25b" providerId="ADAL" clId="{B76BE869-635B-4DC9-A437-AFDC8BC5A345}" dt="2026-06-05T08:48:35.398" v="2716" actId="14100"/>
          <ac:spMkLst>
            <pc:docMk/>
            <pc:sldMk cId="3419938341" sldId="276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48:35.398" v="2716" actId="14100"/>
          <ac:spMkLst>
            <pc:docMk/>
            <pc:sldMk cId="3419938341" sldId="276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49:07.214" v="2725" actId="58"/>
          <ac:spMkLst>
            <pc:docMk/>
            <pc:sldMk cId="3419938341" sldId="276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49:39.143" v="2731"/>
          <ac:spMkLst>
            <pc:docMk/>
            <pc:sldMk cId="3419938341" sldId="276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48:54.397" v="2723" actId="20577"/>
          <ac:spMkLst>
            <pc:docMk/>
            <pc:sldMk cId="3419938341" sldId="276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20:04.289" v="2589"/>
          <ac:spMkLst>
            <pc:docMk/>
            <pc:sldMk cId="3419938341" sldId="276"/>
            <ac:spMk id="21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05T08:48:35.398" v="2716" actId="14100"/>
          <ac:grpSpMkLst>
            <pc:docMk/>
            <pc:sldMk cId="3419938341" sldId="276"/>
            <ac:grpSpMk id="14" creationId="{00000000-0000-0000-0000-000000000000}"/>
          </ac:grpSpMkLst>
        </pc:grpChg>
        <pc:picChg chg="del">
          <ac:chgData name="Alexis MARTIN" userId="ec32c3d9-5957-42d0-8757-996fd533d25b" providerId="ADAL" clId="{B76BE869-635B-4DC9-A437-AFDC8BC5A345}" dt="2026-06-05T08:48:19.812" v="2712" actId="478"/>
          <ac:picMkLst>
            <pc:docMk/>
            <pc:sldMk cId="3419938341" sldId="276"/>
            <ac:picMk id="18" creationId="{00000000-0000-0000-0000-000000000000}"/>
          </ac:picMkLst>
        </pc:picChg>
      </pc:sldChg>
      <pc:sldChg chg="modSp">
        <pc:chgData name="Alexis MARTIN" userId="ec32c3d9-5957-42d0-8757-996fd533d25b" providerId="ADAL" clId="{B76BE869-635B-4DC9-A437-AFDC8BC5A345}" dt="2026-06-04T12:20:01.584" v="2588"/>
        <pc:sldMkLst>
          <pc:docMk/>
          <pc:sldMk cId="1381084519" sldId="277"/>
        </pc:sldMkLst>
        <pc:spChg chg="mod">
          <ac:chgData name="Alexis MARTIN" userId="ec32c3d9-5957-42d0-8757-996fd533d25b" providerId="ADAL" clId="{B76BE869-635B-4DC9-A437-AFDC8BC5A345}" dt="2026-06-04T12:20:01.584" v="2588"/>
          <ac:spMkLst>
            <pc:docMk/>
            <pc:sldMk cId="1381084519" sldId="277"/>
            <ac:spMk id="321" creationId="{00000000-0000-0000-0000-000000000000}"/>
          </ac:spMkLst>
        </pc:spChg>
      </pc:sldChg>
      <pc:sldChg chg="addSp delSp modSp mod modAnim">
        <pc:chgData name="Alexis MARTIN" userId="ec32c3d9-5957-42d0-8757-996fd533d25b" providerId="ADAL" clId="{B76BE869-635B-4DC9-A437-AFDC8BC5A345}" dt="2026-06-04T12:19:58.101" v="2587"/>
        <pc:sldMkLst>
          <pc:docMk/>
          <pc:sldMk cId="3036519263" sldId="278"/>
        </pc:sldMkLst>
        <pc:spChg chg="add del">
          <ac:chgData name="Alexis MARTIN" userId="ec32c3d9-5957-42d0-8757-996fd533d25b" providerId="ADAL" clId="{B76BE869-635B-4DC9-A437-AFDC8BC5A345}" dt="2026-06-04T08:04:46.753" v="2255" actId="22"/>
          <ac:spMkLst>
            <pc:docMk/>
            <pc:sldMk cId="3036519263" sldId="278"/>
            <ac:spMk id="3" creationId="{0E003CE0-2F47-FFAF-FF99-F11CF9B9B2F9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6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7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0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1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2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19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21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10.243" v="2256" actId="478"/>
          <ac:spMkLst>
            <pc:docMk/>
            <pc:sldMk cId="3036519263" sldId="278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24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8:05:23.148" v="2261" actId="21"/>
          <ac:spMkLst>
            <pc:docMk/>
            <pc:sldMk cId="3036519263" sldId="278"/>
            <ac:spMk id="25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04T08:05:23.148" v="2261" actId="21"/>
          <ac:spMkLst>
            <pc:docMk/>
            <pc:sldMk cId="3036519263" sldId="278"/>
            <ac:spMk id="2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07:28.073" v="2423" actId="1035"/>
          <ac:spMkLst>
            <pc:docMk/>
            <pc:sldMk cId="3036519263" sldId="278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2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9:58.101" v="2587"/>
          <ac:spMkLst>
            <pc:docMk/>
            <pc:sldMk cId="3036519263" sldId="278"/>
            <ac:spMk id="29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0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2" creationId="{ABA62D75-F46C-0A4D-9560-850F592841E6}"/>
          </ac:spMkLst>
        </pc:spChg>
        <pc:spChg chg="add mod">
          <ac:chgData name="Alexis MARTIN" userId="ec32c3d9-5957-42d0-8757-996fd533d25b" providerId="ADAL" clId="{B76BE869-635B-4DC9-A437-AFDC8BC5A345}" dt="2026-06-04T08:06:14.919" v="2272"/>
          <ac:spMkLst>
            <pc:docMk/>
            <pc:sldMk cId="3036519263" sldId="278"/>
            <ac:spMk id="33" creationId="{552CD652-0283-F8C3-7055-F0C54EB13678}"/>
          </ac:spMkLst>
        </pc:spChg>
        <pc:spChg chg="add mod">
          <ac:chgData name="Alexis MARTIN" userId="ec32c3d9-5957-42d0-8757-996fd533d25b" providerId="ADAL" clId="{B76BE869-635B-4DC9-A437-AFDC8BC5A345}" dt="2026-06-04T08:06:14.919" v="2272"/>
          <ac:spMkLst>
            <pc:docMk/>
            <pc:sldMk cId="3036519263" sldId="278"/>
            <ac:spMk id="34" creationId="{679ED5F5-B1CA-366B-2E34-36BA87908866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5" creationId="{00F6898E-C495-8CE1-26DB-8EE39CAE3DED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6" creationId="{05B550C2-FF32-16CC-35EE-1E746A6778B2}"/>
          </ac:spMkLst>
        </pc:spChg>
        <pc:spChg chg="add mod">
          <ac:chgData name="Alexis MARTIN" userId="ec32c3d9-5957-42d0-8757-996fd533d25b" providerId="ADAL" clId="{B76BE869-635B-4DC9-A437-AFDC8BC5A345}" dt="2026-06-04T08:09:38.495" v="2335" actId="1076"/>
          <ac:spMkLst>
            <pc:docMk/>
            <pc:sldMk cId="3036519263" sldId="278"/>
            <ac:spMk id="41" creationId="{6451806F-416A-66EF-51D9-830E1B1D0BA8}"/>
          </ac:spMkLst>
        </pc:spChg>
        <pc:grpChg chg="del">
          <ac:chgData name="Alexis MARTIN" userId="ec32c3d9-5957-42d0-8757-996fd533d25b" providerId="ADAL" clId="{B76BE869-635B-4DC9-A437-AFDC8BC5A345}" dt="2026-06-04T08:05:10.243" v="2256" actId="478"/>
          <ac:grpSpMkLst>
            <pc:docMk/>
            <pc:sldMk cId="3036519263" sldId="278"/>
            <ac:grpSpMk id="13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04T08:08:50.283" v="2300" actId="1076"/>
          <ac:grpSpMkLst>
            <pc:docMk/>
            <pc:sldMk cId="3036519263" sldId="278"/>
            <ac:grpSpMk id="18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04T08:05:23.148" v="2261" actId="21"/>
          <ac:grpSpMkLst>
            <pc:docMk/>
            <pc:sldMk cId="3036519263" sldId="278"/>
            <ac:grpSpMk id="23" creationId="{00000000-0000-0000-0000-000000000000}"/>
          </ac:grpSpMkLst>
        </pc:grpChg>
        <pc:graphicFrameChg chg="mod">
          <ac:chgData name="Alexis MARTIN" userId="ec32c3d9-5957-42d0-8757-996fd533d25b" providerId="ADAL" clId="{B76BE869-635B-4DC9-A437-AFDC8BC5A345}" dt="2026-06-04T08:08:50.283" v="2300" actId="1076"/>
          <ac:graphicFrameMkLst>
            <pc:docMk/>
            <pc:sldMk cId="3036519263" sldId="278"/>
            <ac:graphicFrameMk id="20" creationId="{00000000-0000-0000-0000-000000000000}"/>
          </ac:graphicFrameMkLst>
        </pc:graphicFrameChg>
        <pc:picChg chg="add del mod">
          <ac:chgData name="Alexis MARTIN" userId="ec32c3d9-5957-42d0-8757-996fd533d25b" providerId="ADAL" clId="{B76BE869-635B-4DC9-A437-AFDC8BC5A345}" dt="2026-06-04T08:08:11.066" v="2286" actId="478"/>
          <ac:picMkLst>
            <pc:docMk/>
            <pc:sldMk cId="3036519263" sldId="278"/>
            <ac:picMk id="38" creationId="{B11525EE-5B0E-8509-F8E5-3BD5E72264D3}"/>
          </ac:picMkLst>
        </pc:picChg>
        <pc:picChg chg="add mod">
          <ac:chgData name="Alexis MARTIN" userId="ec32c3d9-5957-42d0-8757-996fd533d25b" providerId="ADAL" clId="{B76BE869-635B-4DC9-A437-AFDC8BC5A345}" dt="2026-06-04T12:10:57.839" v="2446" actId="1035"/>
          <ac:picMkLst>
            <pc:docMk/>
            <pc:sldMk cId="3036519263" sldId="278"/>
            <ac:picMk id="40" creationId="{CA9C775F-EE64-1180-6D13-5CAD0DBE1F4A}"/>
          </ac:picMkLst>
        </pc:picChg>
        <pc:picChg chg="add mod">
          <ac:chgData name="Alexis MARTIN" userId="ec32c3d9-5957-42d0-8757-996fd533d25b" providerId="ADAL" clId="{B76BE869-635B-4DC9-A437-AFDC8BC5A345}" dt="2026-06-04T12:10:48.434" v="2436" actId="1035"/>
          <ac:picMkLst>
            <pc:docMk/>
            <pc:sldMk cId="3036519263" sldId="278"/>
            <ac:picMk id="6147" creationId="{F469A9EF-91DC-3A32-7DAD-07B99774C17B}"/>
          </ac:picMkLst>
        </pc:picChg>
      </pc:sldChg>
      <pc:sldChg chg="modSp mod">
        <pc:chgData name="Alexis MARTIN" userId="ec32c3d9-5957-42d0-8757-996fd533d25b" providerId="ADAL" clId="{B76BE869-635B-4DC9-A437-AFDC8BC5A345}" dt="2026-06-04T12:19:46.435" v="2583"/>
        <pc:sldMkLst>
          <pc:docMk/>
          <pc:sldMk cId="3384101630" sldId="279"/>
        </pc:sldMkLst>
        <pc:spChg chg="mod">
          <ac:chgData name="Alexis MARTIN" userId="ec32c3d9-5957-42d0-8757-996fd533d25b" providerId="ADAL" clId="{B76BE869-635B-4DC9-A437-AFDC8BC5A345}" dt="2026-06-04T12:19:46.435" v="2583"/>
          <ac:spMkLst>
            <pc:docMk/>
            <pc:sldMk cId="3384101630" sldId="279"/>
            <ac:spMk id="13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9:43.739" v="2581"/>
        <pc:sldMkLst>
          <pc:docMk/>
          <pc:sldMk cId="3086344570" sldId="280"/>
        </pc:sldMkLst>
        <pc:spChg chg="mod">
          <ac:chgData name="Alexis MARTIN" userId="ec32c3d9-5957-42d0-8757-996fd533d25b" providerId="ADAL" clId="{B76BE869-635B-4DC9-A437-AFDC8BC5A345}" dt="2026-06-04T12:19:43.739" v="2581"/>
          <ac:spMkLst>
            <pc:docMk/>
            <pc:sldMk cId="3086344570" sldId="280"/>
            <ac:spMk id="37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9:32.320" v="2579"/>
        <pc:sldMkLst>
          <pc:docMk/>
          <pc:sldMk cId="4269170574" sldId="281"/>
        </pc:sldMkLst>
        <pc:spChg chg="mod">
          <ac:chgData name="Alexis MARTIN" userId="ec32c3d9-5957-42d0-8757-996fd533d25b" providerId="ADAL" clId="{B76BE869-635B-4DC9-A437-AFDC8BC5A345}" dt="2026-06-04T12:19:32.320" v="2579"/>
          <ac:spMkLst>
            <pc:docMk/>
            <pc:sldMk cId="4269170574" sldId="281"/>
            <ac:spMk id="22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9:50.121" v="2585"/>
        <pc:sldMkLst>
          <pc:docMk/>
          <pc:sldMk cId="4053560290" sldId="285"/>
        </pc:sldMkLst>
        <pc:spChg chg="mod">
          <ac:chgData name="Alexis MARTIN" userId="ec32c3d9-5957-42d0-8757-996fd533d25b" providerId="ADAL" clId="{B76BE869-635B-4DC9-A437-AFDC8BC5A345}" dt="2026-06-04T12:19:50.121" v="2585"/>
          <ac:spMkLst>
            <pc:docMk/>
            <pc:sldMk cId="4053560290" sldId="285"/>
            <ac:spMk id="5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9:29.567" v="2577"/>
        <pc:sldMkLst>
          <pc:docMk/>
          <pc:sldMk cId="1706146621" sldId="288"/>
        </pc:sldMkLst>
        <pc:spChg chg="mod">
          <ac:chgData name="Alexis MARTIN" userId="ec32c3d9-5957-42d0-8757-996fd533d25b" providerId="ADAL" clId="{B76BE869-635B-4DC9-A437-AFDC8BC5A345}" dt="2026-06-04T12:19:29.567" v="2577"/>
          <ac:spMkLst>
            <pc:docMk/>
            <pc:sldMk cId="1706146621" sldId="288"/>
            <ac:spMk id="47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9:26.686" v="2575"/>
        <pc:sldMkLst>
          <pc:docMk/>
          <pc:sldMk cId="1575824833" sldId="289"/>
        </pc:sldMkLst>
        <pc:spChg chg="mod">
          <ac:chgData name="Alexis MARTIN" userId="ec32c3d9-5957-42d0-8757-996fd533d25b" providerId="ADAL" clId="{B76BE869-635B-4DC9-A437-AFDC8BC5A345}" dt="2026-06-04T12:19:26.686" v="2575"/>
          <ac:spMkLst>
            <pc:docMk/>
            <pc:sldMk cId="1575824833" sldId="289"/>
            <ac:spMk id="7" creationId="{00000000-0000-0000-0000-000000000000}"/>
          </ac:spMkLst>
        </pc:spChg>
      </pc:sldChg>
      <pc:sldChg chg="addSp modSp mod">
        <pc:chgData name="Alexis MARTIN" userId="ec32c3d9-5957-42d0-8757-996fd533d25b" providerId="ADAL" clId="{B76BE869-635B-4DC9-A437-AFDC8BC5A345}" dt="2026-06-04T12:19:22.596" v="2573"/>
        <pc:sldMkLst>
          <pc:docMk/>
          <pc:sldMk cId="3402143349" sldId="290"/>
        </pc:sldMkLst>
        <pc:spChg chg="add mod">
          <ac:chgData name="Alexis MARTIN" userId="ec32c3d9-5957-42d0-8757-996fd533d25b" providerId="ADAL" clId="{B76BE869-635B-4DC9-A437-AFDC8BC5A345}" dt="2026-06-04T12:06:28.989" v="2372" actId="20577"/>
          <ac:spMkLst>
            <pc:docMk/>
            <pc:sldMk cId="3402143349" sldId="290"/>
            <ac:spMk id="2" creationId="{BAD93DB3-7C55-CB12-987F-5C0C88B8BA06}"/>
          </ac:spMkLst>
        </pc:spChg>
        <pc:spChg chg="mod">
          <ac:chgData name="Alexis MARTIN" userId="ec32c3d9-5957-42d0-8757-996fd533d25b" providerId="ADAL" clId="{B76BE869-635B-4DC9-A437-AFDC8BC5A345}" dt="2026-06-04T12:19:22.596" v="2573"/>
          <ac:spMkLst>
            <pc:docMk/>
            <pc:sldMk cId="3402143349" sldId="290"/>
            <ac:spMk id="10" creationId="{00000000-0000-0000-0000-000000000000}"/>
          </ac:spMkLst>
        </pc:spChg>
        <pc:picChg chg="mod">
          <ac:chgData name="Alexis MARTIN" userId="ec32c3d9-5957-42d0-8757-996fd533d25b" providerId="ADAL" clId="{B76BE869-635B-4DC9-A437-AFDC8BC5A345}" dt="2026-06-01T11:48:24.070" v="179" actId="1076"/>
          <ac:picMkLst>
            <pc:docMk/>
            <pc:sldMk cId="3402143349" sldId="290"/>
            <ac:picMk id="7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04T12:19:08.983" v="2565"/>
        <pc:sldMkLst>
          <pc:docMk/>
          <pc:sldMk cId="2279549886" sldId="298"/>
        </pc:sldMkLst>
        <pc:spChg chg="del">
          <ac:chgData name="Alexis MARTIN" userId="ec32c3d9-5957-42d0-8757-996fd533d25b" providerId="ADAL" clId="{B76BE869-635B-4DC9-A437-AFDC8BC5A345}" dt="2026-06-04T07:30:06.263" v="2004" actId="478"/>
          <ac:spMkLst>
            <pc:docMk/>
            <pc:sldMk cId="2279549886" sldId="298"/>
            <ac:spMk id="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34:55.604" v="2031" actId="20577"/>
          <ac:spMkLst>
            <pc:docMk/>
            <pc:sldMk cId="2279549886" sldId="298"/>
            <ac:spMk id="4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7:30:06.263" v="2004" actId="478"/>
          <ac:spMkLst>
            <pc:docMk/>
            <pc:sldMk cId="2279549886" sldId="298"/>
            <ac:spMk id="10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7:30:06.263" v="2004" actId="478"/>
          <ac:spMkLst>
            <pc:docMk/>
            <pc:sldMk cId="2279549886" sldId="298"/>
            <ac:spMk id="11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04T07:30:10.106" v="2006" actId="478"/>
          <ac:spMkLst>
            <pc:docMk/>
            <pc:sldMk cId="2279549886" sldId="298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9:08.983" v="2565"/>
          <ac:spMkLst>
            <pc:docMk/>
            <pc:sldMk cId="2279549886" sldId="298"/>
            <ac:spMk id="1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31:13.845" v="2028" actId="790"/>
          <ac:spMkLst>
            <pc:docMk/>
            <pc:sldMk cId="2279549886" sldId="298"/>
            <ac:spMk id="16" creationId="{8F937592-795F-AE28-50DC-704C9E78909E}"/>
          </ac:spMkLst>
        </pc:spChg>
        <pc:picChg chg="del">
          <ac:chgData name="Alexis MARTIN" userId="ec32c3d9-5957-42d0-8757-996fd533d25b" providerId="ADAL" clId="{B76BE869-635B-4DC9-A437-AFDC8BC5A345}" dt="2026-06-04T07:30:00.404" v="2002" actId="478"/>
          <ac:picMkLst>
            <pc:docMk/>
            <pc:sldMk cId="2279549886" sldId="298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30:15.651" v="2009" actId="1076"/>
          <ac:picMkLst>
            <pc:docMk/>
            <pc:sldMk cId="2279549886" sldId="298"/>
            <ac:picMk id="14" creationId="{F572B062-2BBD-45E6-63EB-F302983D360A}"/>
          </ac:picMkLst>
        </pc:picChg>
      </pc:sldChg>
      <pc:sldChg chg="addSp delSp modSp mod">
        <pc:chgData name="Alexis MARTIN" userId="ec32c3d9-5957-42d0-8757-996fd533d25b" providerId="ADAL" clId="{B76BE869-635B-4DC9-A437-AFDC8BC5A345}" dt="2026-06-04T12:19:05.441" v="2563"/>
        <pc:sldMkLst>
          <pc:docMk/>
          <pc:sldMk cId="1939278159" sldId="299"/>
        </pc:sldMkLst>
        <pc:spChg chg="add mod">
          <ac:chgData name="Alexis MARTIN" userId="ec32c3d9-5957-42d0-8757-996fd533d25b" providerId="ADAL" clId="{B76BE869-635B-4DC9-A437-AFDC8BC5A345}" dt="2026-06-04T07:40:45.284" v="2048" actId="1076"/>
          <ac:spMkLst>
            <pc:docMk/>
            <pc:sldMk cId="1939278159" sldId="299"/>
            <ac:spMk id="3" creationId="{996D9CAC-31AD-C1A5-174F-54AC4F20E1F3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2:12.389" v="2069" actId="58"/>
          <ac:spMkLst>
            <pc:docMk/>
            <pc:sldMk cId="1939278159" sldId="299"/>
            <ac:spMk id="15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04T07:42:08.824" v="2066" actId="478"/>
          <ac:spMkLst>
            <pc:docMk/>
            <pc:sldMk cId="1939278159" sldId="299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0:37.551" v="2045" actId="1076"/>
          <ac:spMkLst>
            <pc:docMk/>
            <pc:sldMk cId="1939278159" sldId="299"/>
            <ac:spMk id="24" creationId="{88114EA4-A300-5474-C2D3-6CB34320AA97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3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3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4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9:05.441" v="2563"/>
          <ac:spMkLst>
            <pc:docMk/>
            <pc:sldMk cId="1939278159" sldId="299"/>
            <ac:spMk id="4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1:30.694" v="2059" actId="1076"/>
          <ac:spMkLst>
            <pc:docMk/>
            <pc:sldMk cId="1939278159" sldId="299"/>
            <ac:spMk id="50" creationId="{C8486B58-8BC9-B9C2-9743-59AAE3698FC7}"/>
          </ac:spMkLst>
        </pc:spChg>
        <pc:spChg chg="add mod">
          <ac:chgData name="Alexis MARTIN" userId="ec32c3d9-5957-42d0-8757-996fd533d25b" providerId="ADAL" clId="{B76BE869-635B-4DC9-A437-AFDC8BC5A345}" dt="2026-06-04T07:43:19.446" v="2097" actId="20577"/>
          <ac:spMkLst>
            <pc:docMk/>
            <pc:sldMk cId="1939278159" sldId="299"/>
            <ac:spMk id="51" creationId="{7F53371E-BA53-1A01-F75E-8578E4021A97}"/>
          </ac:spMkLst>
        </pc:spChg>
        <pc:spChg chg="add mod">
          <ac:chgData name="Alexis MARTIN" userId="ec32c3d9-5957-42d0-8757-996fd533d25b" providerId="ADAL" clId="{B76BE869-635B-4DC9-A437-AFDC8BC5A345}" dt="2026-06-04T07:43:27.604" v="2101" actId="20577"/>
          <ac:spMkLst>
            <pc:docMk/>
            <pc:sldMk cId="1939278159" sldId="299"/>
            <ac:spMk id="52" creationId="{310176DE-CA74-5C97-7021-69E2BD361C43}"/>
          </ac:spMkLst>
        </pc:spChg>
        <pc:cxnChg chg="add del mod">
          <ac:chgData name="Alexis MARTIN" userId="ec32c3d9-5957-42d0-8757-996fd533d25b" providerId="ADAL" clId="{B76BE869-635B-4DC9-A437-AFDC8BC5A345}" dt="2026-06-04T07:41:02.483" v="2051" actId="478"/>
          <ac:cxnSpMkLst>
            <pc:docMk/>
            <pc:sldMk cId="1939278159" sldId="299"/>
            <ac:cxnSpMk id="49" creationId="{9B30D4FC-E1D8-34D7-A9CB-0D4333EE0E6F}"/>
          </ac:cxnSpMkLst>
        </pc:cxnChg>
      </pc:sldChg>
      <pc:sldChg chg="modSp mod">
        <pc:chgData name="Alexis MARTIN" userId="ec32c3d9-5957-42d0-8757-996fd533d25b" providerId="ADAL" clId="{B76BE869-635B-4DC9-A437-AFDC8BC5A345}" dt="2026-06-04T12:19:01.861" v="2561"/>
        <pc:sldMkLst>
          <pc:docMk/>
          <pc:sldMk cId="2795476347" sldId="300"/>
        </pc:sldMkLst>
        <pc:spChg chg="mod">
          <ac:chgData name="Alexis MARTIN" userId="ec32c3d9-5957-42d0-8757-996fd533d25b" providerId="ADAL" clId="{B76BE869-635B-4DC9-A437-AFDC8BC5A345}" dt="2026-06-04T12:19:01.861" v="2561"/>
          <ac:spMkLst>
            <pc:docMk/>
            <pc:sldMk cId="2795476347" sldId="300"/>
            <ac:spMk id="7" creationId="{00000000-0000-0000-0000-000000000000}"/>
          </ac:spMkLst>
        </pc:spChg>
      </pc:sldChg>
      <pc:sldChg chg="addSp delSp modSp mod ord">
        <pc:chgData name="Alexis MARTIN" userId="ec32c3d9-5957-42d0-8757-996fd533d25b" providerId="ADAL" clId="{B76BE869-635B-4DC9-A437-AFDC8BC5A345}" dt="2026-06-04T12:18:47.745" v="2559"/>
        <pc:sldMkLst>
          <pc:docMk/>
          <pc:sldMk cId="3032879963" sldId="304"/>
        </pc:sldMkLst>
        <pc:spChg chg="add mod">
          <ac:chgData name="Alexis MARTIN" userId="ec32c3d9-5957-42d0-8757-996fd533d25b" providerId="ADAL" clId="{B76BE869-635B-4DC9-A437-AFDC8BC5A345}" dt="2026-06-04T07:49:46.544" v="2178" actId="1076"/>
          <ac:spMkLst>
            <pc:docMk/>
            <pc:sldMk cId="3032879963" sldId="304"/>
            <ac:spMk id="3" creationId="{BD344D97-F668-599B-F204-4B920162A8B4}"/>
          </ac:spMkLst>
        </pc:spChg>
        <pc:spChg chg="mod">
          <ac:chgData name="Alexis MARTIN" userId="ec32c3d9-5957-42d0-8757-996fd533d25b" providerId="ADAL" clId="{B76BE869-635B-4DC9-A437-AFDC8BC5A345}" dt="2026-06-04T12:18:47.745" v="2559"/>
          <ac:spMkLst>
            <pc:docMk/>
            <pc:sldMk cId="3032879963" sldId="304"/>
            <ac:spMk id="1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9:50.124" v="2180" actId="1076"/>
          <ac:spMkLst>
            <pc:docMk/>
            <pc:sldMk cId="3032879963" sldId="304"/>
            <ac:spMk id="22" creationId="{55A5C4AA-10BB-FABB-533E-FF452EDE925D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30" creationId="{3EE69F9D-15C0-59DB-241A-F189445EF7B2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36" creationId="{CB905635-109C-BACA-7941-B4E392B1FB67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39" creationId="{F527BAAC-1492-41BE-548E-9ABA54DD18AC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1" creationId="{AF7964ED-8E6C-8455-1D17-03E3F86F9E2A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3" creationId="{B922D7DE-9FF1-8C3C-5B79-694BEAD8C2F1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5" creationId="{FB423080-C7BB-58B6-B939-F3A16E234B37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47" creationId="{FD8F5E24-9D3D-E729-9B6A-50E7AA73E7F7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50" creationId="{786703D0-D128-991C-1702-49E80927EDD6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52" creationId="{6EA53762-27AB-C68E-0FE8-8B92E3D64468}"/>
          </ac:spMkLst>
        </pc:spChg>
        <pc:spChg chg="mod">
          <ac:chgData name="Alexis MARTIN" userId="ec32c3d9-5957-42d0-8757-996fd533d25b" providerId="ADAL" clId="{B76BE869-635B-4DC9-A437-AFDC8BC5A345}" dt="2026-06-04T07:49:06.454" v="2170" actId="478"/>
          <ac:spMkLst>
            <pc:docMk/>
            <pc:sldMk cId="3032879963" sldId="304"/>
            <ac:spMk id="53" creationId="{2BDDD233-96BD-3AE2-36D7-41B8A8B2344D}"/>
          </ac:spMkLst>
        </pc:spChg>
        <pc:spChg chg="add mod">
          <ac:chgData name="Alexis MARTIN" userId="ec32c3d9-5957-42d0-8757-996fd533d25b" providerId="ADAL" clId="{B76BE869-635B-4DC9-A437-AFDC8BC5A345}" dt="2026-06-04T07:50:46.824" v="2208" actId="1076"/>
          <ac:spMkLst>
            <pc:docMk/>
            <pc:sldMk cId="3032879963" sldId="304"/>
            <ac:spMk id="61" creationId="{8608D1B0-7F09-A421-4794-FC96E62B5B6C}"/>
          </ac:spMkLst>
        </pc:spChg>
        <pc:grpChg chg="add mod">
          <ac:chgData name="Alexis MARTIN" userId="ec32c3d9-5957-42d0-8757-996fd533d25b" providerId="ADAL" clId="{B76BE869-635B-4DC9-A437-AFDC8BC5A345}" dt="2026-06-04T07:47:55.220" v="2155" actId="164"/>
          <ac:grpSpMkLst>
            <pc:docMk/>
            <pc:sldMk cId="3032879963" sldId="304"/>
            <ac:grpSpMk id="19" creationId="{744797ED-C825-BBEB-536D-7B5854E208E8}"/>
          </ac:grpSpMkLst>
        </pc:grpChg>
        <pc:grpChg chg="add mod">
          <ac:chgData name="Alexis MARTIN" userId="ec32c3d9-5957-42d0-8757-996fd533d25b" providerId="ADAL" clId="{B76BE869-635B-4DC9-A437-AFDC8BC5A345}" dt="2026-06-04T07:49:46.544" v="2178" actId="1076"/>
          <ac:grpSpMkLst>
            <pc:docMk/>
            <pc:sldMk cId="3032879963" sldId="304"/>
            <ac:grpSpMk id="20" creationId="{6D0E4C15-9B80-186B-9460-2BB9EC0B2AC7}"/>
          </ac:grpSpMkLst>
        </pc:grpChg>
        <pc:grpChg chg="del">
          <ac:chgData name="Alexis MARTIN" userId="ec32c3d9-5957-42d0-8757-996fd533d25b" providerId="ADAL" clId="{B76BE869-635B-4DC9-A437-AFDC8BC5A345}" dt="2026-06-04T07:49:21.346" v="2171" actId="478"/>
          <ac:grpSpMkLst>
            <pc:docMk/>
            <pc:sldMk cId="3032879963" sldId="304"/>
            <ac:grpSpMk id="25" creationId="{4CFB2CCE-9715-3B41-2262-6166EE322FED}"/>
          </ac:grpSpMkLst>
        </pc:grpChg>
        <pc:grpChg chg="add mod">
          <ac:chgData name="Alexis MARTIN" userId="ec32c3d9-5957-42d0-8757-996fd533d25b" providerId="ADAL" clId="{B76BE869-635B-4DC9-A437-AFDC8BC5A345}" dt="2026-06-04T07:49:50.124" v="2180" actId="1076"/>
          <ac:grpSpMkLst>
            <pc:docMk/>
            <pc:sldMk cId="3032879963" sldId="304"/>
            <ac:grpSpMk id="60" creationId="{03DB253E-34DC-5936-D15D-14B784E2B22F}"/>
          </ac:grpSpMkLst>
        </pc:grpChg>
        <pc:picChg chg="add mod">
          <ac:chgData name="Alexis MARTIN" userId="ec32c3d9-5957-42d0-8757-996fd533d25b" providerId="ADAL" clId="{B76BE869-635B-4DC9-A437-AFDC8BC5A345}" dt="2026-06-04T07:49:46.544" v="2178" actId="1076"/>
          <ac:picMkLst>
            <pc:docMk/>
            <pc:sldMk cId="3032879963" sldId="304"/>
            <ac:picMk id="2" creationId="{788D280B-9D28-DA25-212F-08864A3CCDA8}"/>
          </ac:picMkLst>
        </pc:picChg>
        <pc:picChg chg="mod">
          <ac:chgData name="Alexis MARTIN" userId="ec32c3d9-5957-42d0-8757-996fd533d25b" providerId="ADAL" clId="{B76BE869-635B-4DC9-A437-AFDC8BC5A345}" dt="2026-06-04T07:49:50.124" v="2180" actId="1076"/>
          <ac:picMkLst>
            <pc:docMk/>
            <pc:sldMk cId="3032879963" sldId="304"/>
            <ac:picMk id="6" creationId="{00000000-0000-0000-0000-000000000000}"/>
          </ac:picMkLst>
        </pc:picChg>
        <pc:picChg chg="del mod">
          <ac:chgData name="Alexis MARTIN" userId="ec32c3d9-5957-42d0-8757-996fd533d25b" providerId="ADAL" clId="{B76BE869-635B-4DC9-A437-AFDC8BC5A345}" dt="2026-06-04T07:44:46.655" v="2115" actId="478"/>
          <ac:picMkLst>
            <pc:docMk/>
            <pc:sldMk cId="3032879963" sldId="304"/>
            <ac:picMk id="7" creationId="{00000000-0000-0000-0000-000000000000}"/>
          </ac:picMkLst>
        </pc:picChg>
        <pc:picChg chg="del mod">
          <ac:chgData name="Alexis MARTIN" userId="ec32c3d9-5957-42d0-8757-996fd533d25b" providerId="ADAL" clId="{B76BE869-635B-4DC9-A437-AFDC8BC5A345}" dt="2026-06-04T07:44:46.655" v="2115" actId="478"/>
          <ac:picMkLst>
            <pc:docMk/>
            <pc:sldMk cId="3032879963" sldId="304"/>
            <ac:picMk id="10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49:55.317" v="2182" actId="1076"/>
          <ac:picMkLst>
            <pc:docMk/>
            <pc:sldMk cId="3032879963" sldId="304"/>
            <ac:picMk id="59" creationId="{C4A63C61-4C00-062E-5743-8E24D5DED830}"/>
          </ac:picMkLst>
        </pc:pic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3" creationId="{A331CB9F-E22C-4F7D-10B1-25AFE228EAA3}"/>
          </ac:cxnSpMkLst>
        </pc:cxn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5" creationId="{74256E9E-4D76-5548-5C05-64AF27236271}"/>
          </ac:cxnSpMkLst>
        </pc:cxn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6" creationId="{FBA23961-CC45-5273-461B-5A359FF34575}"/>
          </ac:cxnSpMkLst>
        </pc:cxnChg>
        <pc:cxnChg chg="add mod">
          <ac:chgData name="Alexis MARTIN" userId="ec32c3d9-5957-42d0-8757-996fd533d25b" providerId="ADAL" clId="{B76BE869-635B-4DC9-A437-AFDC8BC5A345}" dt="2026-06-04T07:49:50.124" v="2180" actId="1076"/>
          <ac:cxnSpMkLst>
            <pc:docMk/>
            <pc:sldMk cId="3032879963" sldId="304"/>
            <ac:cxnSpMk id="23" creationId="{3D484CA1-B9CB-A569-A945-FCFA38F31D09}"/>
          </ac:cxnSpMkLst>
        </pc:cxnChg>
      </pc:sldChg>
      <pc:sldChg chg="modSp mod">
        <pc:chgData name="Alexis MARTIN" userId="ec32c3d9-5957-42d0-8757-996fd533d25b" providerId="ADAL" clId="{B76BE869-635B-4DC9-A437-AFDC8BC5A345}" dt="2026-06-04T12:18:36.411" v="2555"/>
        <pc:sldMkLst>
          <pc:docMk/>
          <pc:sldMk cId="3819739572" sldId="305"/>
        </pc:sldMkLst>
        <pc:spChg chg="mod">
          <ac:chgData name="Alexis MARTIN" userId="ec32c3d9-5957-42d0-8757-996fd533d25b" providerId="ADAL" clId="{B76BE869-635B-4DC9-A437-AFDC8BC5A345}" dt="2026-06-04T12:18:36.411" v="2555"/>
          <ac:spMkLst>
            <pc:docMk/>
            <pc:sldMk cId="3819739572" sldId="305"/>
            <ac:spMk id="11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8:32.979" v="2553"/>
        <pc:sldMkLst>
          <pc:docMk/>
          <pc:sldMk cId="3756722117" sldId="307"/>
        </pc:sldMkLst>
        <pc:spChg chg="mod">
          <ac:chgData name="Alexis MARTIN" userId="ec32c3d9-5957-42d0-8757-996fd533d25b" providerId="ADAL" clId="{B76BE869-635B-4DC9-A437-AFDC8BC5A345}" dt="2026-06-04T12:18:32.979" v="2553"/>
          <ac:spMkLst>
            <pc:docMk/>
            <pc:sldMk cId="3756722117" sldId="307"/>
            <ac:spMk id="14" creationId="{00000000-0000-0000-0000-000000000000}"/>
          </ac:spMkLst>
        </pc:spChg>
      </pc:sldChg>
      <pc:sldChg chg="addSp delSp modSp mod">
        <pc:chgData name="Alexis MARTIN" userId="ec32c3d9-5957-42d0-8757-996fd533d25b" providerId="ADAL" clId="{B76BE869-635B-4DC9-A437-AFDC8BC5A345}" dt="2026-06-04T12:18:24.013" v="2549" actId="207"/>
        <pc:sldMkLst>
          <pc:docMk/>
          <pc:sldMk cId="754101093" sldId="318"/>
        </pc:sldMkLst>
        <pc:spChg chg="mod">
          <ac:chgData name="Alexis MARTIN" userId="ec32c3d9-5957-42d0-8757-996fd533d25b" providerId="ADAL" clId="{B76BE869-635B-4DC9-A437-AFDC8BC5A345}" dt="2026-06-04T07:19:59.515" v="1978" actId="20577"/>
          <ac:spMkLst>
            <pc:docMk/>
            <pc:sldMk cId="754101093" sldId="318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8:24.013" v="2549" actId="207"/>
          <ac:spMkLst>
            <pc:docMk/>
            <pc:sldMk cId="754101093" sldId="318"/>
            <ac:spMk id="7" creationId="{00000000-0000-0000-0000-000000000000}"/>
          </ac:spMkLst>
        </pc:spChg>
        <pc:picChg chg="add mod modCrop">
          <ac:chgData name="Alexis MARTIN" userId="ec32c3d9-5957-42d0-8757-996fd533d25b" providerId="ADAL" clId="{B76BE869-635B-4DC9-A437-AFDC8BC5A345}" dt="2026-06-04T07:26:20.295" v="1997" actId="1076"/>
          <ac:picMkLst>
            <pc:docMk/>
            <pc:sldMk cId="754101093" sldId="318"/>
            <ac:picMk id="3" creationId="{BA0C173B-E10B-38E2-8308-D36AD7EC12EC}"/>
          </ac:picMkLst>
        </pc:picChg>
        <pc:picChg chg="del mod">
          <ac:chgData name="Alexis MARTIN" userId="ec32c3d9-5957-42d0-8757-996fd533d25b" providerId="ADAL" clId="{B76BE869-635B-4DC9-A437-AFDC8BC5A345}" dt="2026-06-04T07:25:38.815" v="1990" actId="478"/>
          <ac:picMkLst>
            <pc:docMk/>
            <pc:sldMk cId="754101093" sldId="318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25:51.175" v="1995" actId="14100"/>
          <ac:picMkLst>
            <pc:docMk/>
            <pc:sldMk cId="754101093" sldId="318"/>
            <ac:picMk id="11" creationId="{E27537AA-FBDD-EF61-5DBE-ACEEFFCC3CEA}"/>
          </ac:picMkLst>
        </pc:picChg>
        <pc:picChg chg="add mod">
          <ac:chgData name="Alexis MARTIN" userId="ec32c3d9-5957-42d0-8757-996fd533d25b" providerId="ADAL" clId="{B76BE869-635B-4DC9-A437-AFDC8BC5A345}" dt="2026-06-04T07:26:27.178" v="2001" actId="14100"/>
          <ac:picMkLst>
            <pc:docMk/>
            <pc:sldMk cId="754101093" sldId="318"/>
            <ac:picMk id="13" creationId="{961D3D2C-20B1-C499-C434-FA5F5FE5BE94}"/>
          </ac:picMkLst>
        </pc:picChg>
      </pc:sldChg>
      <pc:sldChg chg="modSp">
        <pc:chgData name="Alexis MARTIN" userId="ec32c3d9-5957-42d0-8757-996fd533d25b" providerId="ADAL" clId="{B76BE869-635B-4DC9-A437-AFDC8BC5A345}" dt="2026-06-04T12:19:54.782" v="2586"/>
        <pc:sldMkLst>
          <pc:docMk/>
          <pc:sldMk cId="3606816588" sldId="319"/>
        </pc:sldMkLst>
        <pc:spChg chg="mod">
          <ac:chgData name="Alexis MARTIN" userId="ec32c3d9-5957-42d0-8757-996fd533d25b" providerId="ADAL" clId="{B76BE869-635B-4DC9-A437-AFDC8BC5A345}" dt="2026-06-04T12:19:54.782" v="2586"/>
          <ac:spMkLst>
            <pc:docMk/>
            <pc:sldMk cId="3606816588" sldId="319"/>
            <ac:spMk id="29" creationId="{00000000-0000-0000-0000-000000000000}"/>
          </ac:spMkLst>
        </pc:spChg>
      </pc:sldChg>
      <pc:sldChg chg="modSp add mod">
        <pc:chgData name="Alexis MARTIN" userId="ec32c3d9-5957-42d0-8757-996fd533d25b" providerId="ADAL" clId="{B76BE869-635B-4DC9-A437-AFDC8BC5A345}" dt="2026-06-01T11:28:08.758" v="39" actId="20577"/>
        <pc:sldMkLst>
          <pc:docMk/>
          <pc:sldMk cId="4040949202" sldId="320"/>
        </pc:sldMkLst>
        <pc:spChg chg="mod">
          <ac:chgData name="Alexis MARTIN" userId="ec32c3d9-5957-42d0-8757-996fd533d25b" providerId="ADAL" clId="{B76BE869-635B-4DC9-A437-AFDC8BC5A345}" dt="2026-06-01T11:28:08.758" v="39" actId="20577"/>
          <ac:spMkLst>
            <pc:docMk/>
            <pc:sldMk cId="4040949202" sldId="320"/>
            <ac:spMk id="5" creationId="{E68E3FD7-27D7-B9A0-D801-480A2B3BBBA5}"/>
          </ac:spMkLst>
        </pc:spChg>
        <pc:spChg chg="mod">
          <ac:chgData name="Alexis MARTIN" userId="ec32c3d9-5957-42d0-8757-996fd533d25b" providerId="ADAL" clId="{B76BE869-635B-4DC9-A437-AFDC8BC5A345}" dt="2026-06-01T11:28:07.590" v="38" actId="20577"/>
          <ac:spMkLst>
            <pc:docMk/>
            <pc:sldMk cId="4040949202" sldId="320"/>
            <ac:spMk id="7" creationId="{98F2C7FF-37DF-1937-6D45-2D861C32235D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4T12:17:17.093" v="2538" actId="207"/>
        <pc:sldMkLst>
          <pc:docMk/>
          <pc:sldMk cId="4111354504" sldId="321"/>
        </pc:sldMkLst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2" creationId="{8B21C3DB-B8EE-FDE8-4430-C2BD9F509872}"/>
          </ac:spMkLst>
        </pc:spChg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3" creationId="{60B5D67A-0197-FCF5-2488-23DBBF29E6C3}"/>
          </ac:spMkLst>
        </pc:spChg>
        <pc:spChg chg="add mod">
          <ac:chgData name="Alexis MARTIN" userId="ec32c3d9-5957-42d0-8757-996fd533d25b" providerId="ADAL" clId="{B76BE869-635B-4DC9-A437-AFDC8BC5A345}" dt="2026-06-02T09:19:58.631" v="906" actId="20577"/>
          <ac:spMkLst>
            <pc:docMk/>
            <pc:sldMk cId="4111354504" sldId="321"/>
            <ac:spMk id="4" creationId="{A49DC8BF-DC79-751D-B84C-BC84B454169B}"/>
          </ac:spMkLst>
        </pc:spChg>
        <pc:spChg chg="del mod">
          <ac:chgData name="Alexis MARTIN" userId="ec32c3d9-5957-42d0-8757-996fd533d25b" providerId="ADAL" clId="{B76BE869-635B-4DC9-A437-AFDC8BC5A345}" dt="2026-06-04T12:17:07.081" v="2535" actId="478"/>
          <ac:spMkLst>
            <pc:docMk/>
            <pc:sldMk cId="4111354504" sldId="321"/>
            <ac:spMk id="5" creationId="{D7220A14-EAFF-0C9D-2B7C-E5DDE83CF1F4}"/>
          </ac:spMkLst>
        </pc:spChg>
        <pc:spChg chg="add mod">
          <ac:chgData name="Alexis MARTIN" userId="ec32c3d9-5957-42d0-8757-996fd533d25b" providerId="ADAL" clId="{B76BE869-635B-4DC9-A437-AFDC8BC5A345}" dt="2026-06-04T12:17:17.093" v="2538" actId="207"/>
          <ac:spMkLst>
            <pc:docMk/>
            <pc:sldMk cId="4111354504" sldId="321"/>
            <ac:spMk id="6" creationId="{83691916-AEF3-D576-3675-8CB35FFFA81E}"/>
          </ac:spMkLst>
        </pc:spChg>
        <pc:spChg chg="add mod">
          <ac:chgData name="Alexis MARTIN" userId="ec32c3d9-5957-42d0-8757-996fd533d25b" providerId="ADAL" clId="{B76BE869-635B-4DC9-A437-AFDC8BC5A345}" dt="2026-06-02T09:28:18.577" v="986" actId="1076"/>
          <ac:spMkLst>
            <pc:docMk/>
            <pc:sldMk cId="4111354504" sldId="321"/>
            <ac:spMk id="10" creationId="{3B265CBF-9EB5-5EA8-1433-6A46AEDECCEE}"/>
          </ac:spMkLst>
        </pc:spChg>
        <pc:spChg chg="add mod">
          <ac:chgData name="Alexis MARTIN" userId="ec32c3d9-5957-42d0-8757-996fd533d25b" providerId="ADAL" clId="{B76BE869-635B-4DC9-A437-AFDC8BC5A345}" dt="2026-06-02T09:40:29.590" v="1015" actId="14100"/>
          <ac:spMkLst>
            <pc:docMk/>
            <pc:sldMk cId="4111354504" sldId="321"/>
            <ac:spMk id="11" creationId="{130AB1B1-F9DB-B33C-CFD5-6ED10A039699}"/>
          </ac:spMkLst>
        </pc:spChg>
        <pc:picChg chg="add mod">
          <ac:chgData name="Alexis MARTIN" userId="ec32c3d9-5957-42d0-8757-996fd533d25b" providerId="ADAL" clId="{B76BE869-635B-4DC9-A437-AFDC8BC5A345}" dt="2026-06-02T09:25:09.311" v="967" actId="1076"/>
          <ac:picMkLst>
            <pc:docMk/>
            <pc:sldMk cId="4111354504" sldId="321"/>
            <ac:picMk id="15" creationId="{3B0F3231-FC70-4140-5D7E-11F8CA2DD53F}"/>
          </ac:picMkLst>
        </pc:picChg>
        <pc:picChg chg="add mod">
          <ac:chgData name="Alexis MARTIN" userId="ec32c3d9-5957-42d0-8757-996fd533d25b" providerId="ADAL" clId="{B76BE869-635B-4DC9-A437-AFDC8BC5A345}" dt="2026-06-02T12:38:13.844" v="1560" actId="1035"/>
          <ac:picMkLst>
            <pc:docMk/>
            <pc:sldMk cId="4111354504" sldId="321"/>
            <ac:picMk id="17" creationId="{5C878FCB-72C5-D8E0-0FE7-88BF753C88E3}"/>
          </ac:picMkLst>
        </pc:picChg>
        <pc:picChg chg="add mod">
          <ac:chgData name="Alexis MARTIN" userId="ec32c3d9-5957-42d0-8757-996fd533d25b" providerId="ADAL" clId="{B76BE869-635B-4DC9-A437-AFDC8BC5A345}" dt="2026-06-02T09:39:12.167" v="990" actId="1076"/>
          <ac:picMkLst>
            <pc:docMk/>
            <pc:sldMk cId="4111354504" sldId="321"/>
            <ac:picMk id="19" creationId="{C9BF9529-C783-57BF-52FB-E66E67529353}"/>
          </ac:picMkLst>
        </pc:picChg>
        <pc:picChg chg="add mod">
          <ac:chgData name="Alexis MARTIN" userId="ec32c3d9-5957-42d0-8757-996fd533d25b" providerId="ADAL" clId="{B76BE869-635B-4DC9-A437-AFDC8BC5A345}" dt="2026-06-02T09:39:41.378" v="1000" actId="14100"/>
          <ac:picMkLst>
            <pc:docMk/>
            <pc:sldMk cId="4111354504" sldId="321"/>
            <ac:picMk id="21" creationId="{C0944C28-770F-950F-5E32-68C97DF384EE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9:19.672" v="2571"/>
        <pc:sldMkLst>
          <pc:docMk/>
          <pc:sldMk cId="343268090" sldId="324"/>
        </pc:sldMkLst>
        <pc:spChg chg="mod">
          <ac:chgData name="Alexis MARTIN" userId="ec32c3d9-5957-42d0-8757-996fd533d25b" providerId="ADAL" clId="{B76BE869-635B-4DC9-A437-AFDC8BC5A345}" dt="2026-06-01T11:31:40.058" v="127" actId="20577"/>
          <ac:spMkLst>
            <pc:docMk/>
            <pc:sldMk cId="343268090" sldId="324"/>
            <ac:spMk id="4" creationId="{E636336A-CA73-9924-1B5C-E50292CF4EE7}"/>
          </ac:spMkLst>
        </pc:spChg>
        <pc:spChg chg="mod">
          <ac:chgData name="Alexis MARTIN" userId="ec32c3d9-5957-42d0-8757-996fd533d25b" providerId="ADAL" clId="{B76BE869-635B-4DC9-A437-AFDC8BC5A345}" dt="2026-06-04T12:19:19.672" v="2571"/>
          <ac:spMkLst>
            <pc:docMk/>
            <pc:sldMk cId="343268090" sldId="324"/>
            <ac:spMk id="10" creationId="{E88917F6-9A4E-C4A4-FF91-E804D1EE5DE7}"/>
          </ac:spMkLst>
        </pc:spChg>
        <pc:spChg chg="add mod">
          <ac:chgData name="Alexis MARTIN" userId="ec32c3d9-5957-42d0-8757-996fd533d25b" providerId="ADAL" clId="{B76BE869-635B-4DC9-A437-AFDC8BC5A345}" dt="2026-06-01T14:46:12.600" v="603" actId="1076"/>
          <ac:spMkLst>
            <pc:docMk/>
            <pc:sldMk cId="343268090" sldId="324"/>
            <ac:spMk id="13" creationId="{6057AADE-CFBB-F3AE-97B4-C5C2A00FADD3}"/>
          </ac:spMkLst>
        </pc:spChg>
        <pc:spChg chg="add mod">
          <ac:chgData name="Alexis MARTIN" userId="ec32c3d9-5957-42d0-8757-996fd533d25b" providerId="ADAL" clId="{B76BE869-635B-4DC9-A437-AFDC8BC5A345}" dt="2026-06-01T14:46:41.024" v="622" actId="1035"/>
          <ac:spMkLst>
            <pc:docMk/>
            <pc:sldMk cId="343268090" sldId="324"/>
            <ac:spMk id="15" creationId="{FDC13273-C51A-3D62-452F-AA935756220F}"/>
          </ac:spMkLst>
        </pc:spChg>
        <pc:spChg chg="add mod">
          <ac:chgData name="Alexis MARTIN" userId="ec32c3d9-5957-42d0-8757-996fd533d25b" providerId="ADAL" clId="{B76BE869-635B-4DC9-A437-AFDC8BC5A345}" dt="2026-06-01T11:42:38.658" v="172" actId="1076"/>
          <ac:spMkLst>
            <pc:docMk/>
            <pc:sldMk cId="343268090" sldId="324"/>
            <ac:spMk id="17" creationId="{AD1088D2-3286-E1FB-DFF7-C60B9AF5DC37}"/>
          </ac:spMkLst>
        </pc:spChg>
        <pc:spChg chg="add mod">
          <ac:chgData name="Alexis MARTIN" userId="ec32c3d9-5957-42d0-8757-996fd533d25b" providerId="ADAL" clId="{B76BE869-635B-4DC9-A437-AFDC8BC5A345}" dt="2026-06-01T11:42:48.377" v="176" actId="1076"/>
          <ac:spMkLst>
            <pc:docMk/>
            <pc:sldMk cId="343268090" sldId="324"/>
            <ac:spMk id="19" creationId="{C1FD3DB5-C3E6-CC11-A9BC-0BAE588C59C2}"/>
          </ac:spMkLst>
        </pc:spChg>
        <pc:spChg chg="add mod">
          <ac:chgData name="Alexis MARTIN" userId="ec32c3d9-5957-42d0-8757-996fd533d25b" providerId="ADAL" clId="{B76BE869-635B-4DC9-A437-AFDC8BC5A345}" dt="2026-06-01T14:53:06.551" v="691" actId="1076"/>
          <ac:spMkLst>
            <pc:docMk/>
            <pc:sldMk cId="343268090" sldId="324"/>
            <ac:spMk id="20" creationId="{4427CFCB-7195-236D-369C-B6A9FCC49710}"/>
          </ac:spMkLst>
        </pc:spChg>
        <pc:spChg chg="add mod">
          <ac:chgData name="Alexis MARTIN" userId="ec32c3d9-5957-42d0-8757-996fd533d25b" providerId="ADAL" clId="{B76BE869-635B-4DC9-A437-AFDC8BC5A345}" dt="2026-06-02T08:37:08.953" v="759" actId="20577"/>
          <ac:spMkLst>
            <pc:docMk/>
            <pc:sldMk cId="343268090" sldId="324"/>
            <ac:spMk id="24" creationId="{637A31F7-EF17-9715-BC84-2D747BC05EA0}"/>
          </ac:spMkLst>
        </pc:spChg>
        <pc:spChg chg="add mod">
          <ac:chgData name="Alexis MARTIN" userId="ec32c3d9-5957-42d0-8757-996fd533d25b" providerId="ADAL" clId="{B76BE869-635B-4DC9-A437-AFDC8BC5A345}" dt="2026-06-01T14:49:31.211" v="647" actId="1035"/>
          <ac:spMkLst>
            <pc:docMk/>
            <pc:sldMk cId="343268090" sldId="324"/>
            <ac:spMk id="31" creationId="{D1BA060F-97B8-AD8D-3D35-B69169A3842D}"/>
          </ac:spMkLst>
        </pc:spChg>
        <pc:picChg chg="add mod modCrop">
          <ac:chgData name="Alexis MARTIN" userId="ec32c3d9-5957-42d0-8757-996fd533d25b" providerId="ADAL" clId="{B76BE869-635B-4DC9-A437-AFDC8BC5A345}" dt="2026-06-01T11:42:57.073" v="178" actId="732"/>
          <ac:picMkLst>
            <pc:docMk/>
            <pc:sldMk cId="343268090" sldId="324"/>
            <ac:picMk id="3" creationId="{EAAD5D8B-DAFA-F0BF-6A8E-6C4C2892076C}"/>
          </ac:picMkLst>
        </pc:picChg>
        <pc:picChg chg="add mod modCrop">
          <ac:chgData name="Alexis MARTIN" userId="ec32c3d9-5957-42d0-8757-996fd533d25b" providerId="ADAL" clId="{B76BE869-635B-4DC9-A437-AFDC8BC5A345}" dt="2026-06-01T11:57:04.689" v="341" actId="1076"/>
          <ac:picMkLst>
            <pc:docMk/>
            <pc:sldMk cId="343268090" sldId="324"/>
            <ac:picMk id="12" creationId="{7A0895B4-EEE4-6B51-0886-D734E44FCBD9}"/>
          </ac:picMkLst>
        </pc:picChg>
        <pc:picChg chg="add mod">
          <ac:chgData name="Alexis MARTIN" userId="ec32c3d9-5957-42d0-8757-996fd533d25b" providerId="ADAL" clId="{B76BE869-635B-4DC9-A437-AFDC8BC5A345}" dt="2026-06-01T14:48:12.727" v="631" actId="1076"/>
          <ac:picMkLst>
            <pc:docMk/>
            <pc:sldMk cId="343268090" sldId="324"/>
            <ac:picMk id="22" creationId="{B3086B16-C710-02A7-23CB-96FB9ED5639F}"/>
          </ac:picMkLst>
        </pc:picChg>
        <pc:picChg chg="add mod">
          <ac:chgData name="Alexis MARTIN" userId="ec32c3d9-5957-42d0-8757-996fd533d25b" providerId="ADAL" clId="{B76BE869-635B-4DC9-A437-AFDC8BC5A345}" dt="2026-06-01T14:49:23.141" v="642" actId="1076"/>
          <ac:picMkLst>
            <pc:docMk/>
            <pc:sldMk cId="343268090" sldId="324"/>
            <ac:picMk id="26" creationId="{D9F75E87-8C13-52C4-9CA6-F1836E789B2A}"/>
          </ac:picMkLst>
        </pc:picChg>
        <pc:picChg chg="add mod">
          <ac:chgData name="Alexis MARTIN" userId="ec32c3d9-5957-42d0-8757-996fd533d25b" providerId="ADAL" clId="{B76BE869-635B-4DC9-A437-AFDC8BC5A345}" dt="2026-06-01T14:49:07.366" v="639" actId="1035"/>
          <ac:picMkLst>
            <pc:docMk/>
            <pc:sldMk cId="343268090" sldId="324"/>
            <ac:picMk id="30" creationId="{06442AFA-9697-41C9-65EA-14A2FF96A3AC}"/>
          </ac:picMkLst>
        </pc:picChg>
        <pc:picChg chg="add mod">
          <ac:chgData name="Alexis MARTIN" userId="ec32c3d9-5957-42d0-8757-996fd533d25b" providerId="ADAL" clId="{B76BE869-635B-4DC9-A437-AFDC8BC5A345}" dt="2026-06-02T08:37:15.378" v="762" actId="1036"/>
          <ac:picMkLst>
            <pc:docMk/>
            <pc:sldMk cId="343268090" sldId="324"/>
            <ac:picMk id="33" creationId="{AA36D8A4-67BF-D3B9-ECE2-AC8C124E45A5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9:16.670" v="2569"/>
        <pc:sldMkLst>
          <pc:docMk/>
          <pc:sldMk cId="2348186127" sldId="325"/>
        </pc:sldMkLst>
        <pc:spChg chg="mod">
          <ac:chgData name="Alexis MARTIN" userId="ec32c3d9-5957-42d0-8757-996fd533d25b" providerId="ADAL" clId="{B76BE869-635B-4DC9-A437-AFDC8BC5A345}" dt="2026-06-01T12:00:23.277" v="392" actId="20577"/>
          <ac:spMkLst>
            <pc:docMk/>
            <pc:sldMk cId="2348186127" sldId="325"/>
            <ac:spMk id="4" creationId="{7CECAADA-BB1F-AA9E-C906-10513A6B2556}"/>
          </ac:spMkLst>
        </pc:spChg>
        <pc:spChg chg="mod">
          <ac:chgData name="Alexis MARTIN" userId="ec32c3d9-5957-42d0-8757-996fd533d25b" providerId="ADAL" clId="{B76BE869-635B-4DC9-A437-AFDC8BC5A345}" dt="2026-06-04T12:19:16.670" v="2569"/>
          <ac:spMkLst>
            <pc:docMk/>
            <pc:sldMk cId="2348186127" sldId="325"/>
            <ac:spMk id="10" creationId="{5BE24871-D6BF-86A9-A2BE-D9850295C840}"/>
          </ac:spMkLst>
        </pc:spChg>
        <pc:spChg chg="add mod">
          <ac:chgData name="Alexis MARTIN" userId="ec32c3d9-5957-42d0-8757-996fd533d25b" providerId="ADAL" clId="{B76BE869-635B-4DC9-A437-AFDC8BC5A345}" dt="2026-06-01T14:32:58.347" v="448" actId="1076"/>
          <ac:spMkLst>
            <pc:docMk/>
            <pc:sldMk cId="2348186127" sldId="325"/>
            <ac:spMk id="21" creationId="{67242651-21F8-CC27-320D-8D17F785A19C}"/>
          </ac:spMkLst>
        </pc:spChg>
        <pc:spChg chg="add mod">
          <ac:chgData name="Alexis MARTIN" userId="ec32c3d9-5957-42d0-8757-996fd533d25b" providerId="ADAL" clId="{B76BE869-635B-4DC9-A437-AFDC8BC5A345}" dt="2026-06-01T14:53:46.764" v="746" actId="20577"/>
          <ac:spMkLst>
            <pc:docMk/>
            <pc:sldMk cId="2348186127" sldId="325"/>
            <ac:spMk id="28" creationId="{E7F09AB5-DD23-8D13-C49B-820694032D7F}"/>
          </ac:spMkLst>
        </pc:spChg>
        <pc:spChg chg="add mod">
          <ac:chgData name="Alexis MARTIN" userId="ec32c3d9-5957-42d0-8757-996fd533d25b" providerId="ADAL" clId="{B76BE869-635B-4DC9-A437-AFDC8BC5A345}" dt="2026-06-01T14:42:54.711" v="602" actId="1582"/>
          <ac:spMkLst>
            <pc:docMk/>
            <pc:sldMk cId="2348186127" sldId="325"/>
            <ac:spMk id="31" creationId="{D3FADE3E-CFB8-6516-D3B7-E173888D5C62}"/>
          </ac:spMkLst>
        </pc:spChg>
        <pc:picChg chg="add mod">
          <ac:chgData name="Alexis MARTIN" userId="ec32c3d9-5957-42d0-8757-996fd533d25b" providerId="ADAL" clId="{B76BE869-635B-4DC9-A437-AFDC8BC5A345}" dt="2026-06-01T14:32:51.690" v="446" actId="1076"/>
          <ac:picMkLst>
            <pc:docMk/>
            <pc:sldMk cId="2348186127" sldId="325"/>
            <ac:picMk id="6" creationId="{6D5A5864-5767-711A-B1F8-F6C46BBFEE2F}"/>
          </ac:picMkLst>
        </pc:picChg>
        <pc:picChg chg="add mod modCrop">
          <ac:chgData name="Alexis MARTIN" userId="ec32c3d9-5957-42d0-8757-996fd533d25b" providerId="ADAL" clId="{B76BE869-635B-4DC9-A437-AFDC8BC5A345}" dt="2026-06-01T14:41:40.523" v="590" actId="732"/>
          <ac:picMkLst>
            <pc:docMk/>
            <pc:sldMk cId="2348186127" sldId="325"/>
            <ac:picMk id="25" creationId="{420A00E3-F84C-05BB-2A34-C2643297B112}"/>
          </ac:picMkLst>
        </pc:picChg>
        <pc:picChg chg="add mod">
          <ac:chgData name="Alexis MARTIN" userId="ec32c3d9-5957-42d0-8757-996fd533d25b" providerId="ADAL" clId="{B76BE869-635B-4DC9-A437-AFDC8BC5A345}" dt="2026-06-01T14:41:34.666" v="589" actId="1037"/>
          <ac:picMkLst>
            <pc:docMk/>
            <pc:sldMk cId="2348186127" sldId="325"/>
            <ac:picMk id="27" creationId="{BF128E95-0726-E054-9FB7-1EF4E6EB904E}"/>
          </ac:picMkLst>
        </pc:picChg>
        <pc:picChg chg="add mod">
          <ac:chgData name="Alexis MARTIN" userId="ec32c3d9-5957-42d0-8757-996fd533d25b" providerId="ADAL" clId="{B76BE869-635B-4DC9-A437-AFDC8BC5A345}" dt="2026-06-01T14:41:24.736" v="561" actId="1076"/>
          <ac:picMkLst>
            <pc:docMk/>
            <pc:sldMk cId="2348186127" sldId="325"/>
            <ac:picMk id="30" creationId="{09ADD774-E35A-B58F-4D99-7CCD0B97183E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9:12.028" v="2567"/>
        <pc:sldMkLst>
          <pc:docMk/>
          <pc:sldMk cId="2909674854" sldId="326"/>
        </pc:sldMkLst>
        <pc:spChg chg="add mod">
          <ac:chgData name="Alexis MARTIN" userId="ec32c3d9-5957-42d0-8757-996fd533d25b" providerId="ADAL" clId="{B76BE869-635B-4DC9-A437-AFDC8BC5A345}" dt="2026-06-02T08:59:25.134" v="822" actId="164"/>
          <ac:spMkLst>
            <pc:docMk/>
            <pc:sldMk cId="2909674854" sldId="326"/>
            <ac:spMk id="3" creationId="{6CCFA9C8-56CF-DA01-CB79-784DAC181E7B}"/>
          </ac:spMkLst>
        </pc:spChg>
        <pc:spChg chg="mod">
          <ac:chgData name="Alexis MARTIN" userId="ec32c3d9-5957-42d0-8757-996fd533d25b" providerId="ADAL" clId="{B76BE869-635B-4DC9-A437-AFDC8BC5A345}" dt="2026-06-02T08:42:37.083" v="766" actId="20577"/>
          <ac:spMkLst>
            <pc:docMk/>
            <pc:sldMk cId="2909674854" sldId="326"/>
            <ac:spMk id="4" creationId="{15215F15-CDF6-A183-AA5B-D98D9FF79E21}"/>
          </ac:spMkLst>
        </pc:spChg>
        <pc:spChg chg="mod">
          <ac:chgData name="Alexis MARTIN" userId="ec32c3d9-5957-42d0-8757-996fd533d25b" providerId="ADAL" clId="{B76BE869-635B-4DC9-A437-AFDC8BC5A345}" dt="2026-06-04T12:19:12.028" v="2567"/>
          <ac:spMkLst>
            <pc:docMk/>
            <pc:sldMk cId="2909674854" sldId="326"/>
            <ac:spMk id="10" creationId="{5FA732C0-80CE-F070-46A2-4767D4B61BA5}"/>
          </ac:spMkLst>
        </pc:spChg>
        <pc:spChg chg="add mod">
          <ac:chgData name="Alexis MARTIN" userId="ec32c3d9-5957-42d0-8757-996fd533d25b" providerId="ADAL" clId="{B76BE869-635B-4DC9-A437-AFDC8BC5A345}" dt="2026-06-02T08:59:48.495" v="828" actId="1076"/>
          <ac:spMkLst>
            <pc:docMk/>
            <pc:sldMk cId="2909674854" sldId="326"/>
            <ac:spMk id="17" creationId="{EDA561A9-BE22-5F43-CDB6-668E22C0EB80}"/>
          </ac:spMkLst>
        </pc:spChg>
        <pc:spChg chg="add mod">
          <ac:chgData name="Alexis MARTIN" userId="ec32c3d9-5957-42d0-8757-996fd533d25b" providerId="ADAL" clId="{B76BE869-635B-4DC9-A437-AFDC8BC5A345}" dt="2026-06-02T08:59:58.517" v="831" actId="14100"/>
          <ac:spMkLst>
            <pc:docMk/>
            <pc:sldMk cId="2909674854" sldId="326"/>
            <ac:spMk id="18" creationId="{C8051BBA-B350-6F6C-6796-D37FA25C99AE}"/>
          </ac:spMkLst>
        </pc:spChg>
        <pc:spChg chg="add mod">
          <ac:chgData name="Alexis MARTIN" userId="ec32c3d9-5957-42d0-8757-996fd533d25b" providerId="ADAL" clId="{B76BE869-635B-4DC9-A437-AFDC8BC5A345}" dt="2026-06-02T09:03:24.274" v="856" actId="164"/>
          <ac:spMkLst>
            <pc:docMk/>
            <pc:sldMk cId="2909674854" sldId="326"/>
            <ac:spMk id="22" creationId="{20ECD8BA-FFB4-B848-BD4C-BDA260057CC3}"/>
          </ac:spMkLst>
        </pc:spChg>
        <pc:grpChg chg="add mod">
          <ac:chgData name="Alexis MARTIN" userId="ec32c3d9-5957-42d0-8757-996fd533d25b" providerId="ADAL" clId="{B76BE869-635B-4DC9-A437-AFDC8BC5A345}" dt="2026-06-02T08:59:17.642" v="820" actId="1076"/>
          <ac:grpSpMkLst>
            <pc:docMk/>
            <pc:sldMk cId="2909674854" sldId="326"/>
            <ac:grpSpMk id="15" creationId="{AA9E1760-CD35-F6EE-E646-B161D112E488}"/>
          </ac:grpSpMkLst>
        </pc:grpChg>
        <pc:grpChg chg="add mod">
          <ac:chgData name="Alexis MARTIN" userId="ec32c3d9-5957-42d0-8757-996fd533d25b" providerId="ADAL" clId="{B76BE869-635B-4DC9-A437-AFDC8BC5A345}" dt="2026-06-02T08:59:27.257" v="823" actId="1076"/>
          <ac:grpSpMkLst>
            <pc:docMk/>
            <pc:sldMk cId="2909674854" sldId="326"/>
            <ac:grpSpMk id="16" creationId="{83FA6B21-9DA5-A9C2-6E3C-6FC8BC9C922F}"/>
          </ac:grpSpMkLst>
        </pc:grpChg>
        <pc:grpChg chg="add mod">
          <ac:chgData name="Alexis MARTIN" userId="ec32c3d9-5957-42d0-8757-996fd533d25b" providerId="ADAL" clId="{B76BE869-635B-4DC9-A437-AFDC8BC5A345}" dt="2026-06-02T09:13:00.859" v="864" actId="1076"/>
          <ac:grpSpMkLst>
            <pc:docMk/>
            <pc:sldMk cId="2909674854" sldId="326"/>
            <ac:grpSpMk id="23" creationId="{8E809811-10B6-042C-5623-8781ACCD5832}"/>
          </ac:grpSpMkLst>
        </pc:grpChg>
        <pc:picChg chg="add mod">
          <ac:chgData name="Alexis MARTIN" userId="ec32c3d9-5957-42d0-8757-996fd533d25b" providerId="ADAL" clId="{B76BE869-635B-4DC9-A437-AFDC8BC5A345}" dt="2026-06-02T08:59:25.134" v="822" actId="164"/>
          <ac:picMkLst>
            <pc:docMk/>
            <pc:sldMk cId="2909674854" sldId="326"/>
            <ac:picMk id="11" creationId="{E8C8C746-F811-4F09-F596-F4D535441D09}"/>
          </ac:picMkLst>
        </pc:picChg>
        <pc:picChg chg="add mod modCrop">
          <ac:chgData name="Alexis MARTIN" userId="ec32c3d9-5957-42d0-8757-996fd533d25b" providerId="ADAL" clId="{B76BE869-635B-4DC9-A437-AFDC8BC5A345}" dt="2026-06-02T08:59:15.252" v="819" actId="164"/>
          <ac:picMkLst>
            <pc:docMk/>
            <pc:sldMk cId="2909674854" sldId="326"/>
            <ac:picMk id="13" creationId="{2D9194EC-B354-06FB-5B52-CF01F0C11857}"/>
          </ac:picMkLst>
        </pc:picChg>
        <pc:picChg chg="add mod modCrop">
          <ac:chgData name="Alexis MARTIN" userId="ec32c3d9-5957-42d0-8757-996fd533d25b" providerId="ADAL" clId="{B76BE869-635B-4DC9-A437-AFDC8BC5A345}" dt="2026-06-02T08:59:15.252" v="819" actId="164"/>
          <ac:picMkLst>
            <pc:docMk/>
            <pc:sldMk cId="2909674854" sldId="326"/>
            <ac:picMk id="14" creationId="{DD8343DD-C2DA-9848-145D-312DB8AC086D}"/>
          </ac:picMkLst>
        </pc:picChg>
        <pc:picChg chg="add mod">
          <ac:chgData name="Alexis MARTIN" userId="ec32c3d9-5957-42d0-8757-996fd533d25b" providerId="ADAL" clId="{B76BE869-635B-4DC9-A437-AFDC8BC5A345}" dt="2026-06-02T09:03:24.274" v="856" actId="164"/>
          <ac:picMkLst>
            <pc:docMk/>
            <pc:sldMk cId="2909674854" sldId="326"/>
            <ac:picMk id="20" creationId="{F968D944-61CD-3685-867E-9BE45FEE72C9}"/>
          </ac:picMkLst>
        </pc:picChg>
        <pc:picChg chg="add mod">
          <ac:chgData name="Alexis MARTIN" userId="ec32c3d9-5957-42d0-8757-996fd533d25b" providerId="ADAL" clId="{B76BE869-635B-4DC9-A437-AFDC8BC5A345}" dt="2026-06-02T09:13:02.925" v="865" actId="1076"/>
          <ac:picMkLst>
            <pc:docMk/>
            <pc:sldMk cId="2909674854" sldId="326"/>
            <ac:picMk id="51202" creationId="{3F86CB6D-DFEE-FF6B-AC7A-1E439903F7A2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7:42.319" v="2546" actId="207"/>
        <pc:sldMkLst>
          <pc:docMk/>
          <pc:sldMk cId="2996675936" sldId="327"/>
        </pc:sldMkLst>
        <pc:spChg chg="add mod">
          <ac:chgData name="Alexis MARTIN" userId="ec32c3d9-5957-42d0-8757-996fd533d25b" providerId="ADAL" clId="{B76BE869-635B-4DC9-A437-AFDC8BC5A345}" dt="2026-06-04T12:17:42.319" v="2546" actId="207"/>
          <ac:spMkLst>
            <pc:docMk/>
            <pc:sldMk cId="2996675936" sldId="327"/>
            <ac:spMk id="2" creationId="{6DA83BD0-A9C9-5233-1515-47DC867EDA8E}"/>
          </ac:spMkLst>
        </pc:spChg>
        <pc:spChg chg="mod">
          <ac:chgData name="Alexis MARTIN" userId="ec32c3d9-5957-42d0-8757-996fd533d25b" providerId="ADAL" clId="{B76BE869-635B-4DC9-A437-AFDC8BC5A345}" dt="2026-06-04T12:16:26.845" v="2516" actId="20577"/>
          <ac:spMkLst>
            <pc:docMk/>
            <pc:sldMk cId="2996675936" sldId="327"/>
            <ac:spMk id="4" creationId="{F257E437-7CA9-F412-3F86-610466D24EB7}"/>
          </ac:spMkLst>
        </pc:spChg>
        <pc:spChg chg="del">
          <ac:chgData name="Alexis MARTIN" userId="ec32c3d9-5957-42d0-8757-996fd533d25b" providerId="ADAL" clId="{B76BE869-635B-4DC9-A437-AFDC8BC5A345}" dt="2026-06-04T12:17:33.853" v="2543" actId="478"/>
          <ac:spMkLst>
            <pc:docMk/>
            <pc:sldMk cId="2996675936" sldId="327"/>
            <ac:spMk id="10" creationId="{95B72AB9-9A38-B2BF-6658-5E9F9C348FE6}"/>
          </ac:spMkLst>
        </pc:spChg>
        <pc:spChg chg="mod">
          <ac:chgData name="Alexis MARTIN" userId="ec32c3d9-5957-42d0-8757-996fd533d25b" providerId="ADAL" clId="{B76BE869-635B-4DC9-A437-AFDC8BC5A345}" dt="2026-06-02T12:44:21.237" v="1564" actId="1076"/>
          <ac:spMkLst>
            <pc:docMk/>
            <pc:sldMk cId="2996675936" sldId="327"/>
            <ac:spMk id="21" creationId="{451FF27A-2F11-D4A7-E596-C76FE96FDA95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4T12:17:24.119" v="2540"/>
        <pc:sldMkLst>
          <pc:docMk/>
          <pc:sldMk cId="2714479675" sldId="328"/>
        </pc:sldMkLst>
        <pc:spChg chg="mod">
          <ac:chgData name="Alexis MARTIN" userId="ec32c3d9-5957-42d0-8757-996fd533d25b" providerId="ADAL" clId="{B76BE869-635B-4DC9-A437-AFDC8BC5A345}" dt="2026-06-02T09:40:10.241" v="1003" actId="20577"/>
          <ac:spMkLst>
            <pc:docMk/>
            <pc:sldMk cId="2714479675" sldId="328"/>
            <ac:spMk id="4" creationId="{C8310AAD-8E5D-2D5C-E287-FC848B0F745B}"/>
          </ac:spMkLst>
        </pc:spChg>
        <pc:spChg chg="del">
          <ac:chgData name="Alexis MARTIN" userId="ec32c3d9-5957-42d0-8757-996fd533d25b" providerId="ADAL" clId="{B76BE869-635B-4DC9-A437-AFDC8BC5A345}" dt="2026-06-04T12:17:23.920" v="2539" actId="478"/>
          <ac:spMkLst>
            <pc:docMk/>
            <pc:sldMk cId="2714479675" sldId="328"/>
            <ac:spMk id="5" creationId="{A1832AE9-C45B-026B-8819-4FA6C35E604F}"/>
          </ac:spMkLst>
        </pc:spChg>
        <pc:spChg chg="add mod">
          <ac:chgData name="Alexis MARTIN" userId="ec32c3d9-5957-42d0-8757-996fd533d25b" providerId="ADAL" clId="{B76BE869-635B-4DC9-A437-AFDC8BC5A345}" dt="2026-06-04T12:17:24.119" v="2540"/>
          <ac:spMkLst>
            <pc:docMk/>
            <pc:sldMk cId="2714479675" sldId="328"/>
            <ac:spMk id="6" creationId="{FC4589E4-934E-D134-074F-838546B8DA38}"/>
          </ac:spMkLst>
        </pc:spChg>
        <pc:spChg chg="mod">
          <ac:chgData name="Alexis MARTIN" userId="ec32c3d9-5957-42d0-8757-996fd533d25b" providerId="ADAL" clId="{B76BE869-635B-4DC9-A437-AFDC8BC5A345}" dt="2026-06-02T10:02:56.080" v="1294" actId="20577"/>
          <ac:spMkLst>
            <pc:docMk/>
            <pc:sldMk cId="2714479675" sldId="328"/>
            <ac:spMk id="10" creationId="{3F9F5418-363C-F875-8511-E9C6A08F9979}"/>
          </ac:spMkLst>
        </pc:spChg>
        <pc:spChg chg="mod">
          <ac:chgData name="Alexis MARTIN" userId="ec32c3d9-5957-42d0-8757-996fd533d25b" providerId="ADAL" clId="{B76BE869-635B-4DC9-A437-AFDC8BC5A345}" dt="2026-06-04T12:13:00.066" v="2463" actId="20577"/>
          <ac:spMkLst>
            <pc:docMk/>
            <pc:sldMk cId="2714479675" sldId="328"/>
            <ac:spMk id="11" creationId="{2EF674B9-FF6E-37BE-6848-4BFDF4B6A534}"/>
          </ac:spMkLst>
        </pc:spChg>
        <pc:grpChg chg="add mod">
          <ac:chgData name="Alexis MARTIN" userId="ec32c3d9-5957-42d0-8757-996fd533d25b" providerId="ADAL" clId="{B76BE869-635B-4DC9-A437-AFDC8BC5A345}" dt="2026-06-04T12:14:31.395" v="2470" actId="14100"/>
          <ac:grpSpMkLst>
            <pc:docMk/>
            <pc:sldMk cId="2714479675" sldId="328"/>
            <ac:grpSpMk id="13" creationId="{A45779E7-067B-594A-1F77-68B7047C2A72}"/>
          </ac:grpSpMkLst>
        </pc:grpChg>
        <pc:picChg chg="add mod modCrop">
          <ac:chgData name="Alexis MARTIN" userId="ec32c3d9-5957-42d0-8757-996fd533d25b" providerId="ADAL" clId="{B76BE869-635B-4DC9-A437-AFDC8BC5A345}" dt="2026-06-04T12:14:01.479" v="2467" actId="732"/>
          <ac:picMkLst>
            <pc:docMk/>
            <pc:sldMk cId="2714479675" sldId="328"/>
            <ac:picMk id="7" creationId="{532DA0ED-9322-2EAF-03A4-01860417D620}"/>
          </ac:picMkLst>
        </pc:picChg>
        <pc:picChg chg="add mod modCrop">
          <ac:chgData name="Alexis MARTIN" userId="ec32c3d9-5957-42d0-8757-996fd533d25b" providerId="ADAL" clId="{B76BE869-635B-4DC9-A437-AFDC8BC5A345}" dt="2026-06-04T12:14:10.182" v="2468" actId="732"/>
          <ac:picMkLst>
            <pc:docMk/>
            <pc:sldMk cId="2714479675" sldId="328"/>
            <ac:picMk id="12" creationId="{D294962C-0830-5464-8671-6829F7370624}"/>
          </ac:picMkLst>
        </pc:picChg>
        <pc:picChg chg="add mod">
          <ac:chgData name="Alexis MARTIN" userId="ec32c3d9-5957-42d0-8757-996fd533d25b" providerId="ADAL" clId="{B76BE869-635B-4DC9-A437-AFDC8BC5A345}" dt="2026-06-04T12:14:48.003" v="2483" actId="14100"/>
          <ac:picMkLst>
            <pc:docMk/>
            <pc:sldMk cId="2714479675" sldId="328"/>
            <ac:picMk id="16" creationId="{AD67B29B-EA83-5B32-48A1-3131E8BA41F9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7:28.846" v="2542"/>
        <pc:sldMkLst>
          <pc:docMk/>
          <pc:sldMk cId="3464787596" sldId="329"/>
        </pc:sldMkLst>
        <pc:spChg chg="mod">
          <ac:chgData name="Alexis MARTIN" userId="ec32c3d9-5957-42d0-8757-996fd533d25b" providerId="ADAL" clId="{B76BE869-635B-4DC9-A437-AFDC8BC5A345}" dt="2026-06-02T09:49:23.615" v="1083" actId="20577"/>
          <ac:spMkLst>
            <pc:docMk/>
            <pc:sldMk cId="3464787596" sldId="329"/>
            <ac:spMk id="4" creationId="{41C410DD-AC2E-AFA3-E3AD-7C29D6B091AC}"/>
          </ac:spMkLst>
        </pc:spChg>
        <pc:spChg chg="del">
          <ac:chgData name="Alexis MARTIN" userId="ec32c3d9-5957-42d0-8757-996fd533d25b" providerId="ADAL" clId="{B76BE869-635B-4DC9-A437-AFDC8BC5A345}" dt="2026-06-04T12:17:28.650" v="2541" actId="478"/>
          <ac:spMkLst>
            <pc:docMk/>
            <pc:sldMk cId="3464787596" sldId="329"/>
            <ac:spMk id="5" creationId="{90627C84-D55E-F528-7F44-F5CA79C4F415}"/>
          </ac:spMkLst>
        </pc:spChg>
        <pc:spChg chg="add mod">
          <ac:chgData name="Alexis MARTIN" userId="ec32c3d9-5957-42d0-8757-996fd533d25b" providerId="ADAL" clId="{B76BE869-635B-4DC9-A437-AFDC8BC5A345}" dt="2026-06-04T12:17:28.846" v="2542"/>
          <ac:spMkLst>
            <pc:docMk/>
            <pc:sldMk cId="3464787596" sldId="329"/>
            <ac:spMk id="6" creationId="{8557B46F-9FCB-6D60-194C-4D2670CA540F}"/>
          </ac:spMkLst>
        </pc:spChg>
        <pc:spChg chg="mod">
          <ac:chgData name="Alexis MARTIN" userId="ec32c3d9-5957-42d0-8757-996fd533d25b" providerId="ADAL" clId="{B76BE869-635B-4DC9-A437-AFDC8BC5A345}" dt="2026-06-02T11:36:50.798" v="1328" actId="20577"/>
          <ac:spMkLst>
            <pc:docMk/>
            <pc:sldMk cId="3464787596" sldId="329"/>
            <ac:spMk id="10" creationId="{59C4ABFC-0B0E-BD25-0399-D8EC0F0D802B}"/>
          </ac:spMkLst>
        </pc:spChg>
        <pc:spChg chg="mod">
          <ac:chgData name="Alexis MARTIN" userId="ec32c3d9-5957-42d0-8757-996fd533d25b" providerId="ADAL" clId="{B76BE869-635B-4DC9-A437-AFDC8BC5A345}" dt="2026-06-02T09:51:12.440" v="1135" actId="115"/>
          <ac:spMkLst>
            <pc:docMk/>
            <pc:sldMk cId="3464787596" sldId="329"/>
            <ac:spMk id="11" creationId="{9C545AF4-D7D6-E30F-A49A-2DB3803C6F1B}"/>
          </ac:spMkLst>
        </pc:spChg>
        <pc:picChg chg="add mod">
          <ac:chgData name="Alexis MARTIN" userId="ec32c3d9-5957-42d0-8757-996fd533d25b" providerId="ADAL" clId="{B76BE869-635B-4DC9-A437-AFDC8BC5A345}" dt="2026-06-02T09:51:39.590" v="1139" actId="1076"/>
          <ac:picMkLst>
            <pc:docMk/>
            <pc:sldMk cId="3464787596" sldId="329"/>
            <ac:picMk id="9" creationId="{2175F017-46D1-5EE4-6C2B-0941792939F9}"/>
          </ac:picMkLst>
        </pc:picChg>
        <pc:picChg chg="add mod">
          <ac:chgData name="Alexis MARTIN" userId="ec32c3d9-5957-42d0-8757-996fd533d25b" providerId="ADAL" clId="{B76BE869-635B-4DC9-A437-AFDC8BC5A345}" dt="2026-06-02T09:52:17.036" v="1141" actId="1076"/>
          <ac:picMkLst>
            <pc:docMk/>
            <pc:sldMk cId="3464787596" sldId="329"/>
            <ac:picMk id="17" creationId="{25044C52-9B55-1B99-6AB3-A7F3B996275E}"/>
          </ac:picMkLst>
        </pc:picChg>
        <pc:picChg chg="add mod">
          <ac:chgData name="Alexis MARTIN" userId="ec32c3d9-5957-42d0-8757-996fd533d25b" providerId="ADAL" clId="{B76BE869-635B-4DC9-A437-AFDC8BC5A345}" dt="2026-06-02T11:33:32.912" v="1298" actId="1076"/>
          <ac:picMkLst>
            <pc:docMk/>
            <pc:sldMk cId="3464787596" sldId="329"/>
            <ac:picMk id="19" creationId="{A7D36F6C-B1EB-A62A-D4C4-3DCC3F0FA422}"/>
          </ac:picMkLst>
        </pc:picChg>
        <pc:picChg chg="add mod modCrop">
          <ac:chgData name="Alexis MARTIN" userId="ec32c3d9-5957-42d0-8757-996fd533d25b" providerId="ADAL" clId="{B76BE869-635B-4DC9-A437-AFDC8BC5A345}" dt="2026-06-02T11:36:00.051" v="1308" actId="1076"/>
          <ac:picMkLst>
            <pc:docMk/>
            <pc:sldMk cId="3464787596" sldId="329"/>
            <ac:picMk id="21" creationId="{1A0A726F-050B-990E-3A09-2919C3B32233}"/>
          </ac:picMkLst>
        </pc:picChg>
      </pc:sldChg>
      <pc:sldChg chg="addSp delSp modSp new mod ord">
        <pc:chgData name="Alexis MARTIN" userId="ec32c3d9-5957-42d0-8757-996fd533d25b" providerId="ADAL" clId="{B76BE869-635B-4DC9-A437-AFDC8BC5A345}" dt="2026-06-04T12:16:53.726" v="2532" actId="207"/>
        <pc:sldMkLst>
          <pc:docMk/>
          <pc:sldMk cId="1179232946" sldId="330"/>
        </pc:sldMkLst>
        <pc:spChg chg="add mod">
          <ac:chgData name="Alexis MARTIN" userId="ec32c3d9-5957-42d0-8757-996fd533d25b" providerId="ADAL" clId="{B76BE869-635B-4DC9-A437-AFDC8BC5A345}" dt="2026-06-04T12:16:53.726" v="2532" actId="207"/>
          <ac:spMkLst>
            <pc:docMk/>
            <pc:sldMk cId="1179232946" sldId="330"/>
            <ac:spMk id="3" creationId="{743EADD7-B1DE-DDB3-BDD5-4E44255223F1}"/>
          </ac:spMkLst>
        </pc:spChg>
        <pc:spChg chg="add mod">
          <ac:chgData name="Alexis MARTIN" userId="ec32c3d9-5957-42d0-8757-996fd533d25b" providerId="ADAL" clId="{B76BE869-635B-4DC9-A437-AFDC8BC5A345}" dt="2026-06-02T11:41:02.999" v="1337" actId="20577"/>
          <ac:spMkLst>
            <pc:docMk/>
            <pc:sldMk cId="1179232946" sldId="330"/>
            <ac:spMk id="4" creationId="{695C7C93-BBA7-1D6B-3244-27F49E4BB922}"/>
          </ac:spMkLst>
        </pc:spChg>
        <pc:spChg chg="add mod">
          <ac:chgData name="Alexis MARTIN" userId="ec32c3d9-5957-42d0-8757-996fd533d25b" providerId="ADAL" clId="{B76BE869-635B-4DC9-A437-AFDC8BC5A345}" dt="2026-06-02T12:35:45.384" v="1500" actId="1035"/>
          <ac:spMkLst>
            <pc:docMk/>
            <pc:sldMk cId="1179232946" sldId="330"/>
            <ac:spMk id="7" creationId="{7C529F6C-DBF7-2F74-72D9-1AA597D32724}"/>
          </ac:spMkLst>
        </pc:spChg>
        <pc:spChg chg="add mod">
          <ac:chgData name="Alexis MARTIN" userId="ec32c3d9-5957-42d0-8757-996fd533d25b" providerId="ADAL" clId="{B76BE869-635B-4DC9-A437-AFDC8BC5A345}" dt="2026-06-02T12:45:01.982" v="1567" actId="20577"/>
          <ac:spMkLst>
            <pc:docMk/>
            <pc:sldMk cId="1179232946" sldId="330"/>
            <ac:spMk id="9" creationId="{8E54667B-17B9-F2B3-73AA-D1475E36347A}"/>
          </ac:spMkLst>
        </pc:spChg>
        <pc:grpChg chg="add mod">
          <ac:chgData name="Alexis MARTIN" userId="ec32c3d9-5957-42d0-8757-996fd533d25b" providerId="ADAL" clId="{B76BE869-635B-4DC9-A437-AFDC8BC5A345}" dt="2026-06-02T12:37:39.590" v="1545" actId="164"/>
          <ac:grpSpMkLst>
            <pc:docMk/>
            <pc:sldMk cId="1179232946" sldId="330"/>
            <ac:grpSpMk id="26" creationId="{B683455D-818C-059C-9F62-FF81293974BA}"/>
          </ac:grpSpMkLst>
        </pc:grpChg>
        <pc:picChg chg="add mod">
          <ac:chgData name="Alexis MARTIN" userId="ec32c3d9-5957-42d0-8757-996fd533d25b" providerId="ADAL" clId="{B76BE869-635B-4DC9-A437-AFDC8BC5A345}" dt="2026-06-02T12:35:47.860" v="1504" actId="1035"/>
          <ac:picMkLst>
            <pc:docMk/>
            <pc:sldMk cId="1179232946" sldId="330"/>
            <ac:picMk id="6" creationId="{299E5EB4-3868-3BFE-89A4-E96048C351F7}"/>
          </ac:picMkLst>
        </pc:picChg>
        <pc:picChg chg="add mod">
          <ac:chgData name="Alexis MARTIN" userId="ec32c3d9-5957-42d0-8757-996fd533d25b" providerId="ADAL" clId="{B76BE869-635B-4DC9-A437-AFDC8BC5A345}" dt="2026-06-02T12:35:28.632" v="1485" actId="1036"/>
          <ac:picMkLst>
            <pc:docMk/>
            <pc:sldMk cId="1179232946" sldId="330"/>
            <ac:picMk id="13" creationId="{1A57E777-9863-B416-2B36-64954E140FDB}"/>
          </ac:picMkLst>
        </pc:picChg>
        <pc:picChg chg="add mod">
          <ac:chgData name="Alexis MARTIN" userId="ec32c3d9-5957-42d0-8757-996fd533d25b" providerId="ADAL" clId="{B76BE869-635B-4DC9-A437-AFDC8BC5A345}" dt="2026-06-02T12:35:28.632" v="1485" actId="1036"/>
          <ac:picMkLst>
            <pc:docMk/>
            <pc:sldMk cId="1179232946" sldId="330"/>
            <ac:picMk id="15" creationId="{70BEBD97-A38C-B533-5507-60880729E71D}"/>
          </ac:picMkLst>
        </pc:picChg>
        <pc:picChg chg="add mod modCrop">
          <ac:chgData name="Alexis MARTIN" userId="ec32c3d9-5957-42d0-8757-996fd533d25b" providerId="ADAL" clId="{B76BE869-635B-4DC9-A437-AFDC8BC5A345}" dt="2026-06-02T12:09:01.786" v="1458" actId="1076"/>
          <ac:picMkLst>
            <pc:docMk/>
            <pc:sldMk cId="1179232946" sldId="330"/>
            <ac:picMk id="17" creationId="{A695AF0A-1363-5890-E1CB-A432ED72BB9C}"/>
          </ac:picMkLst>
        </pc:picChg>
        <pc:picChg chg="add mod modCrop">
          <ac:chgData name="Alexis MARTIN" userId="ec32c3d9-5957-42d0-8757-996fd533d25b" providerId="ADAL" clId="{B76BE869-635B-4DC9-A437-AFDC8BC5A345}" dt="2026-06-02T12:09:47.459" v="1470" actId="1076"/>
          <ac:picMkLst>
            <pc:docMk/>
            <pc:sldMk cId="1179232946" sldId="330"/>
            <ac:picMk id="19" creationId="{418910B5-2B26-DD8D-FBC0-558F09DEF5FD}"/>
          </ac:picMkLst>
        </pc:picChg>
        <pc:picChg chg="add mod modCrop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1" creationId="{51C76527-D259-4378-0D2F-327E688F2F88}"/>
          </ac:picMkLst>
        </pc:picChg>
        <pc:picChg chg="add mod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3" creationId="{DABE122C-1AD2-A12D-FCFD-75FF2FF6DED2}"/>
          </ac:picMkLst>
        </pc:picChg>
        <pc:picChg chg="add mod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5" creationId="{CC3E0B24-2D48-5A90-079D-B8F0CEABAC2A}"/>
          </ac:picMkLst>
        </pc:picChg>
        <pc:cxnChg chg="add mod">
          <ac:chgData name="Alexis MARTIN" userId="ec32c3d9-5957-42d0-8757-996fd533d25b" providerId="ADAL" clId="{B76BE869-635B-4DC9-A437-AFDC8BC5A345}" dt="2026-06-02T11:40:55.022" v="1332"/>
          <ac:cxnSpMkLst>
            <pc:docMk/>
            <pc:sldMk cId="1179232946" sldId="330"/>
            <ac:cxnSpMk id="2" creationId="{2BBCBD67-B11D-C5CC-A3F6-340B0CBB761C}"/>
          </ac:cxnSpMkLst>
        </pc:cxnChg>
      </pc:sldChg>
      <pc:sldChg chg="addSp delSp modSp add mod">
        <pc:chgData name="Alexis MARTIN" userId="ec32c3d9-5957-42d0-8757-996fd533d25b" providerId="ADAL" clId="{B76BE869-635B-4DC9-A437-AFDC8BC5A345}" dt="2026-06-04T12:17:02.429" v="2534"/>
        <pc:sldMkLst>
          <pc:docMk/>
          <pc:sldMk cId="1147546235" sldId="331"/>
        </pc:sldMkLst>
        <pc:spChg chg="del">
          <ac:chgData name="Alexis MARTIN" userId="ec32c3d9-5957-42d0-8757-996fd533d25b" providerId="ADAL" clId="{B76BE869-635B-4DC9-A437-AFDC8BC5A345}" dt="2026-06-04T12:17:02.189" v="2533" actId="478"/>
          <ac:spMkLst>
            <pc:docMk/>
            <pc:sldMk cId="1147546235" sldId="331"/>
            <ac:spMk id="3" creationId="{9BDEBDD6-3A49-D0A1-A299-064A7630F491}"/>
          </ac:spMkLst>
        </pc:spChg>
        <pc:spChg chg="add mod">
          <ac:chgData name="Alexis MARTIN" userId="ec32c3d9-5957-42d0-8757-996fd533d25b" providerId="ADAL" clId="{B76BE869-635B-4DC9-A437-AFDC8BC5A345}" dt="2026-06-04T12:17:02.429" v="2534"/>
          <ac:spMkLst>
            <pc:docMk/>
            <pc:sldMk cId="1147546235" sldId="331"/>
            <ac:spMk id="5" creationId="{F56B0515-0BE6-0863-CDA4-FB77B3C040BB}"/>
          </ac:spMkLst>
        </pc:spChg>
        <pc:spChg chg="mod">
          <ac:chgData name="Alexis MARTIN" userId="ec32c3d9-5957-42d0-8757-996fd533d25b" providerId="ADAL" clId="{B76BE869-635B-4DC9-A437-AFDC8BC5A345}" dt="2026-06-03T12:02:46.786" v="1647" actId="20577"/>
          <ac:spMkLst>
            <pc:docMk/>
            <pc:sldMk cId="1147546235" sldId="331"/>
            <ac:spMk id="9" creationId="{7FBDE935-4967-C75E-3C29-06C7A5B70D5A}"/>
          </ac:spMkLst>
        </pc:spChg>
        <pc:spChg chg="add mod">
          <ac:chgData name="Alexis MARTIN" userId="ec32c3d9-5957-42d0-8757-996fd533d25b" providerId="ADAL" clId="{B76BE869-635B-4DC9-A437-AFDC8BC5A345}" dt="2026-06-03T12:03:32.481" v="1716" actId="20577"/>
          <ac:spMkLst>
            <pc:docMk/>
            <pc:sldMk cId="1147546235" sldId="331"/>
            <ac:spMk id="20" creationId="{4E0C3F66-0F64-C176-552A-C418373D3544}"/>
          </ac:spMkLst>
        </pc:spChg>
        <pc:graphicFrameChg chg="add mod modGraphic">
          <ac:chgData name="Alexis MARTIN" userId="ec32c3d9-5957-42d0-8757-996fd533d25b" providerId="ADAL" clId="{B76BE869-635B-4DC9-A437-AFDC8BC5A345}" dt="2026-06-03T12:07:51.364" v="1930" actId="20577"/>
          <ac:graphicFrameMkLst>
            <pc:docMk/>
            <pc:sldMk cId="1147546235" sldId="331"/>
            <ac:graphicFrameMk id="24" creationId="{DF116410-63C1-9191-420C-EDC6659D51D7}"/>
          </ac:graphicFrameMkLst>
        </pc:graphicFrameChg>
      </pc:sldChg>
      <pc:sldChg chg="addSp delSp modSp add del mod">
        <pc:chgData name="Alexis MARTIN" userId="ec32c3d9-5957-42d0-8757-996fd533d25b" providerId="ADAL" clId="{B76BE869-635B-4DC9-A437-AFDC8BC5A345}" dt="2026-06-04T07:19:34.717" v="1959" actId="47"/>
        <pc:sldMkLst>
          <pc:docMk/>
          <pc:sldMk cId="2666204159" sldId="332"/>
        </pc:sldMkLst>
        <pc:spChg chg="mod">
          <ac:chgData name="Alexis MARTIN" userId="ec32c3d9-5957-42d0-8757-996fd533d25b" providerId="ADAL" clId="{B76BE869-635B-4DC9-A437-AFDC8BC5A345}" dt="2026-06-04T07:18:12.042" v="1943" actId="20577"/>
          <ac:spMkLst>
            <pc:docMk/>
            <pc:sldMk cId="2666204159" sldId="332"/>
            <ac:spMk id="4" creationId="{0482B23D-A0BC-7BC7-4AC5-9F95FFEEBF53}"/>
          </ac:spMkLst>
        </pc:spChg>
        <pc:picChg chg="add mod">
          <ac:chgData name="Alexis MARTIN" userId="ec32c3d9-5957-42d0-8757-996fd533d25b" providerId="ADAL" clId="{B76BE869-635B-4DC9-A437-AFDC8BC5A345}" dt="2026-06-04T07:18:16.325" v="1945" actId="14100"/>
          <ac:picMkLst>
            <pc:docMk/>
            <pc:sldMk cId="2666204159" sldId="332"/>
            <ac:picMk id="3" creationId="{135C4669-FFD5-CB3F-DD8B-B3ACB43DE809}"/>
          </ac:picMkLst>
        </pc:picChg>
        <pc:picChg chg="del">
          <ac:chgData name="Alexis MARTIN" userId="ec32c3d9-5957-42d0-8757-996fd533d25b" providerId="ADAL" clId="{B76BE869-635B-4DC9-A437-AFDC8BC5A345}" dt="2026-06-04T07:18:04.268" v="1932" actId="478"/>
          <ac:picMkLst>
            <pc:docMk/>
            <pc:sldMk cId="2666204159" sldId="332"/>
            <ac:picMk id="6" creationId="{CC5E0D1C-5EFE-EB5D-D749-F8DE2153BE3A}"/>
          </ac:picMkLst>
        </pc:picChg>
      </pc:sldChg>
      <pc:sldChg chg="delSp modSp add mod">
        <pc:chgData name="Alexis MARTIN" userId="ec32c3d9-5957-42d0-8757-996fd533d25b" providerId="ADAL" clId="{B76BE869-635B-4DC9-A437-AFDC8BC5A345}" dt="2026-06-04T12:18:29.223" v="2551"/>
        <pc:sldMkLst>
          <pc:docMk/>
          <pc:sldMk cId="3790002621" sldId="332"/>
        </pc:sldMkLst>
        <pc:spChg chg="mod">
          <ac:chgData name="Alexis MARTIN" userId="ec32c3d9-5957-42d0-8757-996fd533d25b" providerId="ADAL" clId="{B76BE869-635B-4DC9-A437-AFDC8BC5A345}" dt="2026-06-04T12:18:29.223" v="2551"/>
          <ac:spMkLst>
            <pc:docMk/>
            <pc:sldMk cId="3790002621" sldId="332"/>
            <ac:spMk id="11" creationId="{B7E30B61-A0CA-2C04-58B7-C7341D8EAE29}"/>
          </ac:spMkLst>
        </pc:spChg>
        <pc:picChg chg="del">
          <ac:chgData name="Alexis MARTIN" userId="ec32c3d9-5957-42d0-8757-996fd533d25b" providerId="ADAL" clId="{B76BE869-635B-4DC9-A437-AFDC8BC5A345}" dt="2026-06-04T07:44:32.525" v="2113" actId="478"/>
          <ac:picMkLst>
            <pc:docMk/>
            <pc:sldMk cId="3790002621" sldId="332"/>
            <ac:picMk id="6" creationId="{E0BC76D7-8C87-9A6A-5E28-0C0199C64E80}"/>
          </ac:picMkLst>
        </pc:picChg>
        <pc:picChg chg="mod">
          <ac:chgData name="Alexis MARTIN" userId="ec32c3d9-5957-42d0-8757-996fd533d25b" providerId="ADAL" clId="{B76BE869-635B-4DC9-A437-AFDC8BC5A345}" dt="2026-06-04T07:51:06.074" v="2209" actId="1076"/>
          <ac:picMkLst>
            <pc:docMk/>
            <pc:sldMk cId="3790002621" sldId="332"/>
            <ac:picMk id="7" creationId="{6E8DF1A0-D979-6CE7-683A-44DD1F5F889D}"/>
          </ac:picMkLst>
        </pc:picChg>
        <pc:picChg chg="mod">
          <ac:chgData name="Alexis MARTIN" userId="ec32c3d9-5957-42d0-8757-996fd533d25b" providerId="ADAL" clId="{B76BE869-635B-4DC9-A437-AFDC8BC5A345}" dt="2026-06-04T07:51:06.074" v="2209" actId="1076"/>
          <ac:picMkLst>
            <pc:docMk/>
            <pc:sldMk cId="3790002621" sldId="332"/>
            <ac:picMk id="10" creationId="{39A32C12-9126-6F95-6996-67810FB19E08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8:39.737" v="2557"/>
        <pc:sldMkLst>
          <pc:docMk/>
          <pc:sldMk cId="2326023593" sldId="333"/>
        </pc:sldMkLst>
        <pc:spChg chg="mod">
          <ac:chgData name="Alexis MARTIN" userId="ec32c3d9-5957-42d0-8757-996fd533d25b" providerId="ADAL" clId="{B76BE869-635B-4DC9-A437-AFDC8BC5A345}" dt="2026-06-04T07:53:50.594" v="2233" actId="14100"/>
          <ac:spMkLst>
            <pc:docMk/>
            <pc:sldMk cId="2326023593" sldId="333"/>
            <ac:spMk id="4" creationId="{8E5DE071-903A-13E1-7D30-9D549CEC8F63}"/>
          </ac:spMkLst>
        </pc:spChg>
        <pc:spChg chg="mod">
          <ac:chgData name="Alexis MARTIN" userId="ec32c3d9-5957-42d0-8757-996fd533d25b" providerId="ADAL" clId="{B76BE869-635B-4DC9-A437-AFDC8BC5A345}" dt="2026-06-04T12:18:39.737" v="2557"/>
          <ac:spMkLst>
            <pc:docMk/>
            <pc:sldMk cId="2326023593" sldId="333"/>
            <ac:spMk id="7" creationId="{D72E0C83-A60E-82DC-AFFC-1B74076FC333}"/>
          </ac:spMkLst>
        </pc:spChg>
        <pc:spChg chg="add mod">
          <ac:chgData name="Alexis MARTIN" userId="ec32c3d9-5957-42d0-8757-996fd533d25b" providerId="ADAL" clId="{B76BE869-635B-4DC9-A437-AFDC8BC5A345}" dt="2026-06-04T07:58:14.494" v="2251" actId="1076"/>
          <ac:spMkLst>
            <pc:docMk/>
            <pc:sldMk cId="2326023593" sldId="333"/>
            <ac:spMk id="17" creationId="{D01C1478-D965-6D3A-DA8C-5AB493373014}"/>
          </ac:spMkLst>
        </pc:spChg>
        <pc:picChg chg="del">
          <ac:chgData name="Alexis MARTIN" userId="ec32c3d9-5957-42d0-8757-996fd533d25b" providerId="ADAL" clId="{B76BE869-635B-4DC9-A437-AFDC8BC5A345}" dt="2026-06-04T07:53:33.524" v="2217" actId="478"/>
          <ac:picMkLst>
            <pc:docMk/>
            <pc:sldMk cId="2326023593" sldId="333"/>
            <ac:picMk id="3" creationId="{CBF31F34-C896-C6EB-2C93-B99BA884C1D1}"/>
          </ac:picMkLst>
        </pc:picChg>
        <pc:picChg chg="add mod">
          <ac:chgData name="Alexis MARTIN" userId="ec32c3d9-5957-42d0-8757-996fd533d25b" providerId="ADAL" clId="{B76BE869-635B-4DC9-A437-AFDC8BC5A345}" dt="2026-06-04T07:56:05.454" v="2243" actId="1076"/>
          <ac:picMkLst>
            <pc:docMk/>
            <pc:sldMk cId="2326023593" sldId="333"/>
            <ac:picMk id="6" creationId="{286AD931-4942-4508-AA5F-C7D260269E4F}"/>
          </ac:picMkLst>
        </pc:picChg>
        <pc:picChg chg="del">
          <ac:chgData name="Alexis MARTIN" userId="ec32c3d9-5957-42d0-8757-996fd533d25b" providerId="ADAL" clId="{B76BE869-635B-4DC9-A437-AFDC8BC5A345}" dt="2026-06-04T07:53:33.524" v="2217" actId="478"/>
          <ac:picMkLst>
            <pc:docMk/>
            <pc:sldMk cId="2326023593" sldId="333"/>
            <ac:picMk id="11" creationId="{CC013E51-6339-A3DA-62C5-A9BF55A29C45}"/>
          </ac:picMkLst>
        </pc:picChg>
        <pc:picChg chg="add mod">
          <ac:chgData name="Alexis MARTIN" userId="ec32c3d9-5957-42d0-8757-996fd533d25b" providerId="ADAL" clId="{B76BE869-635B-4DC9-A437-AFDC8BC5A345}" dt="2026-06-04T07:56:06.928" v="2244" actId="1076"/>
          <ac:picMkLst>
            <pc:docMk/>
            <pc:sldMk cId="2326023593" sldId="333"/>
            <ac:picMk id="12" creationId="{953599EA-E217-C686-116B-ABE2A30CC6C2}"/>
          </ac:picMkLst>
        </pc:picChg>
        <pc:picChg chg="del">
          <ac:chgData name="Alexis MARTIN" userId="ec32c3d9-5957-42d0-8757-996fd533d25b" providerId="ADAL" clId="{B76BE869-635B-4DC9-A437-AFDC8BC5A345}" dt="2026-06-04T07:53:33.524" v="2217" actId="478"/>
          <ac:picMkLst>
            <pc:docMk/>
            <pc:sldMk cId="2326023593" sldId="333"/>
            <ac:picMk id="13" creationId="{48F399C0-987E-24AD-711A-E3FFE2B928F2}"/>
          </ac:picMkLst>
        </pc:picChg>
        <pc:picChg chg="add mod">
          <ac:chgData name="Alexis MARTIN" userId="ec32c3d9-5957-42d0-8757-996fd533d25b" providerId="ADAL" clId="{B76BE869-635B-4DC9-A437-AFDC8BC5A345}" dt="2026-06-04T07:58:18.394" v="2253" actId="1076"/>
          <ac:picMkLst>
            <pc:docMk/>
            <pc:sldMk cId="2326023593" sldId="333"/>
            <ac:picMk id="15" creationId="{D4183710-55B0-86F6-672B-AA8D0FAE2D3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04/06/2026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3490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Autocicatrisation</a:t>
            </a:r>
            <a:r>
              <a:rPr lang="fr-FR" dirty="0"/>
              <a:t> : apparition d’un arc qui vaporise le film métallique puis apparition d’oxyde isolant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1693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4066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AF19-4551-70B1-1398-842A1021E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BD7A715-05A9-6806-7E94-825D6B36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7A4DA69-8F91-4F3F-9951-17C4D61BAD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25851F-9FE7-1E96-7A34-A72EA6649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2266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5.wmf"/><Relationship Id="rId10" Type="http://schemas.openxmlformats.org/officeDocument/2006/relationships/image" Target="../media/image8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13" Type="http://schemas.openxmlformats.org/officeDocument/2006/relationships/image" Target="../media/image21.wmf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12" Type="http://schemas.openxmlformats.org/officeDocument/2006/relationships/oleObject" Target="../embeddings/oleObject11.bin"/><Relationship Id="rId17" Type="http://schemas.openxmlformats.org/officeDocument/2006/relationships/image" Target="../media/image23.wmf"/><Relationship Id="rId2" Type="http://schemas.openxmlformats.org/officeDocument/2006/relationships/oleObject" Target="../embeddings/oleObject6.bin"/><Relationship Id="rId16" Type="http://schemas.openxmlformats.org/officeDocument/2006/relationships/oleObject" Target="../embeddings/oleObject1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20.wmf"/><Relationship Id="rId5" Type="http://schemas.openxmlformats.org/officeDocument/2006/relationships/image" Target="../media/image17.wmf"/><Relationship Id="rId15" Type="http://schemas.openxmlformats.org/officeDocument/2006/relationships/image" Target="../media/image22.wmf"/><Relationship Id="rId10" Type="http://schemas.openxmlformats.org/officeDocument/2006/relationships/oleObject" Target="../embeddings/oleObject10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19.wmf"/><Relationship Id="rId14" Type="http://schemas.openxmlformats.org/officeDocument/2006/relationships/oleObject" Target="../embeddings/oleObject12.bin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wmf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wmf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1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wmf"/><Relationship Id="rId2" Type="http://schemas.openxmlformats.org/officeDocument/2006/relationships/image" Target="../media/image60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w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emf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Energy Conversion I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274936"/>
            <a:ext cx="808461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Switch mode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</a:rPr>
              <a:t>Power components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Passive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Coil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Transformer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Capacitor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Active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Diodes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Transistors</a:t>
            </a:r>
            <a:endParaRPr lang="fr-FR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2000" dirty="0"/>
              <a:t>Protections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2000" dirty="0"/>
              <a:t>Fuses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2000" dirty="0"/>
              <a:t>Thermistors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2000" dirty="0"/>
              <a:t>ESD protection</a:t>
            </a:r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Passive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/>
        </p:nvSpPr>
        <p:spPr>
          <a:xfrm>
            <a:off x="0" y="0"/>
            <a:ext cx="24799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coil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580851"/>
              </p:ext>
            </p:extLst>
          </p:nvPr>
        </p:nvGraphicFramePr>
        <p:xfrm>
          <a:off x="3416657" y="1753281"/>
          <a:ext cx="4103688" cy="2305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240024" imgH="1819656" progId="Word.Picture.8">
                  <p:embed/>
                </p:oleObj>
              </mc:Choice>
              <mc:Fallback>
                <p:oleObj name="Image" r:id="rId2" imgW="3240024" imgH="1819656" progId="Word.Picture.8">
                  <p:embed/>
                  <p:pic>
                    <p:nvPicPr>
                      <p:cNvPr id="2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16657" y="1753281"/>
                        <a:ext cx="4103688" cy="2305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0908420"/>
              </p:ext>
            </p:extLst>
          </p:nvPr>
        </p:nvGraphicFramePr>
        <p:xfrm>
          <a:off x="8468082" y="1858056"/>
          <a:ext cx="1727200" cy="80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48975" imgH="355446" progId="Equation.3">
                  <p:embed/>
                </p:oleObj>
              </mc:Choice>
              <mc:Fallback>
                <p:oleObj name="Equation" r:id="rId4" imgW="748975" imgH="355446" progId="Equation.3">
                  <p:embed/>
                  <p:pic>
                    <p:nvPicPr>
                      <p:cNvPr id="2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68082" y="1858056"/>
                        <a:ext cx="1727200" cy="809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867202"/>
              </p:ext>
            </p:extLst>
          </p:nvPr>
        </p:nvGraphicFramePr>
        <p:xfrm>
          <a:off x="9044345" y="2723243"/>
          <a:ext cx="8636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17362" progId="Equation.3">
                  <p:embed/>
                </p:oleObj>
              </mc:Choice>
              <mc:Fallback>
                <p:oleObj name="Equation" r:id="rId6" imgW="368140" imgH="317362" progId="Equation.3">
                  <p:embed/>
                  <p:pic>
                    <p:nvPicPr>
                      <p:cNvPr id="2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44345" y="2723243"/>
                        <a:ext cx="8636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Rectangle 9"/>
          <p:cNvSpPr>
            <a:spLocks noChangeArrowheads="1"/>
          </p:cNvSpPr>
          <p:nvPr/>
        </p:nvSpPr>
        <p:spPr bwMode="auto">
          <a:xfrm>
            <a:off x="3427770" y="4788581"/>
            <a:ext cx="4103687" cy="1323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= B.S  : elementary flux (real flux)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endParaRPr lang="en-CA" altLang="fr-FR" sz="20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F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</a:t>
            </a:r>
            <a:r>
              <a:rPr lang="en-CA" altLang="fr-FR" sz="2000" b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N.</a:t>
            </a:r>
            <a:r>
              <a:rPr lang="en-CA" altLang="fr-FR" sz="2000" b="1" dirty="0" err="1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L.I   : “total flux” (sawn by the electrical circuit)</a:t>
            </a:r>
            <a:endParaRPr lang="en-CA" altLang="fr-FR" sz="18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fr-FR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𝒊𝒓𝒄𝒖𝒊𝒕</m:t>
                              </m:r>
                            </m:sub>
                            <m:sup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𝒅𝒍</m:t>
                                  </m:r>
                                </m:num>
                                <m:den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/>
              <p:cNvSpPr txBox="1"/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den>
                      </m:f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3" name="ZoneText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ZoneTexte 2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Hysteresis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0455507"/>
              </p:ext>
            </p:extLst>
          </p:nvPr>
        </p:nvGraphicFramePr>
        <p:xfrm>
          <a:off x="3094264" y="1426709"/>
          <a:ext cx="4895850" cy="3986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453128" imgH="3636264" progId="Word.Picture.8">
                  <p:embed/>
                </p:oleObj>
              </mc:Choice>
              <mc:Fallback>
                <p:oleObj name="Image" r:id="rId2" imgW="4453128" imgH="3636264" progId="Word.Picture.8">
                  <p:embed/>
                  <p:pic>
                    <p:nvPicPr>
                      <p:cNvPr id="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4264" y="1426709"/>
                        <a:ext cx="4895850" cy="3986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9"/>
          <p:cNvGrpSpPr>
            <a:grpSpLocks/>
          </p:cNvGrpSpPr>
          <p:nvPr/>
        </p:nvGrpSpPr>
        <p:grpSpPr bwMode="auto">
          <a:xfrm>
            <a:off x="8710839" y="1807709"/>
            <a:ext cx="2652713" cy="3927474"/>
            <a:chOff x="3878" y="1221"/>
            <a:chExt cx="1671" cy="2474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V="1">
              <a:off x="4604" y="1434"/>
              <a:ext cx="0" cy="16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"/>
            <p:cNvSpPr>
              <a:spLocks noChangeShapeType="1"/>
            </p:cNvSpPr>
            <p:nvPr/>
          </p:nvSpPr>
          <p:spPr bwMode="auto">
            <a:xfrm>
              <a:off x="3878" y="2296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 flipH="1">
              <a:off x="4195" y="1570"/>
              <a:ext cx="817" cy="1452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13"/>
            <p:cNvSpPr txBox="1">
              <a:spLocks noChangeArrowheads="1"/>
            </p:cNvSpPr>
            <p:nvPr/>
          </p:nvSpPr>
          <p:spPr bwMode="auto">
            <a:xfrm>
              <a:off x="4500" y="1221"/>
              <a:ext cx="2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5329" y="2024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5" name="Text Box 15"/>
            <p:cNvSpPr txBox="1">
              <a:spLocks noChangeArrowheads="1"/>
            </p:cNvSpPr>
            <p:nvPr/>
          </p:nvSpPr>
          <p:spPr bwMode="auto">
            <a:xfrm>
              <a:off x="4140" y="3249"/>
              <a:ext cx="1056" cy="4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Ideal</a:t>
              </a:r>
            </a:p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Characteristic</a:t>
              </a:r>
            </a:p>
          </p:txBody>
        </p:sp>
      </p:grpSp>
      <p:sp>
        <p:nvSpPr>
          <p:cNvPr id="16" name="ZoneTexte 15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59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Stored energy –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3190554" y="1815646"/>
            <a:ext cx="346280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Magnetic energy density stored</a:t>
            </a:r>
          </a:p>
        </p:txBody>
      </p:sp>
      <p:graphicFrame>
        <p:nvGraphicFramePr>
          <p:cNvPr id="7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6365152"/>
              </p:ext>
            </p:extLst>
          </p:nvPr>
        </p:nvGraphicFramePr>
        <p:xfrm>
          <a:off x="8878567" y="1599746"/>
          <a:ext cx="1403350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142" imgH="406224" progId="Equation.3">
                  <p:embed/>
                </p:oleObj>
              </mc:Choice>
              <mc:Fallback>
                <p:oleObj name="Equation" r:id="rId2" imgW="825142" imgH="406224" progId="Equation.3">
                  <p:embed/>
                  <p:pic>
                    <p:nvPicPr>
                      <p:cNvPr id="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78567" y="1599746"/>
                        <a:ext cx="1403350" cy="693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3261992" y="2607809"/>
            <a:ext cx="278313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Example : Ferrinox B52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B = 0,4 T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Char char="m"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=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= 2,5 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-3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-1</a:t>
            </a:r>
          </a:p>
        </p:txBody>
      </p: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6556054" y="2841171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32 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3261992" y="3900034"/>
            <a:ext cx="3230372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Air-gap :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0 = 4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p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-7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H.m-1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2000" b="1" i="1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6556054" y="3896859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65 kJ/m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14" name="Group 15"/>
          <p:cNvGrpSpPr>
            <a:grpSpLocks/>
          </p:cNvGrpSpPr>
          <p:nvPr/>
        </p:nvGrpSpPr>
        <p:grpSpPr bwMode="auto">
          <a:xfrm>
            <a:off x="4010611" y="4987900"/>
            <a:ext cx="5880100" cy="647700"/>
            <a:chOff x="1020" y="3022"/>
            <a:chExt cx="3704" cy="408"/>
          </a:xfrm>
        </p:grpSpPr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2109" y="3067"/>
              <a:ext cx="2615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800" b="1" i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Store energy in the air-gap</a:t>
              </a:r>
            </a:p>
          </p:txBody>
        </p:sp>
        <p:sp>
          <p:nvSpPr>
            <p:cNvPr id="16" name="AutoShape 17"/>
            <p:cNvSpPr>
              <a:spLocks noChangeArrowheads="1"/>
            </p:cNvSpPr>
            <p:nvPr/>
          </p:nvSpPr>
          <p:spPr bwMode="auto">
            <a:xfrm>
              <a:off x="1020" y="3022"/>
              <a:ext cx="681" cy="408"/>
            </a:xfrm>
            <a:prstGeom prst="rightArrow">
              <a:avLst>
                <a:gd name="adj1" fmla="val 50000"/>
                <a:gd name="adj2" fmla="val 41728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CA" altLang="fr-FR" sz="2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06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 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6865" y="1453389"/>
            <a:ext cx="3716951" cy="3951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9771" y="1324655"/>
            <a:ext cx="2866572" cy="4914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4423885" y="5648307"/>
            <a:ext cx="18272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>
                <a:solidFill>
                  <a:schemeClr val="tx1"/>
                </a:solidFill>
                <a:latin typeface="Times New Roman" panose="02020603050405020304" pitchFamily="18" charset="0"/>
              </a:rPr>
              <a:t>ETD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687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With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499179" y="2039856"/>
            <a:ext cx="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4"/>
          <p:cNvSpPr>
            <a:spLocks/>
          </p:cNvSpPr>
          <p:nvPr/>
        </p:nvSpPr>
        <p:spPr bwMode="auto">
          <a:xfrm>
            <a:off x="4146878" y="3889950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 rot="10800000">
            <a:off x="4146878" y="1706481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571020" y="2582630"/>
            <a:ext cx="2049687" cy="2618650"/>
            <a:chOff x="1746" y="2001"/>
            <a:chExt cx="590" cy="816"/>
          </a:xfrm>
        </p:grpSpPr>
        <p:sp>
          <p:nvSpPr>
            <p:cNvPr id="19" name="Oval 14"/>
            <p:cNvSpPr>
              <a:spLocks noChangeArrowheads="1"/>
            </p:cNvSpPr>
            <p:nvPr/>
          </p:nvSpPr>
          <p:spPr bwMode="auto">
            <a:xfrm>
              <a:off x="1746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1746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Oval 16"/>
            <p:cNvSpPr>
              <a:spLocks noChangeArrowheads="1"/>
            </p:cNvSpPr>
            <p:nvPr/>
          </p:nvSpPr>
          <p:spPr bwMode="auto">
            <a:xfrm>
              <a:off x="1746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1746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Oval 18"/>
            <p:cNvSpPr>
              <a:spLocks noChangeArrowheads="1"/>
            </p:cNvSpPr>
            <p:nvPr/>
          </p:nvSpPr>
          <p:spPr bwMode="auto">
            <a:xfrm>
              <a:off x="1746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Oval 19"/>
            <p:cNvSpPr>
              <a:spLocks noChangeArrowheads="1"/>
            </p:cNvSpPr>
            <p:nvPr/>
          </p:nvSpPr>
          <p:spPr bwMode="auto">
            <a:xfrm>
              <a:off x="1746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Oval 20"/>
            <p:cNvSpPr>
              <a:spLocks noChangeArrowheads="1"/>
            </p:cNvSpPr>
            <p:nvPr/>
          </p:nvSpPr>
          <p:spPr bwMode="auto">
            <a:xfrm>
              <a:off x="1746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" name="Oval 21"/>
            <p:cNvSpPr>
              <a:spLocks noChangeArrowheads="1"/>
            </p:cNvSpPr>
            <p:nvPr/>
          </p:nvSpPr>
          <p:spPr bwMode="auto">
            <a:xfrm>
              <a:off x="1746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" name="Oval 22"/>
            <p:cNvSpPr>
              <a:spLocks noChangeArrowheads="1"/>
            </p:cNvSpPr>
            <p:nvPr/>
          </p:nvSpPr>
          <p:spPr bwMode="auto">
            <a:xfrm>
              <a:off x="1746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1746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Oval 24"/>
            <p:cNvSpPr>
              <a:spLocks noChangeArrowheads="1"/>
            </p:cNvSpPr>
            <p:nvPr/>
          </p:nvSpPr>
          <p:spPr bwMode="auto">
            <a:xfrm>
              <a:off x="1746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Oval 25"/>
            <p:cNvSpPr>
              <a:spLocks noChangeArrowheads="1"/>
            </p:cNvSpPr>
            <p:nvPr/>
          </p:nvSpPr>
          <p:spPr bwMode="auto">
            <a:xfrm>
              <a:off x="1746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1" name="Oval 26"/>
            <p:cNvSpPr>
              <a:spLocks noChangeArrowheads="1"/>
            </p:cNvSpPr>
            <p:nvPr/>
          </p:nvSpPr>
          <p:spPr bwMode="auto">
            <a:xfrm>
              <a:off x="2268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268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3" name="Oval 28"/>
            <p:cNvSpPr>
              <a:spLocks noChangeArrowheads="1"/>
            </p:cNvSpPr>
            <p:nvPr/>
          </p:nvSpPr>
          <p:spPr bwMode="auto">
            <a:xfrm>
              <a:off x="2268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4" name="Oval 29"/>
            <p:cNvSpPr>
              <a:spLocks noChangeArrowheads="1"/>
            </p:cNvSpPr>
            <p:nvPr/>
          </p:nvSpPr>
          <p:spPr bwMode="auto">
            <a:xfrm>
              <a:off x="2268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2268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2268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2268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268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268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2268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2268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2268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5131786" y="2571880"/>
            <a:ext cx="2920013" cy="2618650"/>
            <a:chOff x="1633" y="2024"/>
            <a:chExt cx="815" cy="816"/>
          </a:xfrm>
        </p:grpSpPr>
        <p:sp>
          <p:nvSpPr>
            <p:cNvPr id="44" name="AutoShape 39"/>
            <p:cNvSpPr>
              <a:spLocks noChangeArrowheads="1"/>
            </p:cNvSpPr>
            <p:nvPr/>
          </p:nvSpPr>
          <p:spPr bwMode="auto">
            <a:xfrm>
              <a:off x="1633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AutoShape 40"/>
            <p:cNvSpPr>
              <a:spLocks noChangeArrowheads="1"/>
            </p:cNvSpPr>
            <p:nvPr/>
          </p:nvSpPr>
          <p:spPr bwMode="auto">
            <a:xfrm>
              <a:off x="1633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AutoShape 41"/>
            <p:cNvSpPr>
              <a:spLocks noChangeArrowheads="1"/>
            </p:cNvSpPr>
            <p:nvPr/>
          </p:nvSpPr>
          <p:spPr bwMode="auto">
            <a:xfrm>
              <a:off x="1633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AutoShape 42"/>
            <p:cNvSpPr>
              <a:spLocks noChangeArrowheads="1"/>
            </p:cNvSpPr>
            <p:nvPr/>
          </p:nvSpPr>
          <p:spPr bwMode="auto">
            <a:xfrm>
              <a:off x="1633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AutoShape 43"/>
            <p:cNvSpPr>
              <a:spLocks noChangeArrowheads="1"/>
            </p:cNvSpPr>
            <p:nvPr/>
          </p:nvSpPr>
          <p:spPr bwMode="auto">
            <a:xfrm>
              <a:off x="1633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AutoShape 44"/>
            <p:cNvSpPr>
              <a:spLocks noChangeArrowheads="1"/>
            </p:cNvSpPr>
            <p:nvPr/>
          </p:nvSpPr>
          <p:spPr bwMode="auto">
            <a:xfrm>
              <a:off x="1633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AutoShape 45"/>
            <p:cNvSpPr>
              <a:spLocks noChangeArrowheads="1"/>
            </p:cNvSpPr>
            <p:nvPr/>
          </p:nvSpPr>
          <p:spPr bwMode="auto">
            <a:xfrm>
              <a:off x="2358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AutoShape 46"/>
            <p:cNvSpPr>
              <a:spLocks noChangeArrowheads="1"/>
            </p:cNvSpPr>
            <p:nvPr/>
          </p:nvSpPr>
          <p:spPr bwMode="auto">
            <a:xfrm>
              <a:off x="2358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AutoShape 47"/>
            <p:cNvSpPr>
              <a:spLocks noChangeArrowheads="1"/>
            </p:cNvSpPr>
            <p:nvPr/>
          </p:nvSpPr>
          <p:spPr bwMode="auto">
            <a:xfrm>
              <a:off x="2358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AutoShape 48"/>
            <p:cNvSpPr>
              <a:spLocks noChangeArrowheads="1"/>
            </p:cNvSpPr>
            <p:nvPr/>
          </p:nvSpPr>
          <p:spPr bwMode="auto">
            <a:xfrm>
              <a:off x="2358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AutoShape 49"/>
            <p:cNvSpPr>
              <a:spLocks noChangeArrowheads="1"/>
            </p:cNvSpPr>
            <p:nvPr/>
          </p:nvSpPr>
          <p:spPr bwMode="auto">
            <a:xfrm>
              <a:off x="2358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AutoShape 50"/>
            <p:cNvSpPr>
              <a:spLocks noChangeArrowheads="1"/>
            </p:cNvSpPr>
            <p:nvPr/>
          </p:nvSpPr>
          <p:spPr bwMode="auto">
            <a:xfrm>
              <a:off x="2358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5494722" y="2533515"/>
            <a:ext cx="2205753" cy="2766270"/>
            <a:chOff x="1723" y="2001"/>
            <a:chExt cx="636" cy="862"/>
          </a:xfrm>
        </p:grpSpPr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723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2336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59" name="Rectangle 54"/>
          <p:cNvSpPr>
            <a:spLocks noChangeArrowheads="1"/>
          </p:cNvSpPr>
          <p:nvPr/>
        </p:nvSpPr>
        <p:spPr bwMode="auto">
          <a:xfrm>
            <a:off x="4146878" y="1706480"/>
            <a:ext cx="4876240" cy="4368888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4504004" y="2163969"/>
            <a:ext cx="4248501" cy="3491533"/>
            <a:chOff x="1111" y="1684"/>
            <a:chExt cx="1225" cy="1088"/>
          </a:xfrm>
        </p:grpSpPr>
        <p:sp>
          <p:nvSpPr>
            <p:cNvPr id="62" name="AutoShape 57"/>
            <p:cNvSpPr>
              <a:spLocks noChangeArrowheads="1"/>
            </p:cNvSpPr>
            <p:nvPr/>
          </p:nvSpPr>
          <p:spPr bwMode="auto">
            <a:xfrm>
              <a:off x="1769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AutoShape 58"/>
            <p:cNvSpPr>
              <a:spLocks noChangeArrowheads="1"/>
            </p:cNvSpPr>
            <p:nvPr/>
          </p:nvSpPr>
          <p:spPr bwMode="auto">
            <a:xfrm>
              <a:off x="1111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" name="Groupe 1"/>
          <p:cNvGrpSpPr/>
          <p:nvPr/>
        </p:nvGrpSpPr>
        <p:grpSpPr>
          <a:xfrm>
            <a:off x="5010451" y="2434610"/>
            <a:ext cx="3149094" cy="2910679"/>
            <a:chOff x="5010451" y="2434610"/>
            <a:chExt cx="3149094" cy="2910679"/>
          </a:xfrm>
          <a:solidFill>
            <a:schemeClr val="bg2">
              <a:lumMod val="75000"/>
            </a:schemeClr>
          </a:solidFill>
        </p:grpSpPr>
        <p:grpSp>
          <p:nvGrpSpPr>
            <p:cNvPr id="11" name="Group 6"/>
            <p:cNvGrpSpPr>
              <a:grpSpLocks/>
            </p:cNvGrpSpPr>
            <p:nvPr/>
          </p:nvGrpSpPr>
          <p:grpSpPr bwMode="auto">
            <a:xfrm>
              <a:off x="5090219" y="2434610"/>
              <a:ext cx="2989558" cy="2910679"/>
              <a:chOff x="1610" y="1979"/>
              <a:chExt cx="862" cy="907"/>
            </a:xfrm>
            <a:grpFill/>
          </p:grpSpPr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>
                <a:off x="1814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8"/>
              <p:cNvSpPr>
                <a:spLocks noChangeArrowheads="1"/>
              </p:cNvSpPr>
              <p:nvPr/>
            </p:nvSpPr>
            <p:spPr bwMode="auto">
              <a:xfrm>
                <a:off x="1610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9"/>
              <p:cNvSpPr>
                <a:spLocks noChangeArrowheads="1"/>
              </p:cNvSpPr>
              <p:nvPr/>
            </p:nvSpPr>
            <p:spPr bwMode="auto">
              <a:xfrm>
                <a:off x="1610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0"/>
              <p:cNvSpPr>
                <a:spLocks noChangeArrowheads="1"/>
              </p:cNvSpPr>
              <p:nvPr/>
            </p:nvSpPr>
            <p:spPr bwMode="auto">
              <a:xfrm>
                <a:off x="2268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1"/>
              <p:cNvSpPr>
                <a:spLocks noChangeArrowheads="1"/>
              </p:cNvSpPr>
              <p:nvPr/>
            </p:nvSpPr>
            <p:spPr bwMode="auto">
              <a:xfrm>
                <a:off x="2268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2"/>
              <p:cNvSpPr>
                <a:spLocks noChangeArrowheads="1"/>
              </p:cNvSpPr>
              <p:nvPr/>
            </p:nvSpPr>
            <p:spPr bwMode="auto">
              <a:xfrm>
                <a:off x="2245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65" name="Rectangle 12"/>
            <p:cNvSpPr>
              <a:spLocks noChangeArrowheads="1"/>
            </p:cNvSpPr>
            <p:nvPr/>
          </p:nvSpPr>
          <p:spPr bwMode="auto">
            <a:xfrm>
              <a:off x="8079777" y="2437929"/>
              <a:ext cx="79768" cy="2902816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Rectangle 12"/>
            <p:cNvSpPr>
              <a:spLocks noChangeArrowheads="1"/>
            </p:cNvSpPr>
            <p:nvPr/>
          </p:nvSpPr>
          <p:spPr bwMode="auto">
            <a:xfrm>
              <a:off x="5010451" y="2434610"/>
              <a:ext cx="79768" cy="290613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4" name="AutoShape 59"/>
          <p:cNvSpPr>
            <a:spLocks/>
          </p:cNvSpPr>
          <p:nvPr/>
        </p:nvSpPr>
        <p:spPr bwMode="auto">
          <a:xfrm>
            <a:off x="10195282" y="5230557"/>
            <a:ext cx="1008062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103995"/>
              <a:gd name="adj5" fmla="val -2598"/>
              <a:gd name="adj6" fmla="val -216987"/>
            </a:avLst>
          </a:prstGeom>
          <a:noFill/>
          <a:ln w="19050">
            <a:solidFill>
              <a:srgbClr val="FF99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window</a:t>
            </a:r>
          </a:p>
        </p:txBody>
      </p:sp>
      <p:sp>
        <p:nvSpPr>
          <p:cNvPr id="60" name="AutoShape 55"/>
          <p:cNvSpPr>
            <a:spLocks/>
          </p:cNvSpPr>
          <p:nvPr/>
        </p:nvSpPr>
        <p:spPr bwMode="auto">
          <a:xfrm>
            <a:off x="10195282" y="1339768"/>
            <a:ext cx="914400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95139"/>
              <a:gd name="adj5" fmla="val 664935"/>
              <a:gd name="adj6" fmla="val -401736"/>
            </a:avLst>
          </a:prstGeom>
          <a:noFill/>
          <a:ln w="19050">
            <a:solidFill>
              <a:srgbClr val="339966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465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5" dur="5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4" grpId="0" animBg="1"/>
      <p:bldP spid="6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 a Forward : closed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limentation-a-decoupage-reduction-du-bruit-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47" y="1323068"/>
            <a:ext cx="6596382" cy="4874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6284622" y="4544459"/>
            <a:ext cx="157003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winding</a:t>
            </a:r>
          </a:p>
        </p:txBody>
      </p:sp>
      <p:sp>
        <p:nvSpPr>
          <p:cNvPr id="10" name="ZoneTexte 7"/>
          <p:cNvSpPr txBox="1">
            <a:spLocks noChangeArrowheads="1"/>
          </p:cNvSpPr>
          <p:nvPr/>
        </p:nvSpPr>
        <p:spPr bwMode="auto">
          <a:xfrm>
            <a:off x="6159712" y="5366603"/>
            <a:ext cx="181985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winding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953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pot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900" y="1701712"/>
            <a:ext cx="3438525" cy="330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313" y="1341349"/>
            <a:ext cx="3211512" cy="506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8951592" y="5423151"/>
            <a:ext cx="14590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RM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258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Torus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7" descr="pot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641" y="1830160"/>
            <a:ext cx="4712336" cy="3365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8" descr="pot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277" y="1285195"/>
            <a:ext cx="2438400" cy="490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71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circuits parameters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4896303" y="1989138"/>
            <a:ext cx="3600450" cy="3529012"/>
            <a:chOff x="1202" y="1298"/>
            <a:chExt cx="2268" cy="2223"/>
          </a:xfrm>
        </p:grpSpPr>
        <p:sp>
          <p:nvSpPr>
            <p:cNvPr id="7" name="Rectangle 8"/>
            <p:cNvSpPr>
              <a:spLocks noChangeArrowheads="1"/>
            </p:cNvSpPr>
            <p:nvPr/>
          </p:nvSpPr>
          <p:spPr bwMode="auto">
            <a:xfrm>
              <a:off x="1202" y="1298"/>
              <a:ext cx="2268" cy="22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10" name="Group 9"/>
            <p:cNvGrpSpPr>
              <a:grpSpLocks/>
            </p:cNvGrpSpPr>
            <p:nvPr/>
          </p:nvGrpSpPr>
          <p:grpSpPr bwMode="auto">
            <a:xfrm>
              <a:off x="1383" y="1480"/>
              <a:ext cx="1860" cy="1814"/>
              <a:chOff x="1383" y="1480"/>
              <a:chExt cx="1860" cy="1814"/>
            </a:xfrm>
          </p:grpSpPr>
          <p:sp>
            <p:nvSpPr>
              <p:cNvPr id="11" name="AutoShape 10"/>
              <p:cNvSpPr>
                <a:spLocks noChangeArrowheads="1"/>
              </p:cNvSpPr>
              <p:nvPr/>
            </p:nvSpPr>
            <p:spPr bwMode="auto">
              <a:xfrm>
                <a:off x="1429" y="1480"/>
                <a:ext cx="1814" cy="181"/>
              </a:xfrm>
              <a:prstGeom prst="parallelogram">
                <a:avLst>
                  <a:gd name="adj" fmla="val 123699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AutoShape 11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814" cy="227"/>
              </a:xfrm>
              <a:prstGeom prst="parallelogram">
                <a:avLst>
                  <a:gd name="adj" fmla="val 78395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2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3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AutoShape 14"/>
              <p:cNvSpPr>
                <a:spLocks noChangeArrowheads="1"/>
              </p:cNvSpPr>
              <p:nvPr/>
            </p:nvSpPr>
            <p:spPr bwMode="auto">
              <a:xfrm rot="5400000" flipH="1">
                <a:off x="1270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AutoShape 15"/>
              <p:cNvSpPr>
                <a:spLocks noChangeArrowheads="1"/>
              </p:cNvSpPr>
              <p:nvPr/>
            </p:nvSpPr>
            <p:spPr bwMode="auto">
              <a:xfrm>
                <a:off x="1746" y="2795"/>
                <a:ext cx="1179" cy="181"/>
              </a:xfrm>
              <a:prstGeom prst="parallelogram">
                <a:avLst>
                  <a:gd name="adj" fmla="val 12680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AutoShape 16"/>
              <p:cNvSpPr>
                <a:spLocks noChangeArrowheads="1"/>
              </p:cNvSpPr>
              <p:nvPr/>
            </p:nvSpPr>
            <p:spPr bwMode="auto">
              <a:xfrm>
                <a:off x="1746" y="1797"/>
                <a:ext cx="1179" cy="181"/>
              </a:xfrm>
              <a:prstGeom prst="parallelogram">
                <a:avLst>
                  <a:gd name="adj" fmla="val 12680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AutoShape 17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9" name="Rectangle 18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31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Rectangle 19"/>
              <p:cNvSpPr>
                <a:spLocks noChangeArrowheads="1"/>
              </p:cNvSpPr>
              <p:nvPr/>
            </p:nvSpPr>
            <p:spPr bwMode="auto">
              <a:xfrm>
                <a:off x="2699" y="1888"/>
                <a:ext cx="317" cy="131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" name="Rectangle 20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" name="Rectangle 21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1837" y="2341"/>
                <a:ext cx="136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" name="Rectangle 23"/>
              <p:cNvSpPr>
                <a:spLocks noChangeArrowheads="1"/>
              </p:cNvSpPr>
              <p:nvPr/>
            </p:nvSpPr>
            <p:spPr bwMode="auto">
              <a:xfrm>
                <a:off x="1383" y="2478"/>
                <a:ext cx="227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5" name="AutoShape 24"/>
              <p:cNvSpPr>
                <a:spLocks noChangeArrowheads="1"/>
              </p:cNvSpPr>
              <p:nvPr/>
            </p:nvSpPr>
            <p:spPr bwMode="auto">
              <a:xfrm>
                <a:off x="1429" y="2432"/>
                <a:ext cx="544" cy="136"/>
              </a:xfrm>
              <a:prstGeom prst="parallelogram">
                <a:avLst>
                  <a:gd name="adj" fmla="val 171574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" name="Rectangle 25"/>
              <p:cNvSpPr>
                <a:spLocks noChangeArrowheads="1"/>
              </p:cNvSpPr>
              <p:nvPr/>
            </p:nvSpPr>
            <p:spPr bwMode="auto">
              <a:xfrm>
                <a:off x="1429" y="2387"/>
                <a:ext cx="317" cy="9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>
                <a:off x="1429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>
                <a:off x="1429" y="2478"/>
                <a:ext cx="31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8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AutoShape 29"/>
              <p:cNvSpPr>
                <a:spLocks noChangeArrowheads="1"/>
              </p:cNvSpPr>
              <p:nvPr/>
            </p:nvSpPr>
            <p:spPr bwMode="auto">
              <a:xfrm rot="16200000" flipH="1">
                <a:off x="1746" y="2251"/>
                <a:ext cx="228" cy="227"/>
              </a:xfrm>
              <a:prstGeom prst="parallelogram">
                <a:avLst>
                  <a:gd name="adj" fmla="val 64752"/>
                </a:avLst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Line 30"/>
              <p:cNvSpPr>
                <a:spLocks noChangeShapeType="1"/>
              </p:cNvSpPr>
              <p:nvPr/>
            </p:nvSpPr>
            <p:spPr bwMode="auto">
              <a:xfrm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31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227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32"/>
              <p:cNvSpPr>
                <a:spLocks noChangeShapeType="1"/>
              </p:cNvSpPr>
              <p:nvPr/>
            </p:nvSpPr>
            <p:spPr bwMode="auto">
              <a:xfrm flipV="1">
                <a:off x="1973" y="2251"/>
                <a:ext cx="0" cy="9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34" name="Line 33"/>
          <p:cNvSpPr>
            <a:spLocks noChangeShapeType="1"/>
          </p:cNvSpPr>
          <p:nvPr/>
        </p:nvSpPr>
        <p:spPr bwMode="auto">
          <a:xfrm flipH="1">
            <a:off x="4175578" y="3860800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4"/>
          <p:cNvSpPr>
            <a:spLocks noChangeShapeType="1"/>
          </p:cNvSpPr>
          <p:nvPr/>
        </p:nvSpPr>
        <p:spPr bwMode="auto">
          <a:xfrm flipH="1">
            <a:off x="4175578" y="4005263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5"/>
          <p:cNvSpPr>
            <a:spLocks noChangeShapeType="1"/>
          </p:cNvSpPr>
          <p:nvPr/>
        </p:nvSpPr>
        <p:spPr bwMode="auto">
          <a:xfrm>
            <a:off x="4393066" y="3573463"/>
            <a:ext cx="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6"/>
          <p:cNvSpPr>
            <a:spLocks noChangeShapeType="1"/>
          </p:cNvSpPr>
          <p:nvPr/>
        </p:nvSpPr>
        <p:spPr bwMode="auto">
          <a:xfrm flipV="1">
            <a:off x="4393066" y="400526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7"/>
          <p:cNvSpPr>
            <a:spLocks noChangeShapeType="1"/>
          </p:cNvSpPr>
          <p:nvPr/>
        </p:nvSpPr>
        <p:spPr bwMode="auto">
          <a:xfrm>
            <a:off x="4393066" y="3789363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8"/>
          <p:cNvSpPr txBox="1">
            <a:spLocks noChangeArrowheads="1"/>
          </p:cNvSpPr>
          <p:nvPr/>
        </p:nvSpPr>
        <p:spPr bwMode="auto">
          <a:xfrm>
            <a:off x="3867603" y="3738563"/>
            <a:ext cx="285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0" name="AutoShape 39"/>
          <p:cNvSpPr>
            <a:spLocks/>
          </p:cNvSpPr>
          <p:nvPr/>
        </p:nvSpPr>
        <p:spPr bwMode="auto">
          <a:xfrm>
            <a:off x="8788853" y="1585913"/>
            <a:ext cx="1868488" cy="763587"/>
          </a:xfrm>
          <a:prstGeom prst="borderCallout2">
            <a:avLst>
              <a:gd name="adj1" fmla="val 14968"/>
              <a:gd name="adj2" fmla="val -4079"/>
              <a:gd name="adj3" fmla="val 14968"/>
              <a:gd name="adj4" fmla="val -53185"/>
              <a:gd name="adj5" fmla="val 222454"/>
              <a:gd name="adj6" fmla="val -104250"/>
            </a:avLst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chemeClr val="tx1"/>
                </a:solidFill>
                <a:latin typeface="Times New Roman" panose="02020603050405020304" pitchFamily="18" charset="0"/>
              </a:rPr>
              <a:t>Winding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b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1800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1" name="Text Box 40"/>
          <p:cNvSpPr txBox="1">
            <a:spLocks noChangeArrowheads="1"/>
          </p:cNvSpPr>
          <p:nvPr/>
        </p:nvSpPr>
        <p:spPr bwMode="auto">
          <a:xfrm>
            <a:off x="3240541" y="3357563"/>
            <a:ext cx="898525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42" name="AutoShape 41"/>
          <p:cNvSpPr>
            <a:spLocks noChangeArrowheads="1"/>
          </p:cNvSpPr>
          <p:nvPr/>
        </p:nvSpPr>
        <p:spPr bwMode="auto">
          <a:xfrm>
            <a:off x="7272791" y="3789363"/>
            <a:ext cx="863600" cy="215900"/>
          </a:xfrm>
          <a:prstGeom prst="parallelogram">
            <a:avLst>
              <a:gd name="adj" fmla="val 173944"/>
            </a:avLst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3" name="AutoShape 42"/>
          <p:cNvSpPr>
            <a:spLocks/>
          </p:cNvSpPr>
          <p:nvPr/>
        </p:nvSpPr>
        <p:spPr bwMode="auto">
          <a:xfrm>
            <a:off x="9220653" y="2809875"/>
            <a:ext cx="1652588" cy="763588"/>
          </a:xfrm>
          <a:prstGeom prst="borderCallout2">
            <a:avLst>
              <a:gd name="adj1" fmla="val 14968"/>
              <a:gd name="adj2" fmla="val -4611"/>
              <a:gd name="adj3" fmla="val 14968"/>
              <a:gd name="adj4" fmla="val -40921"/>
              <a:gd name="adj5" fmla="val 137630"/>
              <a:gd name="adj6" fmla="val -7867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Effective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4" name="Text Box 43"/>
          <p:cNvSpPr txBox="1">
            <a:spLocks noChangeArrowheads="1"/>
          </p:cNvSpPr>
          <p:nvPr/>
        </p:nvSpPr>
        <p:spPr bwMode="auto">
          <a:xfrm>
            <a:off x="4391478" y="5691188"/>
            <a:ext cx="5888038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Inductance factor: </a:t>
            </a: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L  </a:t>
            </a: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= Inductance obtained with ONE loop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01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Critical constraints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614058" y="1955524"/>
            <a:ext cx="6096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Induction in the material: B &lt; </a:t>
            </a:r>
            <a:r>
              <a:rPr lang="en-CA" altLang="fr-FR" sz="2400" b="1" i="1" dirty="0" err="1">
                <a:latin typeface="Times New Roman" panose="02020603050405020304" pitchFamily="18" charset="0"/>
              </a:rPr>
              <a:t>B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sat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	0,2 to 0,5 T for classical materials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Current density in the winding: </a:t>
            </a:r>
            <a:r>
              <a:rPr lang="en-CA" altLang="fr-FR" sz="2400" b="1" i="1" dirty="0">
                <a:latin typeface="Symbol" panose="05050102010706020507" pitchFamily="18" charset="2"/>
              </a:rPr>
              <a:t>d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&lt; </a:t>
            </a:r>
            <a:r>
              <a:rPr lang="en-CA" altLang="fr-FR" sz="2400" b="1" i="1" dirty="0" err="1">
                <a:latin typeface="Symbol" panose="05050102010706020507" pitchFamily="18" charset="2"/>
              </a:rPr>
              <a:t>d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max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baseline="-25000" dirty="0">
                <a:latin typeface="Times New Roman" panose="02020603050405020304" pitchFamily="18" charset="0"/>
              </a:rPr>
              <a:t>	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5 A/mm</a:t>
            </a:r>
            <a:r>
              <a:rPr lang="en-CA" altLang="fr-FR" sz="2400" b="1" i="1" baseline="30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 copper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60521" y="4876217"/>
            <a:ext cx="3636000" cy="684000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>
              <a:spcBef>
                <a:spcPct val="0"/>
              </a:spcBef>
            </a:pPr>
            <a:r>
              <a:rPr lang="en-CA" altLang="fr-FR" sz="2800" b="1" i="1" dirty="0">
                <a:latin typeface="Times New Roman" panose="02020603050405020304" pitchFamily="18" charset="0"/>
              </a:rPr>
              <a:t>Sizing : product 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A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e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.S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b</a:t>
            </a:r>
            <a:endParaRPr lang="en-CA" altLang="fr-FR" sz="2800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957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2935650" y="1172309"/>
            <a:ext cx="3169652" cy="1889607"/>
            <a:chOff x="603" y="1355"/>
            <a:chExt cx="1642" cy="896"/>
          </a:xfrm>
        </p:grpSpPr>
        <p:grpSp>
          <p:nvGrpSpPr>
            <p:cNvPr id="7" name="Group 8"/>
            <p:cNvGrpSpPr>
              <a:grpSpLocks/>
            </p:cNvGrpSpPr>
            <p:nvPr/>
          </p:nvGrpSpPr>
          <p:grpSpPr bwMode="auto">
            <a:xfrm>
              <a:off x="1241" y="1619"/>
              <a:ext cx="360" cy="632"/>
              <a:chOff x="2767" y="1426"/>
              <a:chExt cx="360" cy="632"/>
            </a:xfrm>
          </p:grpSpPr>
          <p:grpSp>
            <p:nvGrpSpPr>
              <p:cNvPr id="24" name="Group 9"/>
              <p:cNvGrpSpPr>
                <a:grpSpLocks/>
              </p:cNvGrpSpPr>
              <p:nvPr/>
            </p:nvGrpSpPr>
            <p:grpSpPr bwMode="auto">
              <a:xfrm>
                <a:off x="2767" y="1482"/>
                <a:ext cx="120" cy="528"/>
                <a:chOff x="2767" y="1482"/>
                <a:chExt cx="120" cy="528"/>
              </a:xfrm>
            </p:grpSpPr>
            <p:grpSp>
              <p:nvGrpSpPr>
                <p:cNvPr id="78" name="Group 10"/>
                <p:cNvGrpSpPr>
                  <a:grpSpLocks/>
                </p:cNvGrpSpPr>
                <p:nvPr/>
              </p:nvGrpSpPr>
              <p:grpSpPr bwMode="auto">
                <a:xfrm>
                  <a:off x="2767" y="1854"/>
                  <a:ext cx="120" cy="64"/>
                  <a:chOff x="2767" y="1854"/>
                  <a:chExt cx="120" cy="64"/>
                </a:xfrm>
              </p:grpSpPr>
              <p:grpSp>
                <p:nvGrpSpPr>
                  <p:cNvPr id="118" name="Group 11"/>
                  <p:cNvGrpSpPr>
                    <a:grpSpLocks/>
                  </p:cNvGrpSpPr>
                  <p:nvPr/>
                </p:nvGrpSpPr>
                <p:grpSpPr bwMode="auto">
                  <a:xfrm>
                    <a:off x="2767" y="1854"/>
                    <a:ext cx="120" cy="52"/>
                    <a:chOff x="2767" y="1854"/>
                    <a:chExt cx="120" cy="52"/>
                  </a:xfrm>
                </p:grpSpPr>
                <p:sp>
                  <p:nvSpPr>
                    <p:cNvPr id="122" name="Arc 12"/>
                    <p:cNvSpPr>
                      <a:spLocks/>
                    </p:cNvSpPr>
                    <p:nvPr/>
                  </p:nvSpPr>
                  <p:spPr bwMode="auto">
                    <a:xfrm>
                      <a:off x="2827" y="1854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3" name="Arc 13"/>
                    <p:cNvSpPr>
                      <a:spLocks/>
                    </p:cNvSpPr>
                    <p:nvPr/>
                  </p:nvSpPr>
                  <p:spPr bwMode="auto">
                    <a:xfrm>
                      <a:off x="2767" y="1882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9" name="Group 14"/>
                  <p:cNvGrpSpPr>
                    <a:grpSpLocks/>
                  </p:cNvGrpSpPr>
                  <p:nvPr/>
                </p:nvGrpSpPr>
                <p:grpSpPr bwMode="auto">
                  <a:xfrm>
                    <a:off x="2767" y="1866"/>
                    <a:ext cx="120" cy="52"/>
                    <a:chOff x="2767" y="1866"/>
                    <a:chExt cx="120" cy="52"/>
                  </a:xfrm>
                </p:grpSpPr>
                <p:sp>
                  <p:nvSpPr>
                    <p:cNvPr id="120" name="Arc 15"/>
                    <p:cNvSpPr>
                      <a:spLocks/>
                    </p:cNvSpPr>
                    <p:nvPr/>
                  </p:nvSpPr>
                  <p:spPr bwMode="auto">
                    <a:xfrm>
                      <a:off x="2827" y="1866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1" name="Arc 16"/>
                    <p:cNvSpPr>
                      <a:spLocks/>
                    </p:cNvSpPr>
                    <p:nvPr/>
                  </p:nvSpPr>
                  <p:spPr bwMode="auto">
                    <a:xfrm>
                      <a:off x="2767" y="1866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79" name="Group 17"/>
                <p:cNvGrpSpPr>
                  <a:grpSpLocks/>
                </p:cNvGrpSpPr>
                <p:nvPr/>
              </p:nvGrpSpPr>
              <p:grpSpPr bwMode="auto">
                <a:xfrm>
                  <a:off x="2767" y="1798"/>
                  <a:ext cx="120" cy="64"/>
                  <a:chOff x="2767" y="1798"/>
                  <a:chExt cx="120" cy="64"/>
                </a:xfrm>
              </p:grpSpPr>
              <p:grpSp>
                <p:nvGrpSpPr>
                  <p:cNvPr id="11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2767" y="1798"/>
                    <a:ext cx="120" cy="52"/>
                    <a:chOff x="2767" y="1798"/>
                    <a:chExt cx="120" cy="52"/>
                  </a:xfrm>
                </p:grpSpPr>
                <p:sp>
                  <p:nvSpPr>
                    <p:cNvPr id="116" name="Arc 19"/>
                    <p:cNvSpPr>
                      <a:spLocks/>
                    </p:cNvSpPr>
                    <p:nvPr/>
                  </p:nvSpPr>
                  <p:spPr bwMode="auto">
                    <a:xfrm>
                      <a:off x="2827" y="1798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7" name="Arc 20"/>
                    <p:cNvSpPr>
                      <a:spLocks/>
                    </p:cNvSpPr>
                    <p:nvPr/>
                  </p:nvSpPr>
                  <p:spPr bwMode="auto">
                    <a:xfrm>
                      <a:off x="2767" y="1826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3" name="Group 21"/>
                  <p:cNvGrpSpPr>
                    <a:grpSpLocks/>
                  </p:cNvGrpSpPr>
                  <p:nvPr/>
                </p:nvGrpSpPr>
                <p:grpSpPr bwMode="auto">
                  <a:xfrm>
                    <a:off x="2767" y="1810"/>
                    <a:ext cx="120" cy="52"/>
                    <a:chOff x="2767" y="1810"/>
                    <a:chExt cx="120" cy="52"/>
                  </a:xfrm>
                </p:grpSpPr>
                <p:sp>
                  <p:nvSpPr>
                    <p:cNvPr id="114" name="Arc 22"/>
                    <p:cNvSpPr>
                      <a:spLocks/>
                    </p:cNvSpPr>
                    <p:nvPr/>
                  </p:nvSpPr>
                  <p:spPr bwMode="auto">
                    <a:xfrm>
                      <a:off x="2827" y="1810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5" name="Arc 23"/>
                    <p:cNvSpPr>
                      <a:spLocks/>
                    </p:cNvSpPr>
                    <p:nvPr/>
                  </p:nvSpPr>
                  <p:spPr bwMode="auto">
                    <a:xfrm>
                      <a:off x="2767" y="1810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0" name="Group 24"/>
                <p:cNvGrpSpPr>
                  <a:grpSpLocks/>
                </p:cNvGrpSpPr>
                <p:nvPr/>
              </p:nvGrpSpPr>
              <p:grpSpPr bwMode="auto">
                <a:xfrm>
                  <a:off x="2767" y="1742"/>
                  <a:ext cx="120" cy="64"/>
                  <a:chOff x="2767" y="1742"/>
                  <a:chExt cx="120" cy="64"/>
                </a:xfrm>
              </p:grpSpPr>
              <p:grpSp>
                <p:nvGrpSpPr>
                  <p:cNvPr id="106" name="Group 25"/>
                  <p:cNvGrpSpPr>
                    <a:grpSpLocks/>
                  </p:cNvGrpSpPr>
                  <p:nvPr/>
                </p:nvGrpSpPr>
                <p:grpSpPr bwMode="auto">
                  <a:xfrm>
                    <a:off x="2767" y="1742"/>
                    <a:ext cx="120" cy="52"/>
                    <a:chOff x="2767" y="1742"/>
                    <a:chExt cx="120" cy="52"/>
                  </a:xfrm>
                </p:grpSpPr>
                <p:sp>
                  <p:nvSpPr>
                    <p:cNvPr id="110" name="Arc 26"/>
                    <p:cNvSpPr>
                      <a:spLocks/>
                    </p:cNvSpPr>
                    <p:nvPr/>
                  </p:nvSpPr>
                  <p:spPr bwMode="auto">
                    <a:xfrm>
                      <a:off x="2827" y="1742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1" name="Arc 27"/>
                    <p:cNvSpPr>
                      <a:spLocks/>
                    </p:cNvSpPr>
                    <p:nvPr/>
                  </p:nvSpPr>
                  <p:spPr bwMode="auto">
                    <a:xfrm>
                      <a:off x="2767" y="1770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7" name="Group 28"/>
                  <p:cNvGrpSpPr>
                    <a:grpSpLocks/>
                  </p:cNvGrpSpPr>
                  <p:nvPr/>
                </p:nvGrpSpPr>
                <p:grpSpPr bwMode="auto">
                  <a:xfrm>
                    <a:off x="2767" y="1754"/>
                    <a:ext cx="120" cy="52"/>
                    <a:chOff x="2767" y="1754"/>
                    <a:chExt cx="120" cy="52"/>
                  </a:xfrm>
                </p:grpSpPr>
                <p:sp>
                  <p:nvSpPr>
                    <p:cNvPr id="108" name="Arc 29"/>
                    <p:cNvSpPr>
                      <a:spLocks/>
                    </p:cNvSpPr>
                    <p:nvPr/>
                  </p:nvSpPr>
                  <p:spPr bwMode="auto">
                    <a:xfrm>
                      <a:off x="2827" y="175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9" name="Arc 30"/>
                    <p:cNvSpPr>
                      <a:spLocks/>
                    </p:cNvSpPr>
                    <p:nvPr/>
                  </p:nvSpPr>
                  <p:spPr bwMode="auto">
                    <a:xfrm>
                      <a:off x="2767" y="1754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1" name="Group 31"/>
                <p:cNvGrpSpPr>
                  <a:grpSpLocks/>
                </p:cNvGrpSpPr>
                <p:nvPr/>
              </p:nvGrpSpPr>
              <p:grpSpPr bwMode="auto">
                <a:xfrm>
                  <a:off x="2767" y="1686"/>
                  <a:ext cx="120" cy="60"/>
                  <a:chOff x="2767" y="1686"/>
                  <a:chExt cx="120" cy="60"/>
                </a:xfrm>
              </p:grpSpPr>
              <p:grpSp>
                <p:nvGrpSpPr>
                  <p:cNvPr id="100" name="Group 32"/>
                  <p:cNvGrpSpPr>
                    <a:grpSpLocks/>
                  </p:cNvGrpSpPr>
                  <p:nvPr/>
                </p:nvGrpSpPr>
                <p:grpSpPr bwMode="auto">
                  <a:xfrm>
                    <a:off x="2767" y="1686"/>
                    <a:ext cx="120" cy="52"/>
                    <a:chOff x="2767" y="1686"/>
                    <a:chExt cx="120" cy="52"/>
                  </a:xfrm>
                </p:grpSpPr>
                <p:sp>
                  <p:nvSpPr>
                    <p:cNvPr id="104" name="Arc 33"/>
                    <p:cNvSpPr>
                      <a:spLocks/>
                    </p:cNvSpPr>
                    <p:nvPr/>
                  </p:nvSpPr>
                  <p:spPr bwMode="auto">
                    <a:xfrm>
                      <a:off x="2827" y="1686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5" name="Arc 34"/>
                    <p:cNvSpPr>
                      <a:spLocks/>
                    </p:cNvSpPr>
                    <p:nvPr/>
                  </p:nvSpPr>
                  <p:spPr bwMode="auto">
                    <a:xfrm>
                      <a:off x="2767" y="171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1" name="Group 35"/>
                  <p:cNvGrpSpPr>
                    <a:grpSpLocks/>
                  </p:cNvGrpSpPr>
                  <p:nvPr/>
                </p:nvGrpSpPr>
                <p:grpSpPr bwMode="auto">
                  <a:xfrm>
                    <a:off x="2767" y="1698"/>
                    <a:ext cx="120" cy="48"/>
                    <a:chOff x="2767" y="1698"/>
                    <a:chExt cx="120" cy="48"/>
                  </a:xfrm>
                </p:grpSpPr>
                <p:sp>
                  <p:nvSpPr>
                    <p:cNvPr id="102" name="Arc 36"/>
                    <p:cNvSpPr>
                      <a:spLocks/>
                    </p:cNvSpPr>
                    <p:nvPr/>
                  </p:nvSpPr>
                  <p:spPr bwMode="auto">
                    <a:xfrm>
                      <a:off x="2827" y="1698"/>
                      <a:ext cx="60" cy="48"/>
                    </a:xfrm>
                    <a:custGeom>
                      <a:avLst/>
                      <a:gdLst>
                        <a:gd name="T0" fmla="*/ 0 w 21705"/>
                        <a:gd name="T1" fmla="*/ 0 h 21600"/>
                        <a:gd name="T2" fmla="*/ 0 w 21705"/>
                        <a:gd name="T3" fmla="*/ 0 h 21600"/>
                        <a:gd name="T4" fmla="*/ 0 w 21705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5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</a:path>
                        <a:path w="21705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  <a:lnTo>
                            <a:pt x="105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3" name="Arc 37"/>
                    <p:cNvSpPr>
                      <a:spLocks/>
                    </p:cNvSpPr>
                    <p:nvPr/>
                  </p:nvSpPr>
                  <p:spPr bwMode="auto">
                    <a:xfrm>
                      <a:off x="2767" y="1698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2" name="Group 38"/>
                <p:cNvGrpSpPr>
                  <a:grpSpLocks/>
                </p:cNvGrpSpPr>
                <p:nvPr/>
              </p:nvGrpSpPr>
              <p:grpSpPr bwMode="auto">
                <a:xfrm>
                  <a:off x="2767" y="1630"/>
                  <a:ext cx="120" cy="56"/>
                  <a:chOff x="2767" y="1630"/>
                  <a:chExt cx="120" cy="56"/>
                </a:xfrm>
              </p:grpSpPr>
              <p:grpSp>
                <p:nvGrpSpPr>
                  <p:cNvPr id="9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2767" y="1630"/>
                    <a:ext cx="120" cy="52"/>
                    <a:chOff x="2767" y="1630"/>
                    <a:chExt cx="120" cy="52"/>
                  </a:xfrm>
                </p:grpSpPr>
                <p:sp>
                  <p:nvSpPr>
                    <p:cNvPr id="98" name="Arc 40"/>
                    <p:cNvSpPr>
                      <a:spLocks/>
                    </p:cNvSpPr>
                    <p:nvPr/>
                  </p:nvSpPr>
                  <p:spPr bwMode="auto">
                    <a:xfrm>
                      <a:off x="2827" y="1630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9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2767" y="165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95" name="Group 42"/>
                  <p:cNvGrpSpPr>
                    <a:grpSpLocks/>
                  </p:cNvGrpSpPr>
                  <p:nvPr/>
                </p:nvGrpSpPr>
                <p:grpSpPr bwMode="auto">
                  <a:xfrm>
                    <a:off x="2767" y="1634"/>
                    <a:ext cx="120" cy="52"/>
                    <a:chOff x="2767" y="1634"/>
                    <a:chExt cx="120" cy="52"/>
                  </a:xfrm>
                </p:grpSpPr>
                <p:sp>
                  <p:nvSpPr>
                    <p:cNvPr id="96" name="Arc 43"/>
                    <p:cNvSpPr>
                      <a:spLocks/>
                    </p:cNvSpPr>
                    <p:nvPr/>
                  </p:nvSpPr>
                  <p:spPr bwMode="auto">
                    <a:xfrm>
                      <a:off x="2827" y="163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7" name="Arc 44"/>
                    <p:cNvSpPr>
                      <a:spLocks/>
                    </p:cNvSpPr>
                    <p:nvPr/>
                  </p:nvSpPr>
                  <p:spPr bwMode="auto">
                    <a:xfrm>
                      <a:off x="2767" y="163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3" name="Group 45"/>
                <p:cNvGrpSpPr>
                  <a:grpSpLocks/>
                </p:cNvGrpSpPr>
                <p:nvPr/>
              </p:nvGrpSpPr>
              <p:grpSpPr bwMode="auto">
                <a:xfrm>
                  <a:off x="2767" y="1570"/>
                  <a:ext cx="120" cy="60"/>
                  <a:chOff x="2767" y="1570"/>
                  <a:chExt cx="120" cy="60"/>
                </a:xfrm>
              </p:grpSpPr>
              <p:grpSp>
                <p:nvGrpSpPr>
                  <p:cNvPr id="88" name="Group 46"/>
                  <p:cNvGrpSpPr>
                    <a:grpSpLocks/>
                  </p:cNvGrpSpPr>
                  <p:nvPr/>
                </p:nvGrpSpPr>
                <p:grpSpPr bwMode="auto">
                  <a:xfrm>
                    <a:off x="2767" y="1570"/>
                    <a:ext cx="120" cy="48"/>
                    <a:chOff x="2767" y="1570"/>
                    <a:chExt cx="120" cy="48"/>
                  </a:xfrm>
                </p:grpSpPr>
                <p:sp>
                  <p:nvSpPr>
                    <p:cNvPr id="92" name="Arc 47"/>
                    <p:cNvSpPr>
                      <a:spLocks/>
                    </p:cNvSpPr>
                    <p:nvPr/>
                  </p:nvSpPr>
                  <p:spPr bwMode="auto">
                    <a:xfrm>
                      <a:off x="2827" y="1570"/>
                      <a:ext cx="60" cy="48"/>
                    </a:xfrm>
                    <a:custGeom>
                      <a:avLst/>
                      <a:gdLst>
                        <a:gd name="T0" fmla="*/ 0 w 21707"/>
                        <a:gd name="T1" fmla="*/ 0 h 21600"/>
                        <a:gd name="T2" fmla="*/ 0 w 21707"/>
                        <a:gd name="T3" fmla="*/ 0 h 21600"/>
                        <a:gd name="T4" fmla="*/ 0 w 21707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7" h="21600" fill="none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</a:path>
                        <a:path w="21707" h="21600" stroke="0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  <a:lnTo>
                            <a:pt x="107" y="0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3" name="Arc 48"/>
                    <p:cNvSpPr>
                      <a:spLocks/>
                    </p:cNvSpPr>
                    <p:nvPr/>
                  </p:nvSpPr>
                  <p:spPr bwMode="auto">
                    <a:xfrm>
                      <a:off x="2767" y="1598"/>
                      <a:ext cx="60" cy="20"/>
                    </a:xfrm>
                    <a:custGeom>
                      <a:avLst/>
                      <a:gdLst>
                        <a:gd name="T0" fmla="*/ 0 w 21600"/>
                        <a:gd name="T1" fmla="*/ 0 h 21926"/>
                        <a:gd name="T2" fmla="*/ 0 w 21600"/>
                        <a:gd name="T3" fmla="*/ 0 h 21926"/>
                        <a:gd name="T4" fmla="*/ 0 w 21600"/>
                        <a:gd name="T5" fmla="*/ 0 h 21926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26" fill="none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</a:path>
                        <a:path w="21600" h="21926" stroke="0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  <a:lnTo>
                            <a:pt x="21600" y="326"/>
                          </a:lnTo>
                          <a:lnTo>
                            <a:pt x="21509" y="21925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89" name="Group 49"/>
                  <p:cNvGrpSpPr>
                    <a:grpSpLocks/>
                  </p:cNvGrpSpPr>
                  <p:nvPr/>
                </p:nvGrpSpPr>
                <p:grpSpPr bwMode="auto">
                  <a:xfrm>
                    <a:off x="2767" y="1578"/>
                    <a:ext cx="120" cy="52"/>
                    <a:chOff x="2767" y="1578"/>
                    <a:chExt cx="120" cy="52"/>
                  </a:xfrm>
                </p:grpSpPr>
                <p:sp>
                  <p:nvSpPr>
                    <p:cNvPr id="90" name="Arc 50"/>
                    <p:cNvSpPr>
                      <a:spLocks/>
                    </p:cNvSpPr>
                    <p:nvPr/>
                  </p:nvSpPr>
                  <p:spPr bwMode="auto">
                    <a:xfrm>
                      <a:off x="2827" y="1578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1" name="Arc 51"/>
                    <p:cNvSpPr>
                      <a:spLocks/>
                    </p:cNvSpPr>
                    <p:nvPr/>
                  </p:nvSpPr>
                  <p:spPr bwMode="auto">
                    <a:xfrm>
                      <a:off x="2767" y="157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84" name="Arc 52"/>
                <p:cNvSpPr>
                  <a:spLocks/>
                </p:cNvSpPr>
                <p:nvPr/>
              </p:nvSpPr>
              <p:spPr bwMode="auto">
                <a:xfrm>
                  <a:off x="2827" y="1522"/>
                  <a:ext cx="60" cy="52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  <a:lnTo>
                        <a:pt x="106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5" name="Arc 53"/>
                <p:cNvSpPr>
                  <a:spLocks/>
                </p:cNvSpPr>
                <p:nvPr/>
              </p:nvSpPr>
              <p:spPr bwMode="auto">
                <a:xfrm>
                  <a:off x="2827" y="1910"/>
                  <a:ext cx="60" cy="52"/>
                </a:xfrm>
                <a:custGeom>
                  <a:avLst/>
                  <a:gdLst>
                    <a:gd name="T0" fmla="*/ 0 w 21708"/>
                    <a:gd name="T1" fmla="*/ 0 h 21727"/>
                    <a:gd name="T2" fmla="*/ 0 w 21708"/>
                    <a:gd name="T3" fmla="*/ 0 h 21727"/>
                    <a:gd name="T4" fmla="*/ 0 w 21708"/>
                    <a:gd name="T5" fmla="*/ 0 h 2172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8" h="21727" fill="none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</a:path>
                    <a:path w="21708" h="21727" stroke="0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  <a:lnTo>
                        <a:pt x="108" y="127"/>
                      </a:lnTo>
                      <a:lnTo>
                        <a:pt x="21707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2823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2823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5" name="Line 56"/>
              <p:cNvSpPr>
                <a:spLocks noChangeShapeType="1"/>
              </p:cNvSpPr>
              <p:nvPr/>
            </p:nvSpPr>
            <p:spPr bwMode="auto">
              <a:xfrm flipV="1">
                <a:off x="3071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26" name="Group 57"/>
              <p:cNvGrpSpPr>
                <a:grpSpLocks/>
              </p:cNvGrpSpPr>
              <p:nvPr/>
            </p:nvGrpSpPr>
            <p:grpSpPr bwMode="auto">
              <a:xfrm>
                <a:off x="3015" y="1482"/>
                <a:ext cx="112" cy="528"/>
                <a:chOff x="3015" y="1482"/>
                <a:chExt cx="112" cy="528"/>
              </a:xfrm>
            </p:grpSpPr>
            <p:grpSp>
              <p:nvGrpSpPr>
                <p:cNvPr id="32" name="Group 58"/>
                <p:cNvGrpSpPr>
                  <a:grpSpLocks/>
                </p:cNvGrpSpPr>
                <p:nvPr/>
              </p:nvGrpSpPr>
              <p:grpSpPr bwMode="auto">
                <a:xfrm>
                  <a:off x="3015" y="1854"/>
                  <a:ext cx="112" cy="64"/>
                  <a:chOff x="3015" y="1854"/>
                  <a:chExt cx="112" cy="64"/>
                </a:xfrm>
              </p:grpSpPr>
              <p:grpSp>
                <p:nvGrpSpPr>
                  <p:cNvPr id="72" name="Group 59"/>
                  <p:cNvGrpSpPr>
                    <a:grpSpLocks/>
                  </p:cNvGrpSpPr>
                  <p:nvPr/>
                </p:nvGrpSpPr>
                <p:grpSpPr bwMode="auto">
                  <a:xfrm>
                    <a:off x="3015" y="1854"/>
                    <a:ext cx="112" cy="52"/>
                    <a:chOff x="3015" y="1854"/>
                    <a:chExt cx="112" cy="52"/>
                  </a:xfrm>
                </p:grpSpPr>
                <p:sp>
                  <p:nvSpPr>
                    <p:cNvPr id="76" name="Arc 60"/>
                    <p:cNvSpPr>
                      <a:spLocks/>
                    </p:cNvSpPr>
                    <p:nvPr/>
                  </p:nvSpPr>
                  <p:spPr bwMode="auto">
                    <a:xfrm>
                      <a:off x="3015" y="18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7" name="Arc 61"/>
                    <p:cNvSpPr>
                      <a:spLocks/>
                    </p:cNvSpPr>
                    <p:nvPr/>
                  </p:nvSpPr>
                  <p:spPr bwMode="auto">
                    <a:xfrm>
                      <a:off x="3071" y="1882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3" name="Group 62"/>
                  <p:cNvGrpSpPr>
                    <a:grpSpLocks/>
                  </p:cNvGrpSpPr>
                  <p:nvPr/>
                </p:nvGrpSpPr>
                <p:grpSpPr bwMode="auto">
                  <a:xfrm>
                    <a:off x="3015" y="1866"/>
                    <a:ext cx="112" cy="52"/>
                    <a:chOff x="3015" y="1866"/>
                    <a:chExt cx="112" cy="52"/>
                  </a:xfrm>
                </p:grpSpPr>
                <p:sp>
                  <p:nvSpPr>
                    <p:cNvPr id="74" name="Arc 63"/>
                    <p:cNvSpPr>
                      <a:spLocks/>
                    </p:cNvSpPr>
                    <p:nvPr/>
                  </p:nvSpPr>
                  <p:spPr bwMode="auto">
                    <a:xfrm>
                      <a:off x="3015" y="186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5" name="Arc 64"/>
                    <p:cNvSpPr>
                      <a:spLocks/>
                    </p:cNvSpPr>
                    <p:nvPr/>
                  </p:nvSpPr>
                  <p:spPr bwMode="auto">
                    <a:xfrm>
                      <a:off x="3071" y="1866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3" name="Group 65"/>
                <p:cNvGrpSpPr>
                  <a:grpSpLocks/>
                </p:cNvGrpSpPr>
                <p:nvPr/>
              </p:nvGrpSpPr>
              <p:grpSpPr bwMode="auto">
                <a:xfrm>
                  <a:off x="3015" y="1798"/>
                  <a:ext cx="112" cy="64"/>
                  <a:chOff x="3015" y="1798"/>
                  <a:chExt cx="112" cy="64"/>
                </a:xfrm>
              </p:grpSpPr>
              <p:grpSp>
                <p:nvGrpSpPr>
                  <p:cNvPr id="66" name="Group 66"/>
                  <p:cNvGrpSpPr>
                    <a:grpSpLocks/>
                  </p:cNvGrpSpPr>
                  <p:nvPr/>
                </p:nvGrpSpPr>
                <p:grpSpPr bwMode="auto">
                  <a:xfrm>
                    <a:off x="3015" y="1798"/>
                    <a:ext cx="112" cy="52"/>
                    <a:chOff x="3015" y="1798"/>
                    <a:chExt cx="112" cy="52"/>
                  </a:xfrm>
                </p:grpSpPr>
                <p:sp>
                  <p:nvSpPr>
                    <p:cNvPr id="70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3015" y="179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1" name="Arc 68"/>
                    <p:cNvSpPr>
                      <a:spLocks/>
                    </p:cNvSpPr>
                    <p:nvPr/>
                  </p:nvSpPr>
                  <p:spPr bwMode="auto">
                    <a:xfrm>
                      <a:off x="3071" y="1826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7" name="Group 69"/>
                  <p:cNvGrpSpPr>
                    <a:grpSpLocks/>
                  </p:cNvGrpSpPr>
                  <p:nvPr/>
                </p:nvGrpSpPr>
                <p:grpSpPr bwMode="auto">
                  <a:xfrm>
                    <a:off x="3015" y="1810"/>
                    <a:ext cx="112" cy="52"/>
                    <a:chOff x="3015" y="1810"/>
                    <a:chExt cx="112" cy="52"/>
                  </a:xfrm>
                </p:grpSpPr>
                <p:sp>
                  <p:nvSpPr>
                    <p:cNvPr id="68" name="Arc 70"/>
                    <p:cNvSpPr>
                      <a:spLocks/>
                    </p:cNvSpPr>
                    <p:nvPr/>
                  </p:nvSpPr>
                  <p:spPr bwMode="auto">
                    <a:xfrm>
                      <a:off x="3015" y="181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" name="Arc 71"/>
                    <p:cNvSpPr>
                      <a:spLocks/>
                    </p:cNvSpPr>
                    <p:nvPr/>
                  </p:nvSpPr>
                  <p:spPr bwMode="auto">
                    <a:xfrm>
                      <a:off x="3071" y="1810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4" name="Group 72"/>
                <p:cNvGrpSpPr>
                  <a:grpSpLocks/>
                </p:cNvGrpSpPr>
                <p:nvPr/>
              </p:nvGrpSpPr>
              <p:grpSpPr bwMode="auto">
                <a:xfrm>
                  <a:off x="3015" y="1742"/>
                  <a:ext cx="112" cy="64"/>
                  <a:chOff x="3015" y="1742"/>
                  <a:chExt cx="112" cy="64"/>
                </a:xfrm>
              </p:grpSpPr>
              <p:grpSp>
                <p:nvGrpSpPr>
                  <p:cNvPr id="60" name="Group 73"/>
                  <p:cNvGrpSpPr>
                    <a:grpSpLocks/>
                  </p:cNvGrpSpPr>
                  <p:nvPr/>
                </p:nvGrpSpPr>
                <p:grpSpPr bwMode="auto">
                  <a:xfrm>
                    <a:off x="3015" y="1742"/>
                    <a:ext cx="112" cy="52"/>
                    <a:chOff x="3015" y="1742"/>
                    <a:chExt cx="112" cy="52"/>
                  </a:xfrm>
                </p:grpSpPr>
                <p:sp>
                  <p:nvSpPr>
                    <p:cNvPr id="64" name="Arc 74"/>
                    <p:cNvSpPr>
                      <a:spLocks/>
                    </p:cNvSpPr>
                    <p:nvPr/>
                  </p:nvSpPr>
                  <p:spPr bwMode="auto">
                    <a:xfrm>
                      <a:off x="3015" y="1742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5" name="Arc 75"/>
                    <p:cNvSpPr>
                      <a:spLocks/>
                    </p:cNvSpPr>
                    <p:nvPr/>
                  </p:nvSpPr>
                  <p:spPr bwMode="auto">
                    <a:xfrm>
                      <a:off x="3071" y="1770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1" name="Group 76"/>
                  <p:cNvGrpSpPr>
                    <a:grpSpLocks/>
                  </p:cNvGrpSpPr>
                  <p:nvPr/>
                </p:nvGrpSpPr>
                <p:grpSpPr bwMode="auto">
                  <a:xfrm>
                    <a:off x="3015" y="1754"/>
                    <a:ext cx="112" cy="52"/>
                    <a:chOff x="3015" y="1754"/>
                    <a:chExt cx="112" cy="52"/>
                  </a:xfrm>
                </p:grpSpPr>
                <p:sp>
                  <p:nvSpPr>
                    <p:cNvPr id="62" name="Arc 77"/>
                    <p:cNvSpPr>
                      <a:spLocks/>
                    </p:cNvSpPr>
                    <p:nvPr/>
                  </p:nvSpPr>
                  <p:spPr bwMode="auto">
                    <a:xfrm>
                      <a:off x="3015" y="17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3" name="Arc 78"/>
                    <p:cNvSpPr>
                      <a:spLocks/>
                    </p:cNvSpPr>
                    <p:nvPr/>
                  </p:nvSpPr>
                  <p:spPr bwMode="auto">
                    <a:xfrm>
                      <a:off x="3071" y="1754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5" name="Group 79"/>
                <p:cNvGrpSpPr>
                  <a:grpSpLocks/>
                </p:cNvGrpSpPr>
                <p:nvPr/>
              </p:nvGrpSpPr>
              <p:grpSpPr bwMode="auto">
                <a:xfrm>
                  <a:off x="3015" y="1686"/>
                  <a:ext cx="112" cy="60"/>
                  <a:chOff x="3015" y="1686"/>
                  <a:chExt cx="112" cy="60"/>
                </a:xfrm>
              </p:grpSpPr>
              <p:grpSp>
                <p:nvGrpSpPr>
                  <p:cNvPr id="54" name="Group 80"/>
                  <p:cNvGrpSpPr>
                    <a:grpSpLocks/>
                  </p:cNvGrpSpPr>
                  <p:nvPr/>
                </p:nvGrpSpPr>
                <p:grpSpPr bwMode="auto">
                  <a:xfrm>
                    <a:off x="3015" y="1686"/>
                    <a:ext cx="112" cy="52"/>
                    <a:chOff x="3015" y="1686"/>
                    <a:chExt cx="112" cy="52"/>
                  </a:xfrm>
                </p:grpSpPr>
                <p:sp>
                  <p:nvSpPr>
                    <p:cNvPr id="58" name="Arc 81"/>
                    <p:cNvSpPr>
                      <a:spLocks/>
                    </p:cNvSpPr>
                    <p:nvPr/>
                  </p:nvSpPr>
                  <p:spPr bwMode="auto">
                    <a:xfrm>
                      <a:off x="3015" y="168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9" name="Arc 82"/>
                    <p:cNvSpPr>
                      <a:spLocks/>
                    </p:cNvSpPr>
                    <p:nvPr/>
                  </p:nvSpPr>
                  <p:spPr bwMode="auto">
                    <a:xfrm>
                      <a:off x="3071" y="171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55" name="Group 83"/>
                  <p:cNvGrpSpPr>
                    <a:grpSpLocks/>
                  </p:cNvGrpSpPr>
                  <p:nvPr/>
                </p:nvGrpSpPr>
                <p:grpSpPr bwMode="auto">
                  <a:xfrm>
                    <a:off x="3015" y="1698"/>
                    <a:ext cx="112" cy="48"/>
                    <a:chOff x="3015" y="1698"/>
                    <a:chExt cx="112" cy="48"/>
                  </a:xfrm>
                </p:grpSpPr>
                <p:sp>
                  <p:nvSpPr>
                    <p:cNvPr id="56" name="Arc 84"/>
                    <p:cNvSpPr>
                      <a:spLocks/>
                    </p:cNvSpPr>
                    <p:nvPr/>
                  </p:nvSpPr>
                  <p:spPr bwMode="auto">
                    <a:xfrm>
                      <a:off x="3015" y="1698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7" name="Arc 85"/>
                    <p:cNvSpPr>
                      <a:spLocks/>
                    </p:cNvSpPr>
                    <p:nvPr/>
                  </p:nvSpPr>
                  <p:spPr bwMode="auto">
                    <a:xfrm>
                      <a:off x="3071" y="1698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6" name="Group 86"/>
                <p:cNvGrpSpPr>
                  <a:grpSpLocks/>
                </p:cNvGrpSpPr>
                <p:nvPr/>
              </p:nvGrpSpPr>
              <p:grpSpPr bwMode="auto">
                <a:xfrm>
                  <a:off x="3015" y="1630"/>
                  <a:ext cx="112" cy="56"/>
                  <a:chOff x="3015" y="1630"/>
                  <a:chExt cx="112" cy="56"/>
                </a:xfrm>
              </p:grpSpPr>
              <p:grpSp>
                <p:nvGrpSpPr>
                  <p:cNvPr id="48" name="Group 87"/>
                  <p:cNvGrpSpPr>
                    <a:grpSpLocks/>
                  </p:cNvGrpSpPr>
                  <p:nvPr/>
                </p:nvGrpSpPr>
                <p:grpSpPr bwMode="auto">
                  <a:xfrm>
                    <a:off x="3015" y="1630"/>
                    <a:ext cx="112" cy="52"/>
                    <a:chOff x="3015" y="1630"/>
                    <a:chExt cx="112" cy="52"/>
                  </a:xfrm>
                </p:grpSpPr>
                <p:sp>
                  <p:nvSpPr>
                    <p:cNvPr id="52" name="Arc 88"/>
                    <p:cNvSpPr>
                      <a:spLocks/>
                    </p:cNvSpPr>
                    <p:nvPr/>
                  </p:nvSpPr>
                  <p:spPr bwMode="auto">
                    <a:xfrm>
                      <a:off x="3015" y="163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3" name="Arc 89"/>
                    <p:cNvSpPr>
                      <a:spLocks/>
                    </p:cNvSpPr>
                    <p:nvPr/>
                  </p:nvSpPr>
                  <p:spPr bwMode="auto">
                    <a:xfrm>
                      <a:off x="3071" y="165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9" name="Group 90"/>
                  <p:cNvGrpSpPr>
                    <a:grpSpLocks/>
                  </p:cNvGrpSpPr>
                  <p:nvPr/>
                </p:nvGrpSpPr>
                <p:grpSpPr bwMode="auto">
                  <a:xfrm>
                    <a:off x="3015" y="1634"/>
                    <a:ext cx="112" cy="52"/>
                    <a:chOff x="3015" y="1634"/>
                    <a:chExt cx="112" cy="52"/>
                  </a:xfrm>
                </p:grpSpPr>
                <p:sp>
                  <p:nvSpPr>
                    <p:cNvPr id="50" name="Arc 91"/>
                    <p:cNvSpPr>
                      <a:spLocks/>
                    </p:cNvSpPr>
                    <p:nvPr/>
                  </p:nvSpPr>
                  <p:spPr bwMode="auto">
                    <a:xfrm>
                      <a:off x="3015" y="163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1" name="Arc 92"/>
                    <p:cNvSpPr>
                      <a:spLocks/>
                    </p:cNvSpPr>
                    <p:nvPr/>
                  </p:nvSpPr>
                  <p:spPr bwMode="auto">
                    <a:xfrm>
                      <a:off x="3071" y="163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7" name="Group 93"/>
                <p:cNvGrpSpPr>
                  <a:grpSpLocks/>
                </p:cNvGrpSpPr>
                <p:nvPr/>
              </p:nvGrpSpPr>
              <p:grpSpPr bwMode="auto">
                <a:xfrm>
                  <a:off x="3015" y="1570"/>
                  <a:ext cx="112" cy="60"/>
                  <a:chOff x="3015" y="1570"/>
                  <a:chExt cx="112" cy="60"/>
                </a:xfrm>
              </p:grpSpPr>
              <p:grpSp>
                <p:nvGrpSpPr>
                  <p:cNvPr id="42" name="Group 94"/>
                  <p:cNvGrpSpPr>
                    <a:grpSpLocks/>
                  </p:cNvGrpSpPr>
                  <p:nvPr/>
                </p:nvGrpSpPr>
                <p:grpSpPr bwMode="auto">
                  <a:xfrm>
                    <a:off x="3015" y="1570"/>
                    <a:ext cx="112" cy="48"/>
                    <a:chOff x="3015" y="1570"/>
                    <a:chExt cx="112" cy="48"/>
                  </a:xfrm>
                </p:grpSpPr>
                <p:sp>
                  <p:nvSpPr>
                    <p:cNvPr id="46" name="Arc 95"/>
                    <p:cNvSpPr>
                      <a:spLocks/>
                    </p:cNvSpPr>
                    <p:nvPr/>
                  </p:nvSpPr>
                  <p:spPr bwMode="auto">
                    <a:xfrm>
                      <a:off x="3015" y="1570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60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" name="Arc 96"/>
                    <p:cNvSpPr>
                      <a:spLocks/>
                    </p:cNvSpPr>
                    <p:nvPr/>
                  </p:nvSpPr>
                  <p:spPr bwMode="auto">
                    <a:xfrm>
                      <a:off x="3071" y="1598"/>
                      <a:ext cx="56" cy="20"/>
                    </a:xfrm>
                    <a:custGeom>
                      <a:avLst/>
                      <a:gdLst>
                        <a:gd name="T0" fmla="*/ 0 w 21600"/>
                        <a:gd name="T1" fmla="*/ 0 h 21905"/>
                        <a:gd name="T2" fmla="*/ 0 w 21600"/>
                        <a:gd name="T3" fmla="*/ 0 h 21905"/>
                        <a:gd name="T4" fmla="*/ 0 w 21600"/>
                        <a:gd name="T5" fmla="*/ 0 h 21905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05" fill="none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</a:path>
                        <a:path w="21600" h="21905" stroke="0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  <a:lnTo>
                            <a:pt x="0" y="305"/>
                          </a:lnTo>
                          <a:lnTo>
                            <a:pt x="2159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3" name="Group 97"/>
                  <p:cNvGrpSpPr>
                    <a:grpSpLocks/>
                  </p:cNvGrpSpPr>
                  <p:nvPr/>
                </p:nvGrpSpPr>
                <p:grpSpPr bwMode="auto">
                  <a:xfrm>
                    <a:off x="3015" y="1578"/>
                    <a:ext cx="112" cy="52"/>
                    <a:chOff x="3015" y="1578"/>
                    <a:chExt cx="112" cy="52"/>
                  </a:xfrm>
                </p:grpSpPr>
                <p:sp>
                  <p:nvSpPr>
                    <p:cNvPr id="44" name="Arc 98"/>
                    <p:cNvSpPr>
                      <a:spLocks/>
                    </p:cNvSpPr>
                    <p:nvPr/>
                  </p:nvSpPr>
                  <p:spPr bwMode="auto">
                    <a:xfrm>
                      <a:off x="3015" y="157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5" name="Arc 99"/>
                    <p:cNvSpPr>
                      <a:spLocks/>
                    </p:cNvSpPr>
                    <p:nvPr/>
                  </p:nvSpPr>
                  <p:spPr bwMode="auto">
                    <a:xfrm>
                      <a:off x="3071" y="157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38" name="Arc 100"/>
                <p:cNvSpPr>
                  <a:spLocks/>
                </p:cNvSpPr>
                <p:nvPr/>
              </p:nvSpPr>
              <p:spPr bwMode="auto">
                <a:xfrm>
                  <a:off x="3015" y="1522"/>
                  <a:ext cx="56" cy="52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</a:path>
                    <a:path w="21600" h="21600" stroke="0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3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Arc 101"/>
                <p:cNvSpPr>
                  <a:spLocks/>
                </p:cNvSpPr>
                <p:nvPr/>
              </p:nvSpPr>
              <p:spPr bwMode="auto">
                <a:xfrm>
                  <a:off x="3015" y="1910"/>
                  <a:ext cx="56" cy="52"/>
                </a:xfrm>
                <a:custGeom>
                  <a:avLst/>
                  <a:gdLst>
                    <a:gd name="T0" fmla="*/ 0 w 21600"/>
                    <a:gd name="T1" fmla="*/ 0 h 21717"/>
                    <a:gd name="T2" fmla="*/ 0 w 21600"/>
                    <a:gd name="T3" fmla="*/ 0 h 21717"/>
                    <a:gd name="T4" fmla="*/ 0 w 21600"/>
                    <a:gd name="T5" fmla="*/ 0 h 2171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17" fill="none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</a:path>
                    <a:path w="21600" h="21717" stroke="0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  <a:lnTo>
                        <a:pt x="21600" y="117"/>
                      </a:lnTo>
                      <a:lnTo>
                        <a:pt x="21600" y="21717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102"/>
                <p:cNvSpPr>
                  <a:spLocks noChangeShapeType="1"/>
                </p:cNvSpPr>
                <p:nvPr/>
              </p:nvSpPr>
              <p:spPr bwMode="auto">
                <a:xfrm flipV="1">
                  <a:off x="3071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103"/>
                <p:cNvSpPr>
                  <a:spLocks noChangeShapeType="1"/>
                </p:cNvSpPr>
                <p:nvPr/>
              </p:nvSpPr>
              <p:spPr bwMode="auto">
                <a:xfrm flipV="1">
                  <a:off x="3071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7" name="Line 104"/>
              <p:cNvSpPr>
                <a:spLocks noChangeShapeType="1"/>
              </p:cNvSpPr>
              <p:nvPr/>
            </p:nvSpPr>
            <p:spPr bwMode="auto">
              <a:xfrm>
                <a:off x="2935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05"/>
              <p:cNvSpPr>
                <a:spLocks noChangeShapeType="1"/>
              </p:cNvSpPr>
              <p:nvPr/>
            </p:nvSpPr>
            <p:spPr bwMode="auto">
              <a:xfrm>
                <a:off x="2967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06"/>
              <p:cNvSpPr>
                <a:spLocks noChangeShapeType="1"/>
              </p:cNvSpPr>
              <p:nvPr/>
            </p:nvSpPr>
            <p:spPr bwMode="auto">
              <a:xfrm flipV="1">
                <a:off x="2823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07"/>
              <p:cNvSpPr>
                <a:spLocks noChangeShapeType="1"/>
              </p:cNvSpPr>
              <p:nvPr/>
            </p:nvSpPr>
            <p:spPr bwMode="auto">
              <a:xfrm flipV="1">
                <a:off x="3071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08"/>
              <p:cNvSpPr>
                <a:spLocks noChangeShapeType="1"/>
              </p:cNvSpPr>
              <p:nvPr/>
            </p:nvSpPr>
            <p:spPr bwMode="auto">
              <a:xfrm flipV="1">
                <a:off x="2823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" name="Line 109"/>
            <p:cNvSpPr>
              <a:spLocks noChangeShapeType="1"/>
            </p:cNvSpPr>
            <p:nvPr/>
          </p:nvSpPr>
          <p:spPr bwMode="auto">
            <a:xfrm flipH="1">
              <a:off x="827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0"/>
            <p:cNvSpPr>
              <a:spLocks noChangeShapeType="1"/>
            </p:cNvSpPr>
            <p:nvPr/>
          </p:nvSpPr>
          <p:spPr bwMode="auto">
            <a:xfrm flipH="1">
              <a:off x="82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11"/>
            <p:cNvSpPr>
              <a:spLocks noChangeShapeType="1"/>
            </p:cNvSpPr>
            <p:nvPr/>
          </p:nvSpPr>
          <p:spPr bwMode="auto">
            <a:xfrm flipH="1">
              <a:off x="1544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12"/>
            <p:cNvSpPr>
              <a:spLocks noChangeShapeType="1"/>
            </p:cNvSpPr>
            <p:nvPr/>
          </p:nvSpPr>
          <p:spPr bwMode="auto">
            <a:xfrm flipH="1">
              <a:off x="154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3"/>
            <p:cNvSpPr>
              <a:spLocks noChangeShapeType="1"/>
            </p:cNvSpPr>
            <p:nvPr/>
          </p:nvSpPr>
          <p:spPr bwMode="auto">
            <a:xfrm flipV="1">
              <a:off x="830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14"/>
            <p:cNvSpPr>
              <a:spLocks noChangeShapeType="1"/>
            </p:cNvSpPr>
            <p:nvPr/>
          </p:nvSpPr>
          <p:spPr bwMode="auto">
            <a:xfrm flipV="1">
              <a:off x="2009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5"/>
            <p:cNvSpPr>
              <a:spLocks noChangeShapeType="1"/>
            </p:cNvSpPr>
            <p:nvPr/>
          </p:nvSpPr>
          <p:spPr bwMode="auto">
            <a:xfrm>
              <a:off x="966" y="162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16"/>
            <p:cNvSpPr>
              <a:spLocks noChangeShapeType="1"/>
            </p:cNvSpPr>
            <p:nvPr/>
          </p:nvSpPr>
          <p:spPr bwMode="auto">
            <a:xfrm flipH="1">
              <a:off x="1692" y="1627"/>
              <a:ext cx="1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17"/>
            <p:cNvSpPr>
              <a:spLocks noChangeArrowheads="1"/>
            </p:cNvSpPr>
            <p:nvPr/>
          </p:nvSpPr>
          <p:spPr bwMode="auto">
            <a:xfrm>
              <a:off x="1148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Oval 118"/>
            <p:cNvSpPr>
              <a:spLocks noChangeArrowheads="1"/>
            </p:cNvSpPr>
            <p:nvPr/>
          </p:nvSpPr>
          <p:spPr bwMode="auto">
            <a:xfrm>
              <a:off x="1647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Text Box 119"/>
            <p:cNvSpPr txBox="1">
              <a:spLocks noChangeArrowheads="1"/>
            </p:cNvSpPr>
            <p:nvPr/>
          </p:nvSpPr>
          <p:spPr bwMode="auto">
            <a:xfrm>
              <a:off x="1011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" name="Text Box 120"/>
            <p:cNvSpPr txBox="1">
              <a:spLocks noChangeArrowheads="1"/>
            </p:cNvSpPr>
            <p:nvPr/>
          </p:nvSpPr>
          <p:spPr bwMode="auto">
            <a:xfrm>
              <a:off x="1624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2" name="Text Box 121"/>
            <p:cNvSpPr txBox="1">
              <a:spLocks noChangeArrowheads="1"/>
            </p:cNvSpPr>
            <p:nvPr/>
          </p:nvSpPr>
          <p:spPr bwMode="auto">
            <a:xfrm>
              <a:off x="2009" y="1804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Text Box 122"/>
            <p:cNvSpPr txBox="1">
              <a:spLocks noChangeArrowheads="1"/>
            </p:cNvSpPr>
            <p:nvPr/>
          </p:nvSpPr>
          <p:spPr bwMode="auto">
            <a:xfrm>
              <a:off x="603" y="1809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</p:grpSp>
      <p:sp>
        <p:nvSpPr>
          <p:cNvPr id="124" name="Text Box 123"/>
          <p:cNvSpPr txBox="1">
            <a:spLocks noChangeArrowheads="1"/>
          </p:cNvSpPr>
          <p:nvPr/>
        </p:nvSpPr>
        <p:spPr bwMode="auto">
          <a:xfrm>
            <a:off x="7675418" y="1784320"/>
            <a:ext cx="293061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</p:txBody>
      </p:sp>
      <p:sp>
        <p:nvSpPr>
          <p:cNvPr id="125" name="Text Box 125"/>
          <p:cNvSpPr txBox="1">
            <a:spLocks noChangeArrowheads="1"/>
          </p:cNvSpPr>
          <p:nvPr/>
        </p:nvSpPr>
        <p:spPr bwMode="auto">
          <a:xfrm>
            <a:off x="2935650" y="3813385"/>
            <a:ext cx="247195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Winding direction</a:t>
            </a:r>
          </a:p>
        </p:txBody>
      </p:sp>
      <p:graphicFrame>
        <p:nvGraphicFramePr>
          <p:cNvPr id="126" name="Object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2622365"/>
              </p:ext>
            </p:extLst>
          </p:nvPr>
        </p:nvGraphicFramePr>
        <p:xfrm>
          <a:off x="6489379" y="4176625"/>
          <a:ext cx="3097213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172" imgH="266584" progId="Equation.3">
                  <p:embed/>
                </p:oleObj>
              </mc:Choice>
              <mc:Fallback>
                <p:oleObj name="Equation" r:id="rId2" imgW="1447172" imgH="266584" progId="Equation.3">
                  <p:embed/>
                  <p:pic>
                    <p:nvPicPr>
                      <p:cNvPr id="126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89379" y="4176625"/>
                        <a:ext cx="3097213" cy="569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" name="Object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8683054"/>
              </p:ext>
            </p:extLst>
          </p:nvPr>
        </p:nvGraphicFramePr>
        <p:xfrm>
          <a:off x="6323013" y="3262313"/>
          <a:ext cx="1198562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660240" imgH="393480" progId="Equation.3">
                  <p:embed/>
                </p:oleObj>
              </mc:Choice>
              <mc:Fallback>
                <p:oleObj name="Équation" r:id="rId4" imgW="660240" imgH="393480" progId="Equation.3">
                  <p:embed/>
                  <p:pic>
                    <p:nvPicPr>
                      <p:cNvPr id="128" name="Object 1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3013" y="3262313"/>
                        <a:ext cx="1198562" cy="709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" name="AutoShape 133"/>
          <p:cNvSpPr>
            <a:spLocks noChangeArrowheads="1"/>
          </p:cNvSpPr>
          <p:nvPr/>
        </p:nvSpPr>
        <p:spPr bwMode="auto">
          <a:xfrm rot="20505169">
            <a:off x="5379613" y="3580650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0000FF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0" name="AutoShape 134"/>
          <p:cNvSpPr>
            <a:spLocks noChangeArrowheads="1"/>
          </p:cNvSpPr>
          <p:nvPr/>
        </p:nvSpPr>
        <p:spPr bwMode="auto">
          <a:xfrm rot="906668">
            <a:off x="5379612" y="4140909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31" name="Group 136"/>
          <p:cNvGrpSpPr>
            <a:grpSpLocks/>
          </p:cNvGrpSpPr>
          <p:nvPr/>
        </p:nvGrpSpPr>
        <p:grpSpPr bwMode="auto">
          <a:xfrm>
            <a:off x="3157217" y="4891000"/>
            <a:ext cx="6356350" cy="433387"/>
            <a:chOff x="509" y="3067"/>
            <a:chExt cx="4004" cy="273"/>
          </a:xfrm>
        </p:grpSpPr>
        <p:graphicFrame>
          <p:nvGraphicFramePr>
            <p:cNvPr id="132" name="Object 137"/>
            <p:cNvGraphicFramePr>
              <a:graphicFrameLocks noChangeAspect="1"/>
            </p:cNvGraphicFramePr>
            <p:nvPr/>
          </p:nvGraphicFramePr>
          <p:xfrm>
            <a:off x="3515" y="3067"/>
            <a:ext cx="998" cy="2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98500" imgH="190500" progId="Equation.3">
                    <p:embed/>
                  </p:oleObj>
                </mc:Choice>
                <mc:Fallback>
                  <p:oleObj name="Equation" r:id="rId6" imgW="698500" imgH="190500" progId="Equation.3">
                    <p:embed/>
                    <p:pic>
                      <p:nvPicPr>
                        <p:cNvPr id="132" name="Object 1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15" y="3067"/>
                          <a:ext cx="998" cy="2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" name="Text Box 138"/>
            <p:cNvSpPr txBox="1">
              <a:spLocks noChangeArrowheads="1"/>
            </p:cNvSpPr>
            <p:nvPr/>
          </p:nvSpPr>
          <p:spPr bwMode="auto">
            <a:xfrm>
              <a:off x="509" y="3080"/>
              <a:ext cx="2835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Magnetizing current i</a:t>
              </a:r>
              <a:r>
                <a:rPr lang="en-CA" altLang="fr-FR" sz="2000" baseline="-25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10</a:t>
              </a: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: Hopkinson’s law</a:t>
              </a:r>
            </a:p>
          </p:txBody>
        </p:sp>
      </p:grpSp>
      <p:graphicFrame>
        <p:nvGraphicFramePr>
          <p:cNvPr id="134" name="Object 1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277065"/>
              </p:ext>
            </p:extLst>
          </p:nvPr>
        </p:nvGraphicFramePr>
        <p:xfrm>
          <a:off x="3249292" y="5395825"/>
          <a:ext cx="2305050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04900" imgH="368300" progId="Equation.3">
                  <p:embed/>
                </p:oleObj>
              </mc:Choice>
              <mc:Fallback>
                <p:oleObj name="Equation" r:id="rId8" imgW="1104900" imgH="368300" progId="Equation.3">
                  <p:embed/>
                  <p:pic>
                    <p:nvPicPr>
                      <p:cNvPr id="134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9292" y="5395825"/>
                        <a:ext cx="2305050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5" name="Object 1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73618"/>
              </p:ext>
            </p:extLst>
          </p:nvPr>
        </p:nvGraphicFramePr>
        <p:xfrm>
          <a:off x="6302054" y="5611725"/>
          <a:ext cx="15271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190417" progId="Equation.3">
                  <p:embed/>
                </p:oleObj>
              </mc:Choice>
              <mc:Fallback>
                <p:oleObj name="Equation" r:id="rId10" imgW="672808" imgH="190417" progId="Equation.3">
                  <p:embed/>
                  <p:pic>
                    <p:nvPicPr>
                      <p:cNvPr id="135" name="Object 1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2054" y="5611725"/>
                        <a:ext cx="1527175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6" name="Group 144"/>
          <p:cNvGrpSpPr>
            <a:grpSpLocks/>
          </p:cNvGrpSpPr>
          <p:nvPr/>
        </p:nvGrpSpPr>
        <p:grpSpPr bwMode="auto">
          <a:xfrm>
            <a:off x="6396870" y="2848782"/>
            <a:ext cx="4208463" cy="3581399"/>
            <a:chOff x="2608" y="1764"/>
            <a:chExt cx="2651" cy="2256"/>
          </a:xfrm>
        </p:grpSpPr>
        <p:sp>
          <p:nvSpPr>
            <p:cNvPr id="137" name="AutoShape 145"/>
            <p:cNvSpPr>
              <a:spLocks noChangeArrowheads="1"/>
            </p:cNvSpPr>
            <p:nvPr/>
          </p:nvSpPr>
          <p:spPr bwMode="auto">
            <a:xfrm>
              <a:off x="2608" y="1764"/>
              <a:ext cx="2651" cy="1803"/>
            </a:xfrm>
            <a:custGeom>
              <a:avLst/>
              <a:gdLst>
                <a:gd name="T0" fmla="*/ 1 w 21600"/>
                <a:gd name="T1" fmla="*/ 0 h 21600"/>
                <a:gd name="T2" fmla="*/ 0 w 21600"/>
                <a:gd name="T3" fmla="*/ 0 h 21600"/>
                <a:gd name="T4" fmla="*/ 1 w 21600"/>
                <a:gd name="T5" fmla="*/ 0 h 21600"/>
                <a:gd name="T6" fmla="*/ 1 w 21600"/>
                <a:gd name="T7" fmla="*/ 0 h 21600"/>
                <a:gd name="T8" fmla="*/ 1 w 21600"/>
                <a:gd name="T9" fmla="*/ 0 h 21600"/>
                <a:gd name="T10" fmla="*/ 1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60 w 21600"/>
                <a:gd name="T19" fmla="*/ 3169 h 21600"/>
                <a:gd name="T20" fmla="*/ 18440 w 21600"/>
                <a:gd name="T21" fmla="*/ 18431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7924" y="16661"/>
                  </a:moveTo>
                  <a:cubicBezTo>
                    <a:pt x="19283" y="15010"/>
                    <a:pt x="20026" y="12938"/>
                    <a:pt x="20026" y="10800"/>
                  </a:cubicBezTo>
                  <a:cubicBezTo>
                    <a:pt x="20026" y="5704"/>
                    <a:pt x="15895" y="1574"/>
                    <a:pt x="10800" y="1574"/>
                  </a:cubicBezTo>
                  <a:cubicBezTo>
                    <a:pt x="9256" y="1573"/>
                    <a:pt x="7737" y="1961"/>
                    <a:pt x="6382" y="2700"/>
                  </a:cubicBezTo>
                  <a:lnTo>
                    <a:pt x="5628" y="1318"/>
                  </a:lnTo>
                  <a:cubicBezTo>
                    <a:pt x="7215" y="453"/>
                    <a:pt x="8993" y="-1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cubicBezTo>
                    <a:pt x="21600" y="13303"/>
                    <a:pt x="20730" y="15728"/>
                    <a:pt x="19140" y="17661"/>
                  </a:cubicBezTo>
                  <a:lnTo>
                    <a:pt x="21225" y="19377"/>
                  </a:lnTo>
                  <a:lnTo>
                    <a:pt x="16317" y="19854"/>
                  </a:lnTo>
                  <a:lnTo>
                    <a:pt x="15839" y="14946"/>
                  </a:lnTo>
                  <a:lnTo>
                    <a:pt x="17924" y="16661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8" name="AutoShape 146"/>
            <p:cNvSpPr>
              <a:spLocks noChangeArrowheads="1"/>
            </p:cNvSpPr>
            <p:nvPr/>
          </p:nvSpPr>
          <p:spPr bwMode="auto">
            <a:xfrm rot="5572555" flipV="1">
              <a:off x="3603" y="3247"/>
              <a:ext cx="544" cy="363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21600"/>
                <a:gd name="T19" fmla="*/ 3154 h 21600"/>
                <a:gd name="T20" fmla="*/ 18424 w 21600"/>
                <a:gd name="T21" fmla="*/ 1844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6200" y="10800"/>
                  </a:moveTo>
                  <a:cubicBezTo>
                    <a:pt x="16200" y="7817"/>
                    <a:pt x="13782" y="5400"/>
                    <a:pt x="10800" y="5400"/>
                  </a:cubicBezTo>
                  <a:cubicBezTo>
                    <a:pt x="10716" y="5399"/>
                    <a:pt x="10633" y="5401"/>
                    <a:pt x="10550" y="5405"/>
                  </a:cubicBezTo>
                  <a:lnTo>
                    <a:pt x="10300" y="11"/>
                  </a:lnTo>
                  <a:cubicBezTo>
                    <a:pt x="10466" y="3"/>
                    <a:pt x="10633" y="-1"/>
                    <a:pt x="10800" y="0"/>
                  </a:cubicBezTo>
                  <a:cubicBezTo>
                    <a:pt x="16764" y="0"/>
                    <a:pt x="21599" y="4835"/>
                    <a:pt x="21600" y="10799"/>
                  </a:cubicBezTo>
                  <a:lnTo>
                    <a:pt x="21600" y="10800"/>
                  </a:lnTo>
                  <a:lnTo>
                    <a:pt x="24300" y="10800"/>
                  </a:lnTo>
                  <a:lnTo>
                    <a:pt x="18900" y="16200"/>
                  </a:lnTo>
                  <a:lnTo>
                    <a:pt x="13500" y="10800"/>
                  </a:lnTo>
                  <a:lnTo>
                    <a:pt x="16200" y="10800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fr-FR"/>
            </a:p>
          </p:txBody>
        </p:sp>
        <p:graphicFrame>
          <p:nvGraphicFramePr>
            <p:cNvPr id="139" name="Object 147"/>
            <p:cNvGraphicFramePr>
              <a:graphicFrameLocks noChangeAspect="1"/>
            </p:cNvGraphicFramePr>
            <p:nvPr/>
          </p:nvGraphicFramePr>
          <p:xfrm>
            <a:off x="4105" y="3475"/>
            <a:ext cx="952" cy="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647419" imgH="342751" progId="Equation.3">
                    <p:embed/>
                  </p:oleObj>
                </mc:Choice>
                <mc:Fallback>
                  <p:oleObj name="Equation" r:id="rId12" imgW="647419" imgH="342751" progId="Equation.3">
                    <p:embed/>
                    <p:pic>
                      <p:nvPicPr>
                        <p:cNvPr id="139" name="Object 1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05" y="3475"/>
                          <a:ext cx="952" cy="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" name="Rectangle 148"/>
            <p:cNvSpPr>
              <a:spLocks noChangeArrowheads="1"/>
            </p:cNvSpPr>
            <p:nvPr/>
          </p:nvSpPr>
          <p:spPr bwMode="auto">
            <a:xfrm>
              <a:off x="4059" y="3475"/>
              <a:ext cx="998" cy="54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141" name="Object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05513"/>
              </p:ext>
            </p:extLst>
          </p:nvPr>
        </p:nvGraphicFramePr>
        <p:xfrm>
          <a:off x="10525196" y="3252912"/>
          <a:ext cx="1446213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4" imgW="711000" imgH="431640" progId="Equation.3">
                  <p:embed/>
                </p:oleObj>
              </mc:Choice>
              <mc:Fallback>
                <p:oleObj name="Équation" r:id="rId14" imgW="711000" imgH="431640" progId="Equation.3">
                  <p:embed/>
                  <p:pic>
                    <p:nvPicPr>
                      <p:cNvPr id="141" name="Object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96" y="3252912"/>
                        <a:ext cx="1446213" cy="874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Object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9486532"/>
              </p:ext>
            </p:extLst>
          </p:nvPr>
        </p:nvGraphicFramePr>
        <p:xfrm>
          <a:off x="8026873" y="3228975"/>
          <a:ext cx="1319212" cy="74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6" imgW="698400" imgH="393480" progId="Equation.3">
                  <p:embed/>
                </p:oleObj>
              </mc:Choice>
              <mc:Fallback>
                <p:oleObj name="Équation" r:id="rId16" imgW="698400" imgH="393480" progId="Equation.3">
                  <p:embed/>
                  <p:pic>
                    <p:nvPicPr>
                      <p:cNvPr id="127" name="Object 1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26873" y="3228975"/>
                        <a:ext cx="1319212" cy="742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2" name="ZoneTexte 14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36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: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641385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701710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H="1">
            <a:off x="8104545" y="2284413"/>
            <a:ext cx="258762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auto">
          <a:xfrm flipH="1" flipV="1">
            <a:off x="8104545" y="3513138"/>
            <a:ext cx="258762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 flipH="1">
            <a:off x="4939070" y="2284413"/>
            <a:ext cx="1335087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2"/>
          <p:cNvSpPr>
            <a:spLocks noChangeShapeType="1"/>
          </p:cNvSpPr>
          <p:nvPr/>
        </p:nvSpPr>
        <p:spPr bwMode="auto">
          <a:xfrm flipH="1">
            <a:off x="4146907" y="3986213"/>
            <a:ext cx="2127250" cy="476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H="1">
            <a:off x="8363307" y="2284413"/>
            <a:ext cx="11112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4"/>
          <p:cNvSpPr>
            <a:spLocks noChangeShapeType="1"/>
          </p:cNvSpPr>
          <p:nvPr/>
        </p:nvSpPr>
        <p:spPr bwMode="auto">
          <a:xfrm flipH="1">
            <a:off x="8363307" y="3986213"/>
            <a:ext cx="8953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Arc 15"/>
          <p:cNvSpPr>
            <a:spLocks/>
          </p:cNvSpPr>
          <p:nvPr/>
        </p:nvSpPr>
        <p:spPr bwMode="auto">
          <a:xfrm>
            <a:off x="4802545" y="3533775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Arc 16"/>
          <p:cNvSpPr>
            <a:spLocks/>
          </p:cNvSpPr>
          <p:nvPr/>
        </p:nvSpPr>
        <p:spPr bwMode="auto">
          <a:xfrm>
            <a:off x="4942245" y="3598863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Arc 17"/>
          <p:cNvSpPr>
            <a:spLocks/>
          </p:cNvSpPr>
          <p:nvPr/>
        </p:nvSpPr>
        <p:spPr bwMode="auto">
          <a:xfrm>
            <a:off x="4802545" y="3544888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8"/>
          <p:cNvSpPr>
            <a:spLocks/>
          </p:cNvSpPr>
          <p:nvPr/>
        </p:nvSpPr>
        <p:spPr bwMode="auto">
          <a:xfrm>
            <a:off x="4942245" y="354488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Arc 19"/>
          <p:cNvSpPr>
            <a:spLocks/>
          </p:cNvSpPr>
          <p:nvPr/>
        </p:nvSpPr>
        <p:spPr bwMode="auto">
          <a:xfrm>
            <a:off x="4802545" y="3405188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Arc 20"/>
          <p:cNvSpPr>
            <a:spLocks/>
          </p:cNvSpPr>
          <p:nvPr/>
        </p:nvSpPr>
        <p:spPr bwMode="auto">
          <a:xfrm>
            <a:off x="4942245" y="3470275"/>
            <a:ext cx="141287" cy="52388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181277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21"/>
          <p:cNvSpPr>
            <a:spLocks/>
          </p:cNvSpPr>
          <p:nvPr/>
        </p:nvSpPr>
        <p:spPr bwMode="auto">
          <a:xfrm>
            <a:off x="4802545" y="3416300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22"/>
          <p:cNvSpPr>
            <a:spLocks/>
          </p:cNvSpPr>
          <p:nvPr/>
        </p:nvSpPr>
        <p:spPr bwMode="auto">
          <a:xfrm>
            <a:off x="4942245" y="3416300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23"/>
          <p:cNvSpPr>
            <a:spLocks/>
          </p:cNvSpPr>
          <p:nvPr/>
        </p:nvSpPr>
        <p:spPr bwMode="auto">
          <a:xfrm>
            <a:off x="4802545" y="3265488"/>
            <a:ext cx="139700" cy="128587"/>
          </a:xfrm>
          <a:custGeom>
            <a:avLst/>
            <a:gdLst>
              <a:gd name="T0" fmla="*/ 244437145 w 21600"/>
              <a:gd name="T1" fmla="*/ 158017727 h 21718"/>
              <a:gd name="T2" fmla="*/ 0 w 21600"/>
              <a:gd name="T3" fmla="*/ 0 h 21718"/>
              <a:gd name="T4" fmla="*/ 244437145 w 21600"/>
              <a:gd name="T5" fmla="*/ 859066 h 2171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8" fill="none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</a:path>
              <a:path w="21600" h="21718" stroke="0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  <a:lnTo>
                  <a:pt x="21600" y="118"/>
                </a:lnTo>
                <a:lnTo>
                  <a:pt x="21600" y="21718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4"/>
          <p:cNvSpPr>
            <a:spLocks/>
          </p:cNvSpPr>
          <p:nvPr/>
        </p:nvSpPr>
        <p:spPr bwMode="auto">
          <a:xfrm>
            <a:off x="4942245" y="3340100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5"/>
          <p:cNvSpPr>
            <a:spLocks/>
          </p:cNvSpPr>
          <p:nvPr/>
        </p:nvSpPr>
        <p:spPr bwMode="auto">
          <a:xfrm>
            <a:off x="4802545" y="328612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6"/>
          <p:cNvSpPr>
            <a:spLocks/>
          </p:cNvSpPr>
          <p:nvPr/>
        </p:nvSpPr>
        <p:spPr bwMode="auto">
          <a:xfrm>
            <a:off x="4942245" y="328612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7"/>
          <p:cNvSpPr>
            <a:spLocks/>
          </p:cNvSpPr>
          <p:nvPr/>
        </p:nvSpPr>
        <p:spPr bwMode="auto">
          <a:xfrm>
            <a:off x="4802545" y="3124200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8"/>
          <p:cNvSpPr>
            <a:spLocks/>
          </p:cNvSpPr>
          <p:nvPr/>
        </p:nvSpPr>
        <p:spPr bwMode="auto">
          <a:xfrm>
            <a:off x="4942245" y="3200400"/>
            <a:ext cx="141287" cy="42863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700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9"/>
          <p:cNvSpPr>
            <a:spLocks/>
          </p:cNvSpPr>
          <p:nvPr/>
        </p:nvSpPr>
        <p:spPr bwMode="auto">
          <a:xfrm>
            <a:off x="4802545" y="3157538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30"/>
          <p:cNvSpPr>
            <a:spLocks/>
          </p:cNvSpPr>
          <p:nvPr/>
        </p:nvSpPr>
        <p:spPr bwMode="auto">
          <a:xfrm>
            <a:off x="4942245" y="315753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31"/>
          <p:cNvSpPr>
            <a:spLocks/>
          </p:cNvSpPr>
          <p:nvPr/>
        </p:nvSpPr>
        <p:spPr bwMode="auto">
          <a:xfrm>
            <a:off x="4802545" y="2995613"/>
            <a:ext cx="139700" cy="119062"/>
          </a:xfrm>
          <a:custGeom>
            <a:avLst/>
            <a:gdLst>
              <a:gd name="T0" fmla="*/ 244437145 w 21600"/>
              <a:gd name="T1" fmla="*/ 1099134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32"/>
          <p:cNvSpPr>
            <a:spLocks/>
          </p:cNvSpPr>
          <p:nvPr/>
        </p:nvSpPr>
        <p:spPr bwMode="auto">
          <a:xfrm>
            <a:off x="4942245" y="3070225"/>
            <a:ext cx="141287" cy="44450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746831 h 21955"/>
              <a:gd name="T4" fmla="*/ 0 w 21600"/>
              <a:gd name="T5" fmla="*/ 12085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33"/>
          <p:cNvSpPr>
            <a:spLocks/>
          </p:cNvSpPr>
          <p:nvPr/>
        </p:nvSpPr>
        <p:spPr bwMode="auto">
          <a:xfrm>
            <a:off x="4802545" y="3027363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4"/>
          <p:cNvSpPr>
            <a:spLocks/>
          </p:cNvSpPr>
          <p:nvPr/>
        </p:nvSpPr>
        <p:spPr bwMode="auto">
          <a:xfrm>
            <a:off x="4942245" y="3027363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5"/>
          <p:cNvSpPr>
            <a:spLocks/>
          </p:cNvSpPr>
          <p:nvPr/>
        </p:nvSpPr>
        <p:spPr bwMode="auto">
          <a:xfrm>
            <a:off x="4802545" y="2867025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6"/>
          <p:cNvSpPr>
            <a:spLocks/>
          </p:cNvSpPr>
          <p:nvPr/>
        </p:nvSpPr>
        <p:spPr bwMode="auto">
          <a:xfrm>
            <a:off x="4942245" y="2941638"/>
            <a:ext cx="141287" cy="42862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628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7"/>
          <p:cNvSpPr>
            <a:spLocks/>
          </p:cNvSpPr>
          <p:nvPr/>
        </p:nvSpPr>
        <p:spPr bwMode="auto">
          <a:xfrm>
            <a:off x="4802545" y="289877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8"/>
          <p:cNvSpPr>
            <a:spLocks/>
          </p:cNvSpPr>
          <p:nvPr/>
        </p:nvSpPr>
        <p:spPr bwMode="auto">
          <a:xfrm>
            <a:off x="4942245" y="289877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9"/>
          <p:cNvSpPr>
            <a:spLocks/>
          </p:cNvSpPr>
          <p:nvPr/>
        </p:nvSpPr>
        <p:spPr bwMode="auto">
          <a:xfrm>
            <a:off x="4802545" y="2768600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40"/>
          <p:cNvSpPr>
            <a:spLocks/>
          </p:cNvSpPr>
          <p:nvPr/>
        </p:nvSpPr>
        <p:spPr bwMode="auto">
          <a:xfrm>
            <a:off x="4802545" y="3663950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1"/>
          <p:cNvSpPr>
            <a:spLocks noChangeShapeType="1"/>
          </p:cNvSpPr>
          <p:nvPr/>
        </p:nvSpPr>
        <p:spPr bwMode="auto">
          <a:xfrm flipV="1">
            <a:off x="4921607" y="2651125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42"/>
          <p:cNvSpPr>
            <a:spLocks noChangeShapeType="1"/>
          </p:cNvSpPr>
          <p:nvPr/>
        </p:nvSpPr>
        <p:spPr bwMode="auto">
          <a:xfrm flipV="1">
            <a:off x="4921607" y="3771900"/>
            <a:ext cx="1588" cy="1063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3"/>
          <p:cNvSpPr>
            <a:spLocks noChangeShapeType="1"/>
          </p:cNvSpPr>
          <p:nvPr/>
        </p:nvSpPr>
        <p:spPr bwMode="auto">
          <a:xfrm>
            <a:off x="6274157" y="2284413"/>
            <a:ext cx="258763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4"/>
          <p:cNvSpPr>
            <a:spLocks noChangeShapeType="1"/>
          </p:cNvSpPr>
          <p:nvPr/>
        </p:nvSpPr>
        <p:spPr bwMode="auto">
          <a:xfrm flipV="1">
            <a:off x="6274157" y="3513138"/>
            <a:ext cx="258763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45"/>
          <p:cNvSpPr>
            <a:spLocks/>
          </p:cNvSpPr>
          <p:nvPr/>
        </p:nvSpPr>
        <p:spPr bwMode="auto">
          <a:xfrm>
            <a:off x="4856520" y="2478088"/>
            <a:ext cx="150812" cy="301625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112"/>
                </a:moveTo>
                <a:lnTo>
                  <a:pt x="0" y="0"/>
                </a:lnTo>
                <a:lnTo>
                  <a:pt x="24" y="0"/>
                </a:lnTo>
                <a:lnTo>
                  <a:pt x="56" y="0"/>
                </a:lnTo>
                <a:lnTo>
                  <a:pt x="24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6"/>
          <p:cNvSpPr>
            <a:spLocks noChangeShapeType="1"/>
          </p:cNvSpPr>
          <p:nvPr/>
        </p:nvSpPr>
        <p:spPr bwMode="auto">
          <a:xfrm flipV="1">
            <a:off x="4921607" y="2284413"/>
            <a:ext cx="1588" cy="1936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7"/>
          <p:cNvSpPr>
            <a:spLocks noChangeShapeType="1"/>
          </p:cNvSpPr>
          <p:nvPr/>
        </p:nvSpPr>
        <p:spPr bwMode="auto">
          <a:xfrm flipV="1">
            <a:off x="4921607" y="3878263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Freeform 48"/>
          <p:cNvSpPr>
            <a:spLocks/>
          </p:cNvSpPr>
          <p:nvPr/>
        </p:nvSpPr>
        <p:spPr bwMode="auto">
          <a:xfrm>
            <a:off x="586458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9"/>
          <p:cNvSpPr>
            <a:spLocks noChangeShapeType="1"/>
          </p:cNvSpPr>
          <p:nvPr/>
        </p:nvSpPr>
        <p:spPr bwMode="auto">
          <a:xfrm flipH="1" flipV="1">
            <a:off x="4146907" y="2276475"/>
            <a:ext cx="1096963" cy="79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Freeform 50"/>
          <p:cNvSpPr>
            <a:spLocks/>
          </p:cNvSpPr>
          <p:nvPr/>
        </p:nvSpPr>
        <p:spPr bwMode="auto">
          <a:xfrm>
            <a:off x="451203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1"/>
          <p:cNvSpPr>
            <a:spLocks noChangeShapeType="1"/>
          </p:cNvSpPr>
          <p:nvPr/>
        </p:nvSpPr>
        <p:spPr bwMode="auto">
          <a:xfrm flipH="1">
            <a:off x="4318357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Freeform 52"/>
          <p:cNvSpPr>
            <a:spLocks/>
          </p:cNvSpPr>
          <p:nvPr/>
        </p:nvSpPr>
        <p:spPr bwMode="auto">
          <a:xfrm flipH="1">
            <a:off x="8682395" y="2219325"/>
            <a:ext cx="349250" cy="130175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3"/>
          <p:cNvSpPr>
            <a:spLocks noChangeShapeType="1"/>
          </p:cNvSpPr>
          <p:nvPr/>
        </p:nvSpPr>
        <p:spPr bwMode="auto">
          <a:xfrm flipH="1">
            <a:off x="8837970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4"/>
          <p:cNvSpPr>
            <a:spLocks/>
          </p:cNvSpPr>
          <p:nvPr/>
        </p:nvSpPr>
        <p:spPr bwMode="auto">
          <a:xfrm>
            <a:off x="9187220" y="2420938"/>
            <a:ext cx="150812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0"/>
                </a:moveTo>
                <a:lnTo>
                  <a:pt x="56" y="112"/>
                </a:lnTo>
                <a:lnTo>
                  <a:pt x="32" y="112"/>
                </a:lnTo>
                <a:lnTo>
                  <a:pt x="0" y="112"/>
                </a:lnTo>
                <a:lnTo>
                  <a:pt x="3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5"/>
          <p:cNvSpPr>
            <a:spLocks noChangeShapeType="1"/>
          </p:cNvSpPr>
          <p:nvPr/>
        </p:nvSpPr>
        <p:spPr bwMode="auto">
          <a:xfrm>
            <a:off x="9258657" y="2552700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6"/>
          <p:cNvSpPr>
            <a:spLocks/>
          </p:cNvSpPr>
          <p:nvPr/>
        </p:nvSpPr>
        <p:spPr bwMode="auto">
          <a:xfrm>
            <a:off x="4124682" y="2413000"/>
            <a:ext cx="150813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0"/>
                </a:moveTo>
                <a:lnTo>
                  <a:pt x="56" y="112"/>
                </a:lnTo>
                <a:lnTo>
                  <a:pt x="24" y="112"/>
                </a:lnTo>
                <a:lnTo>
                  <a:pt x="0" y="112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7"/>
          <p:cNvSpPr>
            <a:spLocks noChangeShapeType="1"/>
          </p:cNvSpPr>
          <p:nvPr/>
        </p:nvSpPr>
        <p:spPr bwMode="auto">
          <a:xfrm>
            <a:off x="4188182" y="2714625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Rectangle 58"/>
          <p:cNvSpPr>
            <a:spLocks noChangeArrowheads="1"/>
          </p:cNvSpPr>
          <p:nvPr/>
        </p:nvSpPr>
        <p:spPr bwMode="auto">
          <a:xfrm>
            <a:off x="7286982" y="2047875"/>
            <a:ext cx="1905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 b="1">
                <a:latin typeface="Times" panose="02020603050405020304" pitchFamily="18" charset="0"/>
              </a:rPr>
              <a:t>m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0" name="Rectangle 59"/>
          <p:cNvSpPr>
            <a:spLocks noChangeArrowheads="1"/>
          </p:cNvSpPr>
          <p:nvPr/>
        </p:nvSpPr>
        <p:spPr bwMode="auto">
          <a:xfrm>
            <a:off x="3715107" y="2909888"/>
            <a:ext cx="7461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Rectangle 60"/>
          <p:cNvSpPr>
            <a:spLocks noChangeArrowheads="1"/>
          </p:cNvSpPr>
          <p:nvPr/>
        </p:nvSpPr>
        <p:spPr bwMode="auto">
          <a:xfrm>
            <a:off x="3865920" y="3081338"/>
            <a:ext cx="57150" cy="13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2" name="Rectangle 61"/>
          <p:cNvSpPr>
            <a:spLocks noChangeArrowheads="1"/>
          </p:cNvSpPr>
          <p:nvPr/>
        </p:nvSpPr>
        <p:spPr bwMode="auto">
          <a:xfrm>
            <a:off x="8971320" y="2997200"/>
            <a:ext cx="73025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3" name="Rectangle 62"/>
          <p:cNvSpPr>
            <a:spLocks noChangeArrowheads="1"/>
          </p:cNvSpPr>
          <p:nvPr/>
        </p:nvSpPr>
        <p:spPr bwMode="auto">
          <a:xfrm>
            <a:off x="9122132" y="3168650"/>
            <a:ext cx="57150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4" name="Rectangle 63"/>
          <p:cNvSpPr>
            <a:spLocks noChangeArrowheads="1"/>
          </p:cNvSpPr>
          <p:nvPr/>
        </p:nvSpPr>
        <p:spPr bwMode="auto">
          <a:xfrm>
            <a:off x="8880832" y="183197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" name="Rectangle 64"/>
          <p:cNvSpPr>
            <a:spLocks noChangeArrowheads="1"/>
          </p:cNvSpPr>
          <p:nvPr/>
        </p:nvSpPr>
        <p:spPr bwMode="auto">
          <a:xfrm>
            <a:off x="8988782" y="1960563"/>
            <a:ext cx="55563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6" name="Rectangle 65"/>
          <p:cNvSpPr>
            <a:spLocks noChangeArrowheads="1"/>
          </p:cNvSpPr>
          <p:nvPr/>
        </p:nvSpPr>
        <p:spPr bwMode="auto">
          <a:xfrm>
            <a:off x="4338995" y="1831975"/>
            <a:ext cx="4445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4446945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907445" y="1831975"/>
            <a:ext cx="714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i'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6058257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5072420" y="245745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" name="Rectangle 70"/>
          <p:cNvSpPr>
            <a:spLocks noChangeArrowheads="1"/>
          </p:cNvSpPr>
          <p:nvPr/>
        </p:nvSpPr>
        <p:spPr bwMode="auto">
          <a:xfrm>
            <a:off x="5135920" y="2563813"/>
            <a:ext cx="115887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10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2" name="Oval 71"/>
          <p:cNvSpPr>
            <a:spLocks noChangeArrowheads="1"/>
          </p:cNvSpPr>
          <p:nvPr/>
        </p:nvSpPr>
        <p:spPr bwMode="auto">
          <a:xfrm>
            <a:off x="6242407" y="2725738"/>
            <a:ext cx="107950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" name="Oval 72"/>
          <p:cNvSpPr>
            <a:spLocks noChangeArrowheads="1"/>
          </p:cNvSpPr>
          <p:nvPr/>
        </p:nvSpPr>
        <p:spPr bwMode="auto">
          <a:xfrm>
            <a:off x="8309332" y="2725738"/>
            <a:ext cx="130175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4" name="Rectangle 73"/>
          <p:cNvSpPr>
            <a:spLocks noChangeArrowheads="1"/>
          </p:cNvSpPr>
          <p:nvPr/>
        </p:nvSpPr>
        <p:spPr bwMode="auto">
          <a:xfrm>
            <a:off x="5223232" y="3038475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 b="1">
                <a:latin typeface="Times" panose="02020603050405020304" pitchFamily="18" charset="0"/>
              </a:rPr>
              <a:t>L</a:t>
            </a:r>
            <a:r>
              <a:rPr lang="fr-FR" altLang="fr-FR" sz="1200" b="1" baseline="-25000">
                <a:latin typeface="Times" panose="02020603050405020304" pitchFamily="18" charset="0"/>
              </a:rPr>
              <a:t>1</a:t>
            </a:r>
            <a:endParaRPr lang="fr-FR" altLang="fr-FR" sz="1800" baseline="-25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5" name="Group 74"/>
          <p:cNvGrpSpPr>
            <a:grpSpLocks/>
          </p:cNvGrpSpPr>
          <p:nvPr/>
        </p:nvGrpSpPr>
        <p:grpSpPr bwMode="auto">
          <a:xfrm>
            <a:off x="5515332" y="2276475"/>
            <a:ext cx="503238" cy="1728788"/>
            <a:chOff x="2064" y="1434"/>
            <a:chExt cx="317" cy="1089"/>
          </a:xfrm>
        </p:grpSpPr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2064" y="1706"/>
              <a:ext cx="181" cy="59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Line 76"/>
            <p:cNvSpPr>
              <a:spLocks noChangeShapeType="1"/>
            </p:cNvSpPr>
            <p:nvPr/>
          </p:nvSpPr>
          <p:spPr bwMode="auto">
            <a:xfrm>
              <a:off x="2154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7"/>
            <p:cNvSpPr>
              <a:spLocks noChangeShapeType="1"/>
            </p:cNvSpPr>
            <p:nvPr/>
          </p:nvSpPr>
          <p:spPr bwMode="auto">
            <a:xfrm>
              <a:off x="2154" y="2296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8"/>
            <p:cNvSpPr>
              <a:spLocks noChangeArrowheads="1"/>
            </p:cNvSpPr>
            <p:nvPr/>
          </p:nvSpPr>
          <p:spPr bwMode="auto">
            <a:xfrm>
              <a:off x="2290" y="1979"/>
              <a:ext cx="91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r>
                <a:rPr lang="fr-FR" altLang="fr-FR" sz="1200" b="1" baseline="-25000">
                  <a:latin typeface="Times" panose="02020603050405020304" pitchFamily="18" charset="0"/>
                </a:rPr>
                <a:t>f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0" name="Group 79"/>
          <p:cNvGrpSpPr>
            <a:grpSpLocks/>
          </p:cNvGrpSpPr>
          <p:nvPr/>
        </p:nvGrpSpPr>
        <p:grpSpPr bwMode="auto">
          <a:xfrm>
            <a:off x="9474557" y="1916113"/>
            <a:ext cx="720725" cy="433387"/>
            <a:chOff x="4558" y="1207"/>
            <a:chExt cx="454" cy="273"/>
          </a:xfrm>
        </p:grpSpPr>
        <p:sp>
          <p:nvSpPr>
            <p:cNvPr id="81" name="Rectangle 80"/>
            <p:cNvSpPr>
              <a:spLocks noChangeArrowheads="1"/>
            </p:cNvSpPr>
            <p:nvPr/>
          </p:nvSpPr>
          <p:spPr bwMode="auto">
            <a:xfrm>
              <a:off x="4558" y="1389"/>
              <a:ext cx="36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81"/>
            <p:cNvSpPr>
              <a:spLocks noChangeShapeType="1"/>
            </p:cNvSpPr>
            <p:nvPr/>
          </p:nvSpPr>
          <p:spPr bwMode="auto">
            <a:xfrm>
              <a:off x="4921" y="1434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Rectangle 82"/>
            <p:cNvSpPr>
              <a:spLocks noChangeArrowheads="1"/>
            </p:cNvSpPr>
            <p:nvPr/>
          </p:nvSpPr>
          <p:spPr bwMode="auto">
            <a:xfrm>
              <a:off x="4694" y="1207"/>
              <a:ext cx="4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4" name="Text Box 83"/>
          <p:cNvSpPr txBox="1">
            <a:spLocks noChangeArrowheads="1"/>
          </p:cNvSpPr>
          <p:nvPr/>
        </p:nvSpPr>
        <p:spPr bwMode="auto">
          <a:xfrm>
            <a:off x="4475520" y="4827230"/>
            <a:ext cx="597791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Magnetizing inductance (at primary side)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ferromagnetic losses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Joule loss (or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ohmic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loss)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Symbol" panose="05050102010706020507" pitchFamily="18" charset="2"/>
              </a:rPr>
              <a:t>l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leakage inductance</a:t>
            </a:r>
          </a:p>
        </p:txBody>
      </p:sp>
      <p:grpSp>
        <p:nvGrpSpPr>
          <p:cNvPr id="85" name="Group 84"/>
          <p:cNvGrpSpPr>
            <a:grpSpLocks/>
          </p:cNvGrpSpPr>
          <p:nvPr/>
        </p:nvGrpSpPr>
        <p:grpSpPr bwMode="auto">
          <a:xfrm>
            <a:off x="9115782" y="3500438"/>
            <a:ext cx="935038" cy="649287"/>
            <a:chOff x="4332" y="2205"/>
            <a:chExt cx="589" cy="409"/>
          </a:xfrm>
        </p:grpSpPr>
        <p:grpSp>
          <p:nvGrpSpPr>
            <p:cNvPr id="86" name="Group 85"/>
            <p:cNvGrpSpPr>
              <a:grpSpLocks/>
            </p:cNvGrpSpPr>
            <p:nvPr/>
          </p:nvGrpSpPr>
          <p:grpSpPr bwMode="auto">
            <a:xfrm rot="5400000">
              <a:off x="4496" y="2279"/>
              <a:ext cx="171" cy="499"/>
              <a:chOff x="1122" y="3008"/>
              <a:chExt cx="177" cy="841"/>
            </a:xfrm>
          </p:grpSpPr>
          <p:sp>
            <p:nvSpPr>
              <p:cNvPr id="89" name="Arc 86"/>
              <p:cNvSpPr>
                <a:spLocks/>
              </p:cNvSpPr>
              <p:nvPr/>
            </p:nvSpPr>
            <p:spPr bwMode="auto">
              <a:xfrm>
                <a:off x="1122" y="35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Arc 87"/>
              <p:cNvSpPr>
                <a:spLocks/>
              </p:cNvSpPr>
              <p:nvPr/>
            </p:nvSpPr>
            <p:spPr bwMode="auto">
              <a:xfrm>
                <a:off x="1210" y="360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Arc 88"/>
              <p:cNvSpPr>
                <a:spLocks/>
              </p:cNvSpPr>
              <p:nvPr/>
            </p:nvSpPr>
            <p:spPr bwMode="auto">
              <a:xfrm>
                <a:off x="1122" y="3571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Arc 89"/>
              <p:cNvSpPr>
                <a:spLocks/>
              </p:cNvSpPr>
              <p:nvPr/>
            </p:nvSpPr>
            <p:spPr bwMode="auto">
              <a:xfrm>
                <a:off x="1210" y="3571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Arc 90"/>
              <p:cNvSpPr>
                <a:spLocks/>
              </p:cNvSpPr>
              <p:nvPr/>
            </p:nvSpPr>
            <p:spPr bwMode="auto">
              <a:xfrm>
                <a:off x="1122" y="3483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Arc 91"/>
              <p:cNvSpPr>
                <a:spLocks/>
              </p:cNvSpPr>
              <p:nvPr/>
            </p:nvSpPr>
            <p:spPr bwMode="auto">
              <a:xfrm>
                <a:off x="1210" y="3524"/>
                <a:ext cx="89" cy="33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Arc 92"/>
              <p:cNvSpPr>
                <a:spLocks/>
              </p:cNvSpPr>
              <p:nvPr/>
            </p:nvSpPr>
            <p:spPr bwMode="auto">
              <a:xfrm>
                <a:off x="1122" y="3490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Arc 93"/>
              <p:cNvSpPr>
                <a:spLocks/>
              </p:cNvSpPr>
              <p:nvPr/>
            </p:nvSpPr>
            <p:spPr bwMode="auto">
              <a:xfrm>
                <a:off x="1210" y="3490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Arc 94"/>
              <p:cNvSpPr>
                <a:spLocks/>
              </p:cNvSpPr>
              <p:nvPr/>
            </p:nvSpPr>
            <p:spPr bwMode="auto">
              <a:xfrm>
                <a:off x="1122" y="3395"/>
                <a:ext cx="88" cy="81"/>
              </a:xfrm>
              <a:custGeom>
                <a:avLst/>
                <a:gdLst>
                  <a:gd name="T0" fmla="*/ 0 w 21600"/>
                  <a:gd name="T1" fmla="*/ 0 h 21718"/>
                  <a:gd name="T2" fmla="*/ 0 w 21600"/>
                  <a:gd name="T3" fmla="*/ 0 h 21718"/>
                  <a:gd name="T4" fmla="*/ 0 w 21600"/>
                  <a:gd name="T5" fmla="*/ 0 h 2171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18" fill="none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</a:path>
                  <a:path w="21600" h="21718" stroke="0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  <a:lnTo>
                      <a:pt x="21600" y="118"/>
                    </a:lnTo>
                    <a:lnTo>
                      <a:pt x="21600" y="21718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Arc 95"/>
              <p:cNvSpPr>
                <a:spLocks/>
              </p:cNvSpPr>
              <p:nvPr/>
            </p:nvSpPr>
            <p:spPr bwMode="auto">
              <a:xfrm>
                <a:off x="1210" y="3442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Arc 96"/>
              <p:cNvSpPr>
                <a:spLocks/>
              </p:cNvSpPr>
              <p:nvPr/>
            </p:nvSpPr>
            <p:spPr bwMode="auto">
              <a:xfrm>
                <a:off x="1122" y="3408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Arc 97"/>
              <p:cNvSpPr>
                <a:spLocks/>
              </p:cNvSpPr>
              <p:nvPr/>
            </p:nvSpPr>
            <p:spPr bwMode="auto">
              <a:xfrm>
                <a:off x="1210" y="3408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Arc 98"/>
              <p:cNvSpPr>
                <a:spLocks/>
              </p:cNvSpPr>
              <p:nvPr/>
            </p:nvSpPr>
            <p:spPr bwMode="auto">
              <a:xfrm>
                <a:off x="1122" y="3306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Arc 99"/>
              <p:cNvSpPr>
                <a:spLocks/>
              </p:cNvSpPr>
              <p:nvPr/>
            </p:nvSpPr>
            <p:spPr bwMode="auto">
              <a:xfrm>
                <a:off x="1210" y="3354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Arc 100"/>
              <p:cNvSpPr>
                <a:spLocks/>
              </p:cNvSpPr>
              <p:nvPr/>
            </p:nvSpPr>
            <p:spPr bwMode="auto">
              <a:xfrm>
                <a:off x="1122" y="3327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Arc 101"/>
              <p:cNvSpPr>
                <a:spLocks/>
              </p:cNvSpPr>
              <p:nvPr/>
            </p:nvSpPr>
            <p:spPr bwMode="auto">
              <a:xfrm>
                <a:off x="1210" y="3327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Arc 102"/>
              <p:cNvSpPr>
                <a:spLocks/>
              </p:cNvSpPr>
              <p:nvPr/>
            </p:nvSpPr>
            <p:spPr bwMode="auto">
              <a:xfrm>
                <a:off x="1122" y="322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Arc 103"/>
              <p:cNvSpPr>
                <a:spLocks/>
              </p:cNvSpPr>
              <p:nvPr/>
            </p:nvSpPr>
            <p:spPr bwMode="auto">
              <a:xfrm>
                <a:off x="1210" y="3272"/>
                <a:ext cx="89" cy="28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Arc 104"/>
              <p:cNvSpPr>
                <a:spLocks/>
              </p:cNvSpPr>
              <p:nvPr/>
            </p:nvSpPr>
            <p:spPr bwMode="auto">
              <a:xfrm>
                <a:off x="1122" y="324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Arc 105"/>
              <p:cNvSpPr>
                <a:spLocks/>
              </p:cNvSpPr>
              <p:nvPr/>
            </p:nvSpPr>
            <p:spPr bwMode="auto">
              <a:xfrm>
                <a:off x="1210" y="324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Arc 106"/>
              <p:cNvSpPr>
                <a:spLocks/>
              </p:cNvSpPr>
              <p:nvPr/>
            </p:nvSpPr>
            <p:spPr bwMode="auto">
              <a:xfrm>
                <a:off x="1122" y="3144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Arc 107"/>
              <p:cNvSpPr>
                <a:spLocks/>
              </p:cNvSpPr>
              <p:nvPr/>
            </p:nvSpPr>
            <p:spPr bwMode="auto">
              <a:xfrm>
                <a:off x="1210" y="3191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Arc 108"/>
              <p:cNvSpPr>
                <a:spLocks/>
              </p:cNvSpPr>
              <p:nvPr/>
            </p:nvSpPr>
            <p:spPr bwMode="auto">
              <a:xfrm>
                <a:off x="1122" y="31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Arc 109"/>
              <p:cNvSpPr>
                <a:spLocks/>
              </p:cNvSpPr>
              <p:nvPr/>
            </p:nvSpPr>
            <p:spPr bwMode="auto">
              <a:xfrm>
                <a:off x="1210" y="3164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10"/>
              <p:cNvSpPr>
                <a:spLocks/>
              </p:cNvSpPr>
              <p:nvPr/>
            </p:nvSpPr>
            <p:spPr bwMode="auto">
              <a:xfrm>
                <a:off x="1122" y="3082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Arc 111"/>
              <p:cNvSpPr>
                <a:spLocks/>
              </p:cNvSpPr>
              <p:nvPr/>
            </p:nvSpPr>
            <p:spPr bwMode="auto">
              <a:xfrm>
                <a:off x="1122" y="3646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12"/>
              <p:cNvSpPr>
                <a:spLocks noChangeShapeType="1"/>
              </p:cNvSpPr>
              <p:nvPr/>
            </p:nvSpPr>
            <p:spPr bwMode="auto">
              <a:xfrm flipV="1">
                <a:off x="1197" y="3008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113"/>
              <p:cNvSpPr>
                <a:spLocks noChangeShapeType="1"/>
              </p:cNvSpPr>
              <p:nvPr/>
            </p:nvSpPr>
            <p:spPr bwMode="auto">
              <a:xfrm flipV="1">
                <a:off x="1197" y="3714"/>
                <a:ext cx="1" cy="6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4"/>
              <p:cNvSpPr>
                <a:spLocks noChangeShapeType="1"/>
              </p:cNvSpPr>
              <p:nvPr/>
            </p:nvSpPr>
            <p:spPr bwMode="auto">
              <a:xfrm flipV="1">
                <a:off x="1197" y="3781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7" name="Rectangle 115"/>
            <p:cNvSpPr>
              <a:spLocks noChangeArrowheads="1"/>
            </p:cNvSpPr>
            <p:nvPr/>
          </p:nvSpPr>
          <p:spPr bwMode="auto">
            <a:xfrm>
              <a:off x="4604" y="2205"/>
              <a:ext cx="5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Symbol" panose="05050102010706020507" pitchFamily="18" charset="2"/>
                </a:rPr>
                <a:t>l</a:t>
              </a:r>
              <a:endParaRPr lang="fr-FR" altLang="fr-FR" sz="1800" baseline="-2500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88" name="Line 116"/>
            <p:cNvSpPr>
              <a:spLocks noChangeShapeType="1"/>
            </p:cNvSpPr>
            <p:nvPr/>
          </p:nvSpPr>
          <p:spPr bwMode="auto">
            <a:xfrm>
              <a:off x="4830" y="2523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8" name="ZoneTexte 11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158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130530" y="2825297"/>
            <a:ext cx="2495550" cy="2419350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4305" y="4015922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378305" y="1920422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5378305" y="3158672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984730" y="3449185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535468" y="3387272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aphicFrame>
        <p:nvGraphicFramePr>
          <p:cNvPr id="14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1555712"/>
              </p:ext>
            </p:extLst>
          </p:nvPr>
        </p:nvGraphicFramePr>
        <p:xfrm>
          <a:off x="6708630" y="1480685"/>
          <a:ext cx="1933575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6698" imgH="495085" progId="Equation.3">
                  <p:embed/>
                </p:oleObj>
              </mc:Choice>
              <mc:Fallback>
                <p:oleObj name="Equation" r:id="rId2" imgW="926698" imgH="495085" progId="Equation.3">
                  <p:embed/>
                  <p:pic>
                    <p:nvPicPr>
                      <p:cNvPr id="14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8630" y="1480685"/>
                        <a:ext cx="1933575" cy="103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Picture 10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4068" y="2985635"/>
            <a:ext cx="1901825" cy="1127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7381730" y="4801735"/>
            <a:ext cx="346044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skin depth thickness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s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conductivity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permeability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f : frequency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88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3430814" y="2782208"/>
            <a:ext cx="2495550" cy="2447925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154589" y="3725183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4678589" y="1905908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4678589" y="2848883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285014" y="3139396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835752" y="3077483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5752" y="2888571"/>
            <a:ext cx="2209800" cy="2772791"/>
            <a:chOff x="643" y="1459"/>
            <a:chExt cx="1392" cy="2130"/>
          </a:xfrm>
        </p:grpSpPr>
        <p:sp useBgFill="1">
          <p:nvSpPr>
            <p:cNvPr id="15" name="Oval 10"/>
            <p:cNvSpPr>
              <a:spLocks noChangeArrowheads="1"/>
            </p:cNvSpPr>
            <p:nvPr/>
          </p:nvSpPr>
          <p:spPr bwMode="auto">
            <a:xfrm>
              <a:off x="643" y="1459"/>
              <a:ext cx="1392" cy="1722"/>
            </a:xfrm>
            <a:prstGeom prst="ellipse">
              <a:avLst/>
            </a:prstGeom>
            <a:ln w="190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 flipV="1">
              <a:off x="1620" y="3180"/>
              <a:ext cx="10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1697" y="3305"/>
              <a:ext cx="295" cy="2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+mn-lt"/>
                </a:rPr>
                <a:t>S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+mn-lt"/>
                </a:rPr>
                <a:t>d</a:t>
              </a:r>
              <a:endParaRPr lang="fr-FR" altLang="fr-FR" sz="1800" b="1" baseline="-25000" dirty="0">
                <a:solidFill>
                  <a:srgbClr val="FF3300"/>
                </a:solidFill>
                <a:latin typeface="+mn-lt"/>
              </a:endParaRPr>
            </a:p>
          </p:txBody>
        </p:sp>
      </p:grp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7266675" y="3725183"/>
            <a:ext cx="344036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Copper at 25°C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50 Hz : </a:t>
            </a:r>
            <a:r>
              <a:rPr lang="en-CA" altLang="fr-FR" sz="2400" dirty="0" err="1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CA" altLang="fr-FR" sz="2400" baseline="-25000" dirty="0" err="1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9,4 mm</a:t>
            </a:r>
          </a:p>
          <a:p>
            <a:pPr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100 kHz : </a:t>
            </a:r>
            <a:r>
              <a:rPr lang="en-CA" altLang="fr-FR" sz="2400" dirty="0" err="1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CA" altLang="fr-FR" sz="2400" baseline="-25000" dirty="0" err="1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0,21 mm</a:t>
            </a:r>
          </a:p>
        </p:txBody>
      </p:sp>
      <p:sp>
        <p:nvSpPr>
          <p:cNvPr id="20" name="Text Box 18"/>
          <p:cNvSpPr txBox="1">
            <a:spLocks noChangeArrowheads="1"/>
          </p:cNvSpPr>
          <p:nvPr/>
        </p:nvSpPr>
        <p:spPr bwMode="auto">
          <a:xfrm>
            <a:off x="6757187" y="5433718"/>
            <a:ext cx="424815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=&gt; Multi strand wire (Litz wire)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93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Winding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941837" y="2127086"/>
            <a:ext cx="2536711" cy="3156114"/>
            <a:chOff x="1383" y="1480"/>
            <a:chExt cx="1860" cy="1814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429" y="1480"/>
              <a:ext cx="1814" cy="181"/>
            </a:xfrm>
            <a:prstGeom prst="parallelogram">
              <a:avLst>
                <a:gd name="adj" fmla="val 12369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" name="AutoShape 5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814" cy="227"/>
            </a:xfrm>
            <a:prstGeom prst="parallelogram">
              <a:avLst>
                <a:gd name="adj" fmla="val 7839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6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" name="Rectangle 7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 rot="5400000" flipH="1">
              <a:off x="1270" y="2273"/>
              <a:ext cx="1179" cy="227"/>
            </a:xfrm>
            <a:prstGeom prst="parallelogram">
              <a:avLst>
                <a:gd name="adj" fmla="val 7927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1746" y="2795"/>
              <a:ext cx="1179" cy="181"/>
            </a:xfrm>
            <a:prstGeom prst="parallelogram">
              <a:avLst>
                <a:gd name="adj" fmla="val 12680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746" y="1797"/>
              <a:ext cx="1179" cy="181"/>
            </a:xfrm>
            <a:prstGeom prst="parallelogram">
              <a:avLst>
                <a:gd name="adj" fmla="val 12680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179" cy="227"/>
            </a:xfrm>
            <a:prstGeom prst="parallelogram">
              <a:avLst>
                <a:gd name="adj" fmla="val 7927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29" y="1661"/>
              <a:ext cx="1587" cy="31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" name="Rectangle 13"/>
            <p:cNvSpPr>
              <a:spLocks noChangeArrowheads="1"/>
            </p:cNvSpPr>
            <p:nvPr/>
          </p:nvSpPr>
          <p:spPr bwMode="auto">
            <a:xfrm>
              <a:off x="2699" y="1888"/>
              <a:ext cx="317" cy="131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Rectangle 14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1837" y="2341"/>
              <a:ext cx="136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1383" y="2478"/>
              <a:ext cx="227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1429" y="2432"/>
              <a:ext cx="544" cy="136"/>
            </a:xfrm>
            <a:prstGeom prst="parallelogram">
              <a:avLst>
                <a:gd name="adj" fmla="val 17157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1429" y="2387"/>
              <a:ext cx="317" cy="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429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429" y="2478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 rot="16200000" flipH="1">
              <a:off x="1746" y="2251"/>
              <a:ext cx="228" cy="227"/>
            </a:xfrm>
            <a:prstGeom prst="parallelogram">
              <a:avLst>
                <a:gd name="adj" fmla="val 64752"/>
              </a:avLst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1746" y="2341"/>
              <a:ext cx="227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1973" y="2251"/>
              <a:ext cx="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2" name="Group 27"/>
          <p:cNvGrpSpPr>
            <a:grpSpLocks/>
          </p:cNvGrpSpPr>
          <p:nvPr/>
        </p:nvGrpSpPr>
        <p:grpSpPr bwMode="auto">
          <a:xfrm>
            <a:off x="6586410" y="1837752"/>
            <a:ext cx="3608872" cy="4289365"/>
            <a:chOff x="1116" y="1794"/>
            <a:chExt cx="1518" cy="1916"/>
          </a:xfrm>
        </p:grpSpPr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1116" y="1794"/>
              <a:ext cx="1518" cy="161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 useBgFill="1"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1459" y="2143"/>
              <a:ext cx="828" cy="942"/>
            </a:xfrm>
            <a:prstGeom prst="rect">
              <a:avLst/>
            </a:prstGeom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1464" y="2892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1627" y="2893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1790" y="2894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1953" y="289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116" y="289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1543" y="272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1706" y="272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1869" y="272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3" name="Oval 38"/>
            <p:cNvSpPr>
              <a:spLocks noChangeArrowheads="1"/>
            </p:cNvSpPr>
            <p:nvPr/>
          </p:nvSpPr>
          <p:spPr bwMode="auto">
            <a:xfrm>
              <a:off x="2032" y="272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4" name="Oval 39"/>
            <p:cNvSpPr>
              <a:spLocks noChangeArrowheads="1"/>
            </p:cNvSpPr>
            <p:nvPr/>
          </p:nvSpPr>
          <p:spPr bwMode="auto">
            <a:xfrm>
              <a:off x="1461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Oval 40"/>
            <p:cNvSpPr>
              <a:spLocks noChangeArrowheads="1"/>
            </p:cNvSpPr>
            <p:nvPr/>
          </p:nvSpPr>
          <p:spPr bwMode="auto">
            <a:xfrm>
              <a:off x="1519" y="214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Oval 41"/>
            <p:cNvSpPr>
              <a:spLocks noChangeArrowheads="1"/>
            </p:cNvSpPr>
            <p:nvPr/>
          </p:nvSpPr>
          <p:spPr bwMode="auto">
            <a:xfrm>
              <a:off x="1577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Oval 42"/>
            <p:cNvSpPr>
              <a:spLocks noChangeArrowheads="1"/>
            </p:cNvSpPr>
            <p:nvPr/>
          </p:nvSpPr>
          <p:spPr bwMode="auto">
            <a:xfrm>
              <a:off x="1635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Oval 43"/>
            <p:cNvSpPr>
              <a:spLocks noChangeArrowheads="1"/>
            </p:cNvSpPr>
            <p:nvPr/>
          </p:nvSpPr>
          <p:spPr bwMode="auto">
            <a:xfrm>
              <a:off x="1693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Oval 44"/>
            <p:cNvSpPr>
              <a:spLocks noChangeArrowheads="1"/>
            </p:cNvSpPr>
            <p:nvPr/>
          </p:nvSpPr>
          <p:spPr bwMode="auto">
            <a:xfrm>
              <a:off x="1751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Oval 45"/>
            <p:cNvSpPr>
              <a:spLocks noChangeArrowheads="1"/>
            </p:cNvSpPr>
            <p:nvPr/>
          </p:nvSpPr>
          <p:spPr bwMode="auto">
            <a:xfrm>
              <a:off x="1809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Oval 46"/>
            <p:cNvSpPr>
              <a:spLocks noChangeArrowheads="1"/>
            </p:cNvSpPr>
            <p:nvPr/>
          </p:nvSpPr>
          <p:spPr bwMode="auto">
            <a:xfrm>
              <a:off x="1867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Oval 47"/>
            <p:cNvSpPr>
              <a:spLocks noChangeArrowheads="1"/>
            </p:cNvSpPr>
            <p:nvPr/>
          </p:nvSpPr>
          <p:spPr bwMode="auto">
            <a:xfrm>
              <a:off x="1925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Oval 48"/>
            <p:cNvSpPr>
              <a:spLocks noChangeArrowheads="1"/>
            </p:cNvSpPr>
            <p:nvPr/>
          </p:nvSpPr>
          <p:spPr bwMode="auto">
            <a:xfrm>
              <a:off x="1983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Oval 49"/>
            <p:cNvSpPr>
              <a:spLocks noChangeArrowheads="1"/>
            </p:cNvSpPr>
            <p:nvPr/>
          </p:nvSpPr>
          <p:spPr bwMode="auto">
            <a:xfrm>
              <a:off x="2041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Oval 50"/>
            <p:cNvSpPr>
              <a:spLocks noChangeArrowheads="1"/>
            </p:cNvSpPr>
            <p:nvPr/>
          </p:nvSpPr>
          <p:spPr bwMode="auto">
            <a:xfrm>
              <a:off x="2099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Oval 51"/>
            <p:cNvSpPr>
              <a:spLocks noChangeArrowheads="1"/>
            </p:cNvSpPr>
            <p:nvPr/>
          </p:nvSpPr>
          <p:spPr bwMode="auto">
            <a:xfrm>
              <a:off x="2156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7" name="Oval 52"/>
            <p:cNvSpPr>
              <a:spLocks noChangeArrowheads="1"/>
            </p:cNvSpPr>
            <p:nvPr/>
          </p:nvSpPr>
          <p:spPr bwMode="auto">
            <a:xfrm>
              <a:off x="2214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Oval 53"/>
            <p:cNvSpPr>
              <a:spLocks noChangeArrowheads="1"/>
            </p:cNvSpPr>
            <p:nvPr/>
          </p:nvSpPr>
          <p:spPr bwMode="auto">
            <a:xfrm>
              <a:off x="1492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Oval 54"/>
            <p:cNvSpPr>
              <a:spLocks noChangeArrowheads="1"/>
            </p:cNvSpPr>
            <p:nvPr/>
          </p:nvSpPr>
          <p:spPr bwMode="auto">
            <a:xfrm>
              <a:off x="1550" y="221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0" name="Oval 55"/>
            <p:cNvSpPr>
              <a:spLocks noChangeArrowheads="1"/>
            </p:cNvSpPr>
            <p:nvPr/>
          </p:nvSpPr>
          <p:spPr bwMode="auto">
            <a:xfrm>
              <a:off x="1608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1" name="Oval 56"/>
            <p:cNvSpPr>
              <a:spLocks noChangeArrowheads="1"/>
            </p:cNvSpPr>
            <p:nvPr/>
          </p:nvSpPr>
          <p:spPr bwMode="auto">
            <a:xfrm>
              <a:off x="1666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724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1782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1840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1898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956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2014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2072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2130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2187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" name="Oval 66"/>
            <p:cNvSpPr>
              <a:spLocks noChangeArrowheads="1"/>
            </p:cNvSpPr>
            <p:nvPr/>
          </p:nvSpPr>
          <p:spPr bwMode="auto">
            <a:xfrm>
              <a:off x="1462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520" y="227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1578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1636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1694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752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810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868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926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1984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Oval 76"/>
            <p:cNvSpPr>
              <a:spLocks noChangeArrowheads="1"/>
            </p:cNvSpPr>
            <p:nvPr/>
          </p:nvSpPr>
          <p:spPr bwMode="auto">
            <a:xfrm>
              <a:off x="2042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100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2157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2215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1493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551" y="233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9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67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725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1783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1" name="Oval 86"/>
            <p:cNvSpPr>
              <a:spLocks noChangeArrowheads="1"/>
            </p:cNvSpPr>
            <p:nvPr/>
          </p:nvSpPr>
          <p:spPr bwMode="auto">
            <a:xfrm>
              <a:off x="1841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2" name="Oval 87"/>
            <p:cNvSpPr>
              <a:spLocks noChangeArrowheads="1"/>
            </p:cNvSpPr>
            <p:nvPr/>
          </p:nvSpPr>
          <p:spPr bwMode="auto">
            <a:xfrm>
              <a:off x="1899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3" name="Oval 88"/>
            <p:cNvSpPr>
              <a:spLocks noChangeArrowheads="1"/>
            </p:cNvSpPr>
            <p:nvPr/>
          </p:nvSpPr>
          <p:spPr bwMode="auto">
            <a:xfrm>
              <a:off x="1957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" name="Oval 89"/>
            <p:cNvSpPr>
              <a:spLocks noChangeArrowheads="1"/>
            </p:cNvSpPr>
            <p:nvPr/>
          </p:nvSpPr>
          <p:spPr bwMode="auto">
            <a:xfrm>
              <a:off x="2015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5" name="Oval 90"/>
            <p:cNvSpPr>
              <a:spLocks noChangeArrowheads="1"/>
            </p:cNvSpPr>
            <p:nvPr/>
          </p:nvSpPr>
          <p:spPr bwMode="auto">
            <a:xfrm>
              <a:off x="2073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" name="Oval 91"/>
            <p:cNvSpPr>
              <a:spLocks noChangeArrowheads="1"/>
            </p:cNvSpPr>
            <p:nvPr/>
          </p:nvSpPr>
          <p:spPr bwMode="auto">
            <a:xfrm>
              <a:off x="2131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Oval 92"/>
            <p:cNvSpPr>
              <a:spLocks noChangeArrowheads="1"/>
            </p:cNvSpPr>
            <p:nvPr/>
          </p:nvSpPr>
          <p:spPr bwMode="auto">
            <a:xfrm>
              <a:off x="2188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" name="Oval 93"/>
            <p:cNvSpPr>
              <a:spLocks noChangeArrowheads="1"/>
            </p:cNvSpPr>
            <p:nvPr/>
          </p:nvSpPr>
          <p:spPr bwMode="auto">
            <a:xfrm>
              <a:off x="1463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9" name="Oval 94"/>
            <p:cNvSpPr>
              <a:spLocks noChangeArrowheads="1"/>
            </p:cNvSpPr>
            <p:nvPr/>
          </p:nvSpPr>
          <p:spPr bwMode="auto">
            <a:xfrm>
              <a:off x="1521" y="239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" name="Oval 95"/>
            <p:cNvSpPr>
              <a:spLocks noChangeArrowheads="1"/>
            </p:cNvSpPr>
            <p:nvPr/>
          </p:nvSpPr>
          <p:spPr bwMode="auto">
            <a:xfrm>
              <a:off x="1579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Oval 96"/>
            <p:cNvSpPr>
              <a:spLocks noChangeArrowheads="1"/>
            </p:cNvSpPr>
            <p:nvPr/>
          </p:nvSpPr>
          <p:spPr bwMode="auto">
            <a:xfrm>
              <a:off x="1637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2" name="Oval 97"/>
            <p:cNvSpPr>
              <a:spLocks noChangeArrowheads="1"/>
            </p:cNvSpPr>
            <p:nvPr/>
          </p:nvSpPr>
          <p:spPr bwMode="auto">
            <a:xfrm>
              <a:off x="1695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3" name="Oval 98"/>
            <p:cNvSpPr>
              <a:spLocks noChangeArrowheads="1"/>
            </p:cNvSpPr>
            <p:nvPr/>
          </p:nvSpPr>
          <p:spPr bwMode="auto">
            <a:xfrm>
              <a:off x="1753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4" name="Oval 99"/>
            <p:cNvSpPr>
              <a:spLocks noChangeArrowheads="1"/>
            </p:cNvSpPr>
            <p:nvPr/>
          </p:nvSpPr>
          <p:spPr bwMode="auto">
            <a:xfrm>
              <a:off x="1811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5" name="Oval 100"/>
            <p:cNvSpPr>
              <a:spLocks noChangeArrowheads="1"/>
            </p:cNvSpPr>
            <p:nvPr/>
          </p:nvSpPr>
          <p:spPr bwMode="auto">
            <a:xfrm>
              <a:off x="1869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6" name="Oval 101"/>
            <p:cNvSpPr>
              <a:spLocks noChangeArrowheads="1"/>
            </p:cNvSpPr>
            <p:nvPr/>
          </p:nvSpPr>
          <p:spPr bwMode="auto">
            <a:xfrm>
              <a:off x="1927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7" name="Oval 102"/>
            <p:cNvSpPr>
              <a:spLocks noChangeArrowheads="1"/>
            </p:cNvSpPr>
            <p:nvPr/>
          </p:nvSpPr>
          <p:spPr bwMode="auto">
            <a:xfrm>
              <a:off x="1985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8" name="Oval 103"/>
            <p:cNvSpPr>
              <a:spLocks noChangeArrowheads="1"/>
            </p:cNvSpPr>
            <p:nvPr/>
          </p:nvSpPr>
          <p:spPr bwMode="auto">
            <a:xfrm>
              <a:off x="2043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2101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0" name="Oval 105"/>
            <p:cNvSpPr>
              <a:spLocks noChangeArrowheads="1"/>
            </p:cNvSpPr>
            <p:nvPr/>
          </p:nvSpPr>
          <p:spPr bwMode="auto">
            <a:xfrm>
              <a:off x="2158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1" name="Oval 106"/>
            <p:cNvSpPr>
              <a:spLocks noChangeArrowheads="1"/>
            </p:cNvSpPr>
            <p:nvPr/>
          </p:nvSpPr>
          <p:spPr bwMode="auto">
            <a:xfrm>
              <a:off x="2216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2" name="Oval 107"/>
            <p:cNvSpPr>
              <a:spLocks noChangeArrowheads="1"/>
            </p:cNvSpPr>
            <p:nvPr/>
          </p:nvSpPr>
          <p:spPr bwMode="auto">
            <a:xfrm>
              <a:off x="1494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Oval 108"/>
            <p:cNvSpPr>
              <a:spLocks noChangeArrowheads="1"/>
            </p:cNvSpPr>
            <p:nvPr/>
          </p:nvSpPr>
          <p:spPr bwMode="auto">
            <a:xfrm>
              <a:off x="1552" y="245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4" name="Oval 109"/>
            <p:cNvSpPr>
              <a:spLocks noChangeArrowheads="1"/>
            </p:cNvSpPr>
            <p:nvPr/>
          </p:nvSpPr>
          <p:spPr bwMode="auto">
            <a:xfrm>
              <a:off x="1610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Oval 110"/>
            <p:cNvSpPr>
              <a:spLocks noChangeArrowheads="1"/>
            </p:cNvSpPr>
            <p:nvPr/>
          </p:nvSpPr>
          <p:spPr bwMode="auto">
            <a:xfrm>
              <a:off x="1668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6" name="Oval 111"/>
            <p:cNvSpPr>
              <a:spLocks noChangeArrowheads="1"/>
            </p:cNvSpPr>
            <p:nvPr/>
          </p:nvSpPr>
          <p:spPr bwMode="auto">
            <a:xfrm>
              <a:off x="1726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12"/>
            <p:cNvSpPr>
              <a:spLocks noChangeArrowheads="1"/>
            </p:cNvSpPr>
            <p:nvPr/>
          </p:nvSpPr>
          <p:spPr bwMode="auto">
            <a:xfrm>
              <a:off x="1784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13"/>
            <p:cNvSpPr>
              <a:spLocks noChangeArrowheads="1"/>
            </p:cNvSpPr>
            <p:nvPr/>
          </p:nvSpPr>
          <p:spPr bwMode="auto">
            <a:xfrm>
              <a:off x="1842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Oval 114"/>
            <p:cNvSpPr>
              <a:spLocks noChangeArrowheads="1"/>
            </p:cNvSpPr>
            <p:nvPr/>
          </p:nvSpPr>
          <p:spPr bwMode="auto">
            <a:xfrm>
              <a:off x="1900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0" name="Oval 115"/>
            <p:cNvSpPr>
              <a:spLocks noChangeArrowheads="1"/>
            </p:cNvSpPr>
            <p:nvPr/>
          </p:nvSpPr>
          <p:spPr bwMode="auto">
            <a:xfrm>
              <a:off x="1958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1" name="Oval 116"/>
            <p:cNvSpPr>
              <a:spLocks noChangeArrowheads="1"/>
            </p:cNvSpPr>
            <p:nvPr/>
          </p:nvSpPr>
          <p:spPr bwMode="auto">
            <a:xfrm>
              <a:off x="2016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2" name="Oval 117"/>
            <p:cNvSpPr>
              <a:spLocks noChangeArrowheads="1"/>
            </p:cNvSpPr>
            <p:nvPr/>
          </p:nvSpPr>
          <p:spPr bwMode="auto">
            <a:xfrm>
              <a:off x="2074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3" name="Oval 118"/>
            <p:cNvSpPr>
              <a:spLocks noChangeArrowheads="1"/>
            </p:cNvSpPr>
            <p:nvPr/>
          </p:nvSpPr>
          <p:spPr bwMode="auto">
            <a:xfrm>
              <a:off x="2132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4" name="Oval 119"/>
            <p:cNvSpPr>
              <a:spLocks noChangeArrowheads="1"/>
            </p:cNvSpPr>
            <p:nvPr/>
          </p:nvSpPr>
          <p:spPr bwMode="auto">
            <a:xfrm>
              <a:off x="2189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5" name="Oval 120"/>
            <p:cNvSpPr>
              <a:spLocks noChangeArrowheads="1"/>
            </p:cNvSpPr>
            <p:nvPr/>
          </p:nvSpPr>
          <p:spPr bwMode="auto">
            <a:xfrm>
              <a:off x="1462" y="255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1625" y="255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1788" y="2559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8" name="Oval 123"/>
            <p:cNvSpPr>
              <a:spLocks noChangeArrowheads="1"/>
            </p:cNvSpPr>
            <p:nvPr/>
          </p:nvSpPr>
          <p:spPr bwMode="auto">
            <a:xfrm>
              <a:off x="1951" y="2560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9" name="Oval 124"/>
            <p:cNvSpPr>
              <a:spLocks noChangeArrowheads="1"/>
            </p:cNvSpPr>
            <p:nvPr/>
          </p:nvSpPr>
          <p:spPr bwMode="auto">
            <a:xfrm>
              <a:off x="2114" y="2561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0" name="Text Box 125"/>
            <p:cNvSpPr txBox="1">
              <a:spLocks noChangeArrowheads="1"/>
            </p:cNvSpPr>
            <p:nvPr/>
          </p:nvSpPr>
          <p:spPr bwMode="auto">
            <a:xfrm>
              <a:off x="1574" y="3504"/>
              <a:ext cx="657" cy="2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k</a:t>
              </a:r>
              <a:r>
                <a:rPr lang="fr-FR" altLang="fr-FR" sz="2400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  <a:r>
                <a:rPr lang="fr-FR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= 0,7</a:t>
              </a:r>
            </a:p>
          </p:txBody>
        </p:sp>
      </p:grpSp>
      <p:sp>
        <p:nvSpPr>
          <p:cNvPr id="321" name="ZoneTexte 3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084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6"/>
          <p:cNvGrpSpPr>
            <a:grpSpLocks/>
          </p:cNvGrpSpPr>
          <p:nvPr/>
        </p:nvGrpSpPr>
        <p:grpSpPr bwMode="auto">
          <a:xfrm>
            <a:off x="4416394" y="1674763"/>
            <a:ext cx="3081338" cy="1719263"/>
            <a:chOff x="2750" y="1326"/>
            <a:chExt cx="1941" cy="1083"/>
          </a:xfrm>
        </p:grpSpPr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2750" y="1326"/>
              <a:ext cx="1941" cy="2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Losses in the capacitor</a:t>
              </a:r>
            </a:p>
          </p:txBody>
        </p:sp>
        <p:graphicFrame>
          <p:nvGraphicFramePr>
            <p:cNvPr id="20" name="Object 1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44095332"/>
                </p:ext>
              </p:extLst>
            </p:nvPr>
          </p:nvGraphicFramePr>
          <p:xfrm>
            <a:off x="3025" y="1850"/>
            <a:ext cx="1184" cy="5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57002" imgH="215806" progId="Equation.3">
                    <p:embed/>
                  </p:oleObj>
                </mc:Choice>
                <mc:Fallback>
                  <p:oleObj name="Equation" r:id="rId3" imgW="457002" imgH="215806" progId="Equation.3">
                    <p:embed/>
                    <p:pic>
                      <p:nvPicPr>
                        <p:cNvPr id="2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25" y="1850"/>
                          <a:ext cx="1184" cy="55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9525">
                          <a:solidFill>
                            <a:srgbClr val="FF33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" name="Text Box 21"/>
          <p:cNvSpPr txBox="1">
            <a:spLocks noChangeArrowheads="1"/>
          </p:cNvSpPr>
          <p:nvPr/>
        </p:nvSpPr>
        <p:spPr bwMode="auto">
          <a:xfrm>
            <a:off x="4663169" y="3694714"/>
            <a:ext cx="2570163" cy="461963"/>
          </a:xfrm>
          <a:prstGeom prst="rect">
            <a:avLst/>
          </a:prstGeom>
          <a:solidFill>
            <a:schemeClr val="bg1"/>
          </a:solidFill>
          <a:ln w="1270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Rated voltage: </a:t>
            </a:r>
            <a:r>
              <a:rPr lang="en-CA" altLang="fr-FR" sz="24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U</a:t>
            </a:r>
            <a:r>
              <a:rPr lang="en-CA" altLang="fr-FR" sz="2400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eff</a:t>
            </a:r>
            <a:endParaRPr lang="en-CA" altLang="fr-FR" sz="2400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4032498" y="5957551"/>
            <a:ext cx="64219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Multiple technologies : depends on the frequency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2860068" y="4776612"/>
            <a:ext cx="4894289" cy="83099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ESR (Equivalent Series Resistor)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 : ESL (Equivalent Series Inductor)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F469A9EF-91DC-3A32-7DAD-07B99774C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032" y="1311561"/>
            <a:ext cx="760957" cy="318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Line 22"/>
          <p:cNvSpPr>
            <a:spLocks noChangeShapeType="1"/>
          </p:cNvSpPr>
          <p:nvPr/>
        </p:nvSpPr>
        <p:spPr bwMode="auto">
          <a:xfrm flipV="1">
            <a:off x="3719932" y="1458169"/>
            <a:ext cx="0" cy="2923227"/>
          </a:xfrm>
          <a:prstGeom prst="line">
            <a:avLst/>
          </a:prstGeom>
          <a:noFill/>
          <a:ln w="57150">
            <a:solidFill>
              <a:srgbClr val="FF33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Text Box 23"/>
          <p:cNvSpPr txBox="1">
            <a:spLocks noChangeArrowheads="1"/>
          </p:cNvSpPr>
          <p:nvPr/>
        </p:nvSpPr>
        <p:spPr bwMode="auto">
          <a:xfrm>
            <a:off x="3826295" y="2453533"/>
            <a:ext cx="385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  <a:endParaRPr lang="en-CA" altLang="fr-FR" sz="2400" b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BA62D75-F46C-0A4D-9560-850F592841E6}"/>
              </a:ext>
            </a:extLst>
          </p:cNvPr>
          <p:cNvSpPr txBox="1"/>
          <p:nvPr/>
        </p:nvSpPr>
        <p:spPr>
          <a:xfrm>
            <a:off x="2672619" y="1657247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r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0F6898E-C495-8CE1-26DB-8EE39CAE3DED}"/>
              </a:ext>
            </a:extLst>
          </p:cNvPr>
          <p:cNvSpPr txBox="1"/>
          <p:nvPr/>
        </p:nvSpPr>
        <p:spPr>
          <a:xfrm>
            <a:off x="2633973" y="2617125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L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05B550C2-FF32-16CC-35EE-1E746A6778B2}"/>
              </a:ext>
            </a:extLst>
          </p:cNvPr>
          <p:cNvSpPr txBox="1"/>
          <p:nvPr/>
        </p:nvSpPr>
        <p:spPr>
          <a:xfrm>
            <a:off x="2542022" y="3632063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C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CA9C775F-EE64-1180-6D13-5CAD0DBE1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4178" y="2240689"/>
            <a:ext cx="4687480" cy="2383854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6451806F-416A-66EF-51D9-830E1B1D0BA8}"/>
              </a:ext>
            </a:extLst>
          </p:cNvPr>
          <p:cNvSpPr txBox="1"/>
          <p:nvPr/>
        </p:nvSpPr>
        <p:spPr>
          <a:xfrm>
            <a:off x="4913964" y="6449606"/>
            <a:ext cx="4114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Redexpert (Würth </a:t>
            </a:r>
            <a:r>
              <a:rPr lang="fr-FR" sz="1400" i="1" dirty="0" err="1"/>
              <a:t>Elektronik</a:t>
            </a:r>
            <a:r>
              <a:rPr lang="fr-FR" sz="14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651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/>
          <p:cNvSpPr/>
          <p:nvPr/>
        </p:nvSpPr>
        <p:spPr>
          <a:xfrm rot="16200000">
            <a:off x="9313225" y="2635893"/>
            <a:ext cx="1094884" cy="24684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2830285" y="1335314"/>
            <a:ext cx="53889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Electrolytic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High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Polarized -&gt; DC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Lifetime depends on temperature</a:t>
            </a:r>
            <a:endParaRPr lang="en-US" sz="2800" dirty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Ceramic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“low”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High frequency</a:t>
            </a: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Films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Self-healing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855" y="295562"/>
            <a:ext cx="1570038" cy="1290134"/>
          </a:xfrm>
          <a:prstGeom prst="rect">
            <a:avLst/>
          </a:prstGeom>
        </p:spPr>
      </p:pic>
      <p:grpSp>
        <p:nvGrpSpPr>
          <p:cNvPr id="59" name="Groupe 58"/>
          <p:cNvGrpSpPr/>
          <p:nvPr/>
        </p:nvGrpSpPr>
        <p:grpSpPr>
          <a:xfrm>
            <a:off x="7675418" y="0"/>
            <a:ext cx="3553320" cy="3140424"/>
            <a:chOff x="7062839" y="65582"/>
            <a:chExt cx="3553320" cy="3140424"/>
          </a:xfrm>
        </p:grpSpPr>
        <p:sp>
          <p:nvSpPr>
            <p:cNvPr id="32" name="Rectangle 31"/>
            <p:cNvSpPr/>
            <p:nvPr/>
          </p:nvSpPr>
          <p:spPr>
            <a:xfrm>
              <a:off x="8025740" y="620209"/>
              <a:ext cx="809078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8834818" y="620209"/>
              <a:ext cx="175832" cy="187130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010650" y="620209"/>
              <a:ext cx="419100" cy="187130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448800" y="620209"/>
              <a:ext cx="241300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8" name="Connecteur droit 37"/>
            <p:cNvCxnSpPr>
              <a:stCxn id="32" idx="1"/>
            </p:cNvCxnSpPr>
            <p:nvPr/>
          </p:nvCxnSpPr>
          <p:spPr>
            <a:xfrm flipH="1" flipV="1">
              <a:off x="7248187" y="1549400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39"/>
            <p:cNvCxnSpPr/>
            <p:nvPr/>
          </p:nvCxnSpPr>
          <p:spPr>
            <a:xfrm flipH="1" flipV="1">
              <a:off x="9704781" y="1555862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ZoneTexte 40"/>
            <p:cNvSpPr txBox="1"/>
            <p:nvPr/>
          </p:nvSpPr>
          <p:spPr>
            <a:xfrm>
              <a:off x="7062839" y="971087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/>
                <a:t>+</a:t>
              </a:r>
            </a:p>
          </p:txBody>
        </p:sp>
        <p:sp>
          <p:nvSpPr>
            <p:cNvPr id="42" name="ZoneTexte 41"/>
            <p:cNvSpPr txBox="1"/>
            <p:nvPr/>
          </p:nvSpPr>
          <p:spPr>
            <a:xfrm>
              <a:off x="10306459" y="977549"/>
              <a:ext cx="3097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/>
                <a:t>-</a:t>
              </a: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8785860" y="65582"/>
              <a:ext cx="396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/>
                <a:t>Al</a:t>
              </a:r>
            </a:p>
          </p:txBody>
        </p:sp>
        <p:cxnSp>
          <p:nvCxnSpPr>
            <p:cNvPr id="45" name="Connecteur droit 44"/>
            <p:cNvCxnSpPr/>
            <p:nvPr/>
          </p:nvCxnSpPr>
          <p:spPr>
            <a:xfrm flipH="1">
              <a:off x="8442326" y="346075"/>
              <a:ext cx="392492" cy="4667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9093200" y="346075"/>
              <a:ext cx="476250" cy="4159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ZoneTexte 50"/>
            <p:cNvSpPr txBox="1"/>
            <p:nvPr/>
          </p:nvSpPr>
          <p:spPr>
            <a:xfrm>
              <a:off x="8402047" y="2698175"/>
              <a:ext cx="767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/>
                <a:t>Al</a:t>
              </a:r>
              <a:r>
                <a:rPr lang="fr-FR" b="1" i="1" baseline="-25000" dirty="0"/>
                <a:t>2</a:t>
              </a:r>
              <a:r>
                <a:rPr lang="fr-FR" b="1" i="1" dirty="0"/>
                <a:t>O</a:t>
              </a:r>
              <a:r>
                <a:rPr lang="fr-FR" b="1" i="1" baseline="-25000" dirty="0"/>
                <a:t>3</a:t>
              </a:r>
            </a:p>
          </p:txBody>
        </p:sp>
        <p:cxnSp>
          <p:nvCxnSpPr>
            <p:cNvPr id="52" name="Connecteur droit 51"/>
            <p:cNvCxnSpPr/>
            <p:nvPr/>
          </p:nvCxnSpPr>
          <p:spPr>
            <a:xfrm flipH="1">
              <a:off x="8726488" y="2308324"/>
              <a:ext cx="220263" cy="482743"/>
            </a:xfrm>
            <a:prstGeom prst="line">
              <a:avLst/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ZoneTexte 53"/>
            <p:cNvSpPr txBox="1"/>
            <p:nvPr/>
          </p:nvSpPr>
          <p:spPr>
            <a:xfrm>
              <a:off x="9319074" y="2559675"/>
              <a:ext cx="1297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Electrolytic paper</a:t>
              </a:r>
              <a:endParaRPr lang="en-US" b="1" i="1" baseline="-25000" dirty="0"/>
            </a:p>
          </p:txBody>
        </p:sp>
        <p:cxnSp>
          <p:nvCxnSpPr>
            <p:cNvPr id="55" name="Connecteur droit 54"/>
            <p:cNvCxnSpPr/>
            <p:nvPr/>
          </p:nvCxnSpPr>
          <p:spPr>
            <a:xfrm>
              <a:off x="9278003" y="2353474"/>
              <a:ext cx="365893" cy="280817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0" name="Image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020" y="3126212"/>
            <a:ext cx="1793398" cy="1490436"/>
          </a:xfrm>
          <a:prstGeom prst="rect">
            <a:avLst/>
          </a:prstGeom>
        </p:spPr>
      </p:pic>
      <p:pic>
        <p:nvPicPr>
          <p:cNvPr id="61" name="Image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020" y="5183731"/>
            <a:ext cx="1514737" cy="1163204"/>
          </a:xfrm>
          <a:prstGeom prst="rect">
            <a:avLst/>
          </a:prstGeom>
        </p:spPr>
      </p:pic>
      <p:cxnSp>
        <p:nvCxnSpPr>
          <p:cNvPr id="63" name="Connecteur droit 62"/>
          <p:cNvCxnSpPr/>
          <p:nvPr/>
        </p:nvCxnSpPr>
        <p:spPr>
          <a:xfrm>
            <a:off x="8638319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11094913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H="1">
            <a:off x="8626421" y="3338090"/>
            <a:ext cx="229261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884761" y="3525704"/>
            <a:ext cx="21891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 flipH="1">
            <a:off x="8659344" y="3686877"/>
            <a:ext cx="225969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 flipH="1">
            <a:off x="8884761" y="3874491"/>
            <a:ext cx="22220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H="1">
            <a:off x="8652611" y="4069813"/>
            <a:ext cx="22664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flipH="1">
            <a:off x="8870070" y="4257427"/>
            <a:ext cx="223953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H="1" flipV="1">
            <a:off x="8646632" y="4412239"/>
            <a:ext cx="1963710" cy="534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8480425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 83"/>
          <p:cNvSpPr/>
          <p:nvPr/>
        </p:nvSpPr>
        <p:spPr>
          <a:xfrm>
            <a:off x="11141121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ZoneTexte 84"/>
          <p:cNvSpPr txBox="1"/>
          <p:nvPr/>
        </p:nvSpPr>
        <p:spPr>
          <a:xfrm>
            <a:off x="10356794" y="4567050"/>
            <a:ext cx="129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Ceramic</a:t>
            </a:r>
            <a:endParaRPr lang="en-US" b="1" i="1" baseline="-25000" dirty="0"/>
          </a:p>
        </p:txBody>
      </p:sp>
      <p:sp>
        <p:nvSpPr>
          <p:cNvPr id="86" name="ZoneTexte 85"/>
          <p:cNvSpPr txBox="1"/>
          <p:nvPr/>
        </p:nvSpPr>
        <p:spPr>
          <a:xfrm>
            <a:off x="7376184" y="4504964"/>
            <a:ext cx="1297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External contact</a:t>
            </a:r>
            <a:endParaRPr lang="en-US" b="1" i="1" baseline="-25000" dirty="0"/>
          </a:p>
        </p:txBody>
      </p:sp>
      <p:cxnSp>
        <p:nvCxnSpPr>
          <p:cNvPr id="87" name="Connecteur droit 86"/>
          <p:cNvCxnSpPr/>
          <p:nvPr/>
        </p:nvCxnSpPr>
        <p:spPr>
          <a:xfrm flipV="1">
            <a:off x="8040930" y="4257427"/>
            <a:ext cx="439495" cy="263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10751937" y="4354204"/>
            <a:ext cx="365893" cy="280817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6816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Active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560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Active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649890" y="1765981"/>
            <a:ext cx="1368425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PN junction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553" y="1527856"/>
            <a:ext cx="2943225" cy="1381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990" y="3472543"/>
            <a:ext cx="2714625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3813403" y="3688443"/>
            <a:ext cx="752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Diode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 </m:t>
                                  </m:r>
                                  <m:sSub>
                                    <m:sSubPr>
                                      <m:ctrlP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𝐴𝐾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sup>
                          </m:sSup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fr-FR" sz="36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101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static characteristic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8063035" y="113030"/>
            <a:ext cx="3681413" cy="4373563"/>
            <a:chOff x="3112" y="196"/>
            <a:chExt cx="2319" cy="2755"/>
          </a:xfrm>
        </p:grpSpPr>
        <p:sp>
          <p:nvSpPr>
            <p:cNvPr id="7" name="Freeform 3"/>
            <p:cNvSpPr>
              <a:spLocks noChangeArrowheads="1"/>
            </p:cNvSpPr>
            <p:nvPr/>
          </p:nvSpPr>
          <p:spPr bwMode="auto">
            <a:xfrm>
              <a:off x="4257" y="1264"/>
              <a:ext cx="71" cy="71"/>
            </a:xfrm>
            <a:custGeom>
              <a:avLst/>
              <a:gdLst>
                <a:gd name="T0" fmla="*/ 0 w 9"/>
                <a:gd name="T1" fmla="*/ 560 h 9"/>
                <a:gd name="T2" fmla="*/ 308 w 9"/>
                <a:gd name="T3" fmla="*/ 560 h 9"/>
                <a:gd name="T4" fmla="*/ 560 w 9"/>
                <a:gd name="T5" fmla="*/ 560 h 9"/>
                <a:gd name="T6" fmla="*/ 308 w 9"/>
                <a:gd name="T7" fmla="*/ 0 h 9"/>
                <a:gd name="T8" fmla="*/ 0 w 9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4289" y="1328"/>
              <a:ext cx="0" cy="156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5"/>
            <p:cNvSpPr>
              <a:spLocks noChangeArrowheads="1"/>
            </p:cNvSpPr>
            <p:nvPr/>
          </p:nvSpPr>
          <p:spPr bwMode="auto">
            <a:xfrm>
              <a:off x="5081" y="2360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 flipH="1">
              <a:off x="3112" y="2400"/>
              <a:ext cx="1985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4177" y="1152"/>
              <a:ext cx="53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5217" y="2152"/>
              <a:ext cx="95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5329" y="2280"/>
              <a:ext cx="102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AK</a:t>
              </a:r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4153" y="2256"/>
              <a:ext cx="56" cy="1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3852" y="1872"/>
              <a:ext cx="617" cy="55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2 w 21600"/>
                <a:gd name="T19" fmla="*/ 10781 h 21600"/>
                <a:gd name="T20" fmla="*/ 17469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  <a:lnTo>
                    <a:pt x="10800" y="10800"/>
                  </a:lnTo>
                  <a:lnTo>
                    <a:pt x="17348" y="19387"/>
                  </a:lnTo>
                  <a:close/>
                </a:path>
                <a:path w="21600" h="21600" fill="none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AutoShape 12"/>
            <p:cNvSpPr>
              <a:spLocks noChangeArrowheads="1"/>
            </p:cNvSpPr>
            <p:nvPr/>
          </p:nvSpPr>
          <p:spPr bwMode="auto">
            <a:xfrm>
              <a:off x="3908" y="196"/>
              <a:ext cx="719" cy="22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5 w 21600"/>
                <a:gd name="T19" fmla="*/ 10604 h 21600"/>
                <a:gd name="T20" fmla="*/ 21600 w 21600"/>
                <a:gd name="T21" fmla="*/ 2130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  <a:lnTo>
                    <a:pt x="10800" y="10800"/>
                  </a:lnTo>
                  <a:lnTo>
                    <a:pt x="21599" y="10759"/>
                  </a:lnTo>
                  <a:close/>
                </a:path>
                <a:path w="21600" h="21600" fill="none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3279" y="2424"/>
              <a:ext cx="905" cy="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utoShape 14"/>
            <p:cNvSpPr>
              <a:spLocks noChangeArrowheads="1"/>
            </p:cNvSpPr>
            <p:nvPr/>
          </p:nvSpPr>
          <p:spPr bwMode="auto">
            <a:xfrm>
              <a:off x="3177" y="2436"/>
              <a:ext cx="255" cy="20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0 h 21600"/>
                <a:gd name="T20" fmla="*/ 10758 w 21600"/>
                <a:gd name="T21" fmla="*/ 10748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  <a:lnTo>
                    <a:pt x="10800" y="10800"/>
                  </a:lnTo>
                  <a:lnTo>
                    <a:pt x="0" y="10733"/>
                  </a:lnTo>
                  <a:close/>
                </a:path>
                <a:path w="21600" h="21600" fill="none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177" y="2544"/>
              <a:ext cx="0" cy="40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177" y="2376"/>
              <a:ext cx="0" cy="5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273" y="1624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513" y="2376"/>
              <a:ext cx="0" cy="4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273" y="2448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20"/>
            <p:cNvSpPr>
              <a:spLocks noChangeArrowheads="1"/>
            </p:cNvSpPr>
            <p:nvPr/>
          </p:nvSpPr>
          <p:spPr bwMode="auto">
            <a:xfrm>
              <a:off x="4121" y="2448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7" name="Rectangle 21"/>
            <p:cNvSpPr>
              <a:spLocks noChangeArrowheads="1"/>
            </p:cNvSpPr>
            <p:nvPr/>
          </p:nvSpPr>
          <p:spPr bwMode="auto">
            <a:xfrm>
              <a:off x="4169" y="2488"/>
              <a:ext cx="27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8" name="Rectangle 22"/>
            <p:cNvSpPr>
              <a:spLocks noChangeArrowheads="1"/>
            </p:cNvSpPr>
            <p:nvPr/>
          </p:nvSpPr>
          <p:spPr bwMode="auto">
            <a:xfrm>
              <a:off x="4097" y="1536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9" name="Rectangle 23"/>
            <p:cNvSpPr>
              <a:spLocks noChangeArrowheads="1"/>
            </p:cNvSpPr>
            <p:nvPr/>
          </p:nvSpPr>
          <p:spPr bwMode="auto">
            <a:xfrm>
              <a:off x="4153" y="1576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0" name="Rectangle 24"/>
            <p:cNvSpPr>
              <a:spLocks noChangeArrowheads="1"/>
            </p:cNvSpPr>
            <p:nvPr/>
          </p:nvSpPr>
          <p:spPr bwMode="auto">
            <a:xfrm>
              <a:off x="4497" y="2440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1" name="Rectangle 25"/>
            <p:cNvSpPr>
              <a:spLocks noChangeArrowheads="1"/>
            </p:cNvSpPr>
            <p:nvPr/>
          </p:nvSpPr>
          <p:spPr bwMode="auto">
            <a:xfrm>
              <a:off x="4569" y="2480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2" name="Rectangle 26"/>
            <p:cNvSpPr>
              <a:spLocks noChangeArrowheads="1"/>
            </p:cNvSpPr>
            <p:nvPr/>
          </p:nvSpPr>
          <p:spPr bwMode="auto">
            <a:xfrm>
              <a:off x="3193" y="2216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3" name="Rectangle 27"/>
            <p:cNvSpPr>
              <a:spLocks noChangeArrowheads="1"/>
            </p:cNvSpPr>
            <p:nvPr/>
          </p:nvSpPr>
          <p:spPr bwMode="auto">
            <a:xfrm>
              <a:off x="3265" y="2272"/>
              <a:ext cx="95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BR</a:t>
              </a:r>
            </a:p>
          </p:txBody>
        </p:sp>
      </p:grpSp>
      <p:sp>
        <p:nvSpPr>
          <p:cNvPr id="34" name="Text Box 28"/>
          <p:cNvSpPr txBox="1">
            <a:spLocks noChangeArrowheads="1"/>
          </p:cNvSpPr>
          <p:nvPr/>
        </p:nvSpPr>
        <p:spPr bwMode="auto">
          <a:xfrm>
            <a:off x="2759426" y="1670259"/>
            <a:ext cx="5215059" cy="157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Average forward current, or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,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AV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FSM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surge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Reverse repetitive current</a:t>
            </a:r>
          </a:p>
        </p:txBody>
      </p:sp>
      <p:sp>
        <p:nvSpPr>
          <p:cNvPr id="35" name="Text Box 29"/>
          <p:cNvSpPr txBox="1">
            <a:spLocks noChangeArrowheads="1"/>
          </p:cNvSpPr>
          <p:nvPr/>
        </p:nvSpPr>
        <p:spPr bwMode="auto">
          <a:xfrm>
            <a:off x="2903889" y="4767471"/>
            <a:ext cx="5159146" cy="1202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Forward voltage or 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BR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Breakdown reverse voltage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repetitive reverse voltage</a:t>
            </a:r>
          </a:p>
        </p:txBody>
      </p:sp>
      <p:pic>
        <p:nvPicPr>
          <p:cNvPr id="36" name="Picture 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8245" y="5003064"/>
            <a:ext cx="2875594" cy="13721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7" name="ZoneTexte 36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344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simplified static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2"/>
          <p:cNvSpPr>
            <a:spLocks noChangeShapeType="1"/>
          </p:cNvSpPr>
          <p:nvPr/>
        </p:nvSpPr>
        <p:spPr bwMode="auto">
          <a:xfrm>
            <a:off x="3407682" y="4003675"/>
            <a:ext cx="3527425" cy="1588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352370" y="1914525"/>
            <a:ext cx="1587" cy="3603625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 flipV="1">
            <a:off x="5566682" y="1985963"/>
            <a:ext cx="360363" cy="2019300"/>
          </a:xfrm>
          <a:prstGeom prst="line">
            <a:avLst/>
          </a:prstGeom>
          <a:noFill/>
          <a:ln w="28440" cap="sq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>
            <a:off x="3695020" y="4003675"/>
            <a:ext cx="1871662" cy="1588"/>
          </a:xfrm>
          <a:prstGeom prst="line">
            <a:avLst/>
          </a:prstGeom>
          <a:noFill/>
          <a:ln w="28440" cap="sq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3695020" y="4003675"/>
            <a:ext cx="1587" cy="1439863"/>
          </a:xfrm>
          <a:prstGeom prst="line">
            <a:avLst/>
          </a:prstGeom>
          <a:noFill/>
          <a:ln w="28440" cap="sq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382532" y="1700213"/>
            <a:ext cx="244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93795" y="3567113"/>
            <a:ext cx="485775" cy="40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5095195" y="3998913"/>
            <a:ext cx="2952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0"/>
          <p:cNvSpPr>
            <a:spLocks/>
          </p:cNvSpPr>
          <p:nvPr/>
        </p:nvSpPr>
        <p:spPr bwMode="auto">
          <a:xfrm>
            <a:off x="7043057" y="1946275"/>
            <a:ext cx="2957286" cy="403225"/>
          </a:xfrm>
          <a:prstGeom prst="borderCallout1">
            <a:avLst>
              <a:gd name="adj1" fmla="val 28347"/>
              <a:gd name="adj2" fmla="val -3787"/>
              <a:gd name="adj3" fmla="val 256578"/>
              <a:gd name="adj4" fmla="val -39608"/>
            </a:avLst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AK</a:t>
            </a:r>
            <a:r>
              <a:rPr lang="fr-FR" altLang="fr-FR" sz="2400" b="1" dirty="0">
                <a:latin typeface="Times New Roman" panose="02020603050405020304" pitchFamily="18" charset="0"/>
              </a:rPr>
              <a:t> = 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r</a:t>
            </a:r>
            <a:r>
              <a:rPr lang="fr-FR" altLang="fr-FR" sz="2400" b="1" baseline="-25000" dirty="0" err="1">
                <a:latin typeface="Times New Roman" panose="02020603050405020304" pitchFamily="18" charset="0"/>
              </a:rPr>
              <a:t>on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.i</a:t>
            </a:r>
            <a:r>
              <a:rPr lang="fr-FR" altLang="fr-FR" sz="2400" b="1" dirty="0">
                <a:latin typeface="Times New Roman" panose="02020603050405020304" pitchFamily="18" charset="0"/>
              </a:rPr>
              <a:t> + 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AutoShape 11"/>
          <p:cNvSpPr>
            <a:spLocks/>
          </p:cNvSpPr>
          <p:nvPr/>
        </p:nvSpPr>
        <p:spPr bwMode="auto">
          <a:xfrm>
            <a:off x="5742895" y="4797425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56411"/>
              <a:gd name="adj4" fmla="val -101866"/>
            </a:avLst>
          </a:prstGeom>
          <a:noFill/>
          <a:ln w="9360" cap="sq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</a:p>
        </p:txBody>
      </p:sp>
      <p:sp>
        <p:nvSpPr>
          <p:cNvPr id="18" name="AutoShape 12"/>
          <p:cNvSpPr>
            <a:spLocks/>
          </p:cNvSpPr>
          <p:nvPr/>
        </p:nvSpPr>
        <p:spPr bwMode="auto">
          <a:xfrm>
            <a:off x="5742895" y="5734050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74296"/>
              <a:gd name="adj4" fmla="val -121943"/>
            </a:avLst>
          </a:prstGeom>
          <a:noFill/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7897376" y="2708275"/>
            <a:ext cx="3333262" cy="833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Linearized characteristic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3 segments</a:t>
            </a:r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7543120" y="4337505"/>
            <a:ext cx="4272272" cy="1017844"/>
          </a:xfrm>
          <a:prstGeom prst="rect">
            <a:avLst/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Conduction loss calculation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r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on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.I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eff</a:t>
            </a:r>
            <a:r>
              <a:rPr lang="en-CA" altLang="fr-FR" b="1" i="1" baseline="30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+ V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 </a:t>
            </a:r>
            <a:r>
              <a:rPr lang="en-CA" altLang="fr-FR" b="1" i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b="1" i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av</a:t>
            </a:r>
            <a:endParaRPr lang="en-CA" altLang="fr-FR" b="1" i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AutoShape 15"/>
          <p:cNvSpPr>
            <a:spLocks noChangeArrowheads="1"/>
          </p:cNvSpPr>
          <p:nvPr/>
        </p:nvSpPr>
        <p:spPr bwMode="auto">
          <a:xfrm>
            <a:off x="9391919" y="3647815"/>
            <a:ext cx="287337" cy="504825"/>
          </a:xfrm>
          <a:prstGeom prst="downArrow">
            <a:avLst>
              <a:gd name="adj1" fmla="val 50000"/>
              <a:gd name="adj2" fmla="val 43923"/>
            </a:avLst>
          </a:prstGeom>
          <a:solidFill>
            <a:srgbClr val="0000FF"/>
          </a:solidFill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2" name="ZoneTexte 21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7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Heat sink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22" t="17381" r="40886" b="28439"/>
          <a:stretch/>
        </p:blipFill>
        <p:spPr bwMode="auto">
          <a:xfrm>
            <a:off x="7421879" y="2148840"/>
            <a:ext cx="2087881" cy="1950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784533" y="1388031"/>
            <a:ext cx="4539008" cy="2920066"/>
            <a:chOff x="350" y="1016"/>
            <a:chExt cx="1754" cy="1229"/>
          </a:xfrm>
        </p:grpSpPr>
        <p:sp>
          <p:nvSpPr>
            <p:cNvPr id="14" name="Oval 8"/>
            <p:cNvSpPr>
              <a:spLocks noChangeArrowheads="1"/>
            </p:cNvSpPr>
            <p:nvPr/>
          </p:nvSpPr>
          <p:spPr bwMode="auto">
            <a:xfrm>
              <a:off x="590" y="1637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998" y="1275"/>
              <a:ext cx="294" cy="89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1588" y="1569"/>
              <a:ext cx="90" cy="294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 flipV="1">
              <a:off x="1634" y="1319"/>
              <a:ext cx="0" cy="25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 flipH="1">
              <a:off x="1292" y="1320"/>
              <a:ext cx="342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680" y="1320"/>
              <a:ext cx="31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 flipV="1">
              <a:off x="681" y="1319"/>
              <a:ext cx="0" cy="31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V="1">
              <a:off x="681" y="1931"/>
              <a:ext cx="0" cy="1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V="1">
              <a:off x="1634" y="1863"/>
              <a:ext cx="0" cy="183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17"/>
            <p:cNvSpPr>
              <a:spLocks noChangeArrowheads="1"/>
            </p:cNvSpPr>
            <p:nvPr/>
          </p:nvSpPr>
          <p:spPr bwMode="auto">
            <a:xfrm>
              <a:off x="590" y="1751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 flipH="1">
              <a:off x="952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 flipH="1">
              <a:off x="680" y="2046"/>
              <a:ext cx="954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 flipH="1">
              <a:off x="1179" y="1524"/>
              <a:ext cx="160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1180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1135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1339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953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 flipH="1">
              <a:off x="1451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1452" y="1524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1360" y="1728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>
              <a:off x="1360" y="177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>
              <a:off x="1452" y="1774"/>
              <a:ext cx="0" cy="27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 flipV="1">
              <a:off x="681" y="1659"/>
              <a:ext cx="0" cy="228"/>
            </a:xfrm>
            <a:prstGeom prst="line">
              <a:avLst/>
            </a:prstGeom>
            <a:noFill/>
            <a:ln w="1908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31"/>
            <p:cNvSpPr txBox="1">
              <a:spLocks noChangeArrowheads="1"/>
            </p:cNvSpPr>
            <p:nvPr/>
          </p:nvSpPr>
          <p:spPr bwMode="auto">
            <a:xfrm>
              <a:off x="350" y="1652"/>
              <a:ext cx="158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38" name="Text Box 32"/>
            <p:cNvSpPr txBox="1">
              <a:spLocks noChangeArrowheads="1"/>
            </p:cNvSpPr>
            <p:nvPr/>
          </p:nvSpPr>
          <p:spPr bwMode="auto">
            <a:xfrm>
              <a:off x="499" y="1144"/>
              <a:ext cx="209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j</a:t>
              </a:r>
            </a:p>
          </p:txBody>
        </p:sp>
        <p:sp>
          <p:nvSpPr>
            <p:cNvPr id="39" name="Text Box 33"/>
            <p:cNvSpPr txBox="1">
              <a:spLocks noChangeArrowheads="1"/>
            </p:cNvSpPr>
            <p:nvPr/>
          </p:nvSpPr>
          <p:spPr bwMode="auto">
            <a:xfrm>
              <a:off x="560" y="1998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40" name="Text Box 34"/>
            <p:cNvSpPr txBox="1">
              <a:spLocks noChangeArrowheads="1"/>
            </p:cNvSpPr>
            <p:nvPr/>
          </p:nvSpPr>
          <p:spPr bwMode="auto">
            <a:xfrm>
              <a:off x="1519" y="1049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Symbol" panose="05050102010706020507" pitchFamily="18" charset="2"/>
                </a:rPr>
                <a:t></a:t>
              </a:r>
              <a:r>
                <a:rPr lang="fr-FR" altLang="fr-FR" baseline="-25000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1" name="Text Box 35"/>
            <p:cNvSpPr txBox="1">
              <a:spLocks noChangeArrowheads="1"/>
            </p:cNvSpPr>
            <p:nvPr/>
          </p:nvSpPr>
          <p:spPr bwMode="auto">
            <a:xfrm>
              <a:off x="962" y="1016"/>
              <a:ext cx="405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j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/c</a:t>
              </a:r>
            </a:p>
          </p:txBody>
        </p:sp>
        <p:sp>
          <p:nvSpPr>
            <p:cNvPr id="42" name="Text Box 36"/>
            <p:cNvSpPr txBox="1">
              <a:spLocks noChangeArrowheads="1"/>
            </p:cNvSpPr>
            <p:nvPr/>
          </p:nvSpPr>
          <p:spPr bwMode="auto">
            <a:xfrm>
              <a:off x="1681" y="1585"/>
              <a:ext cx="423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/a</a:t>
              </a:r>
            </a:p>
          </p:txBody>
        </p:sp>
      </p:grpSp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4368483" y="5266372"/>
            <a:ext cx="1584000" cy="612000"/>
          </a:xfrm>
          <a:prstGeom prst="rect">
            <a:avLst/>
          </a:prstGeom>
          <a:noFill/>
          <a:ln w="3810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</a:t>
            </a:r>
            <a:r>
              <a:rPr lang="fr-FR" altLang="fr-FR" sz="2800" b="1">
                <a:latin typeface="Times New Roman" panose="02020603050405020304" pitchFamily="18" charset="0"/>
              </a:rPr>
              <a:t> &lt; </a:t>
            </a: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jmax</a:t>
            </a:r>
          </a:p>
        </p:txBody>
      </p:sp>
      <p:sp>
        <p:nvSpPr>
          <p:cNvPr id="44" name="Text Box 38"/>
          <p:cNvSpPr txBox="1">
            <a:spLocks noChangeArrowheads="1"/>
          </p:cNvSpPr>
          <p:nvPr/>
        </p:nvSpPr>
        <p:spPr bwMode="auto">
          <a:xfrm>
            <a:off x="3936683" y="4186873"/>
            <a:ext cx="1758600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dirty="0">
                <a:latin typeface="Times New Roman" panose="02020603050405020304" pitchFamily="18" charset="0"/>
              </a:rPr>
              <a:t>P =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c</a:t>
            </a:r>
            <a:r>
              <a:rPr lang="fr-FR" altLang="fr-FR" sz="2800" dirty="0">
                <a:latin typeface="Times New Roman" panose="02020603050405020304" pitchFamily="18" charset="0"/>
              </a:rPr>
              <a:t> +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5" name="Text Box 39"/>
          <p:cNvSpPr txBox="1">
            <a:spLocks noChangeArrowheads="1"/>
          </p:cNvSpPr>
          <p:nvPr/>
        </p:nvSpPr>
        <p:spPr bwMode="auto">
          <a:xfrm>
            <a:off x="7271225" y="5034598"/>
            <a:ext cx="3493562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36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Rth</a:t>
            </a:r>
            <a:r>
              <a:rPr lang="en-CA" altLang="fr-FR" sz="3600" b="1" i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36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/a</a:t>
            </a:r>
            <a:r>
              <a:rPr lang="en-CA" altLang="fr-FR" sz="36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21" t="28588" r="13585" b="37126"/>
          <a:stretch/>
        </p:blipFill>
        <p:spPr bwMode="auto">
          <a:xfrm>
            <a:off x="9819399" y="2581910"/>
            <a:ext cx="1343898" cy="1234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7" name="ZoneTexte 46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14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 additive="repl">
                                        <p:cTn id="17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Specific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137128" y="2299717"/>
            <a:ext cx="8216900" cy="2773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Low threshold diode: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Schottky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High voltage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Power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Zener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diodes (« Transient-voltage-suppression diode »)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Fast diodes (low Q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Light-emitting diodes (high threshold)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8248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Schottky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471" y="451091"/>
            <a:ext cx="4968875" cy="5932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489" y="1417517"/>
            <a:ext cx="4160569" cy="17816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AD93DB3-7C55-CB12-987F-5C0C88B8BA06}"/>
              </a:ext>
            </a:extLst>
          </p:cNvPr>
          <p:cNvSpPr txBox="1"/>
          <p:nvPr/>
        </p:nvSpPr>
        <p:spPr>
          <a:xfrm>
            <a:off x="2877954" y="3723223"/>
            <a:ext cx="3218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Low V</a:t>
            </a:r>
            <a:r>
              <a:rPr lang="en-CA" baseline="-25000" noProof="0" dirty="0"/>
              <a:t>F</a:t>
            </a:r>
            <a:r>
              <a:rPr lang="en-CA" noProof="0" dirty="0"/>
              <a:t> -&gt; Low conduction losses</a:t>
            </a:r>
          </a:p>
          <a:p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Used as diodes in converters (instead of PN diodes)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CA" noProof="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dirty="0"/>
              <a:t>“low” voltage (max  ̴100V)</a:t>
            </a:r>
            <a:endParaRPr lang="en-CA" noProof="0" dirty="0"/>
          </a:p>
        </p:txBody>
      </p:sp>
    </p:spTree>
    <p:extLst>
      <p:ext uri="{BB962C8B-B14F-4D97-AF65-F5344CB8AC3E}">
        <p14:creationId xmlns:p14="http://schemas.microsoft.com/office/powerpoint/2010/main" val="34021433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16B07-DE80-A46D-18FF-C369E050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2F1D55-DD58-FA0A-730D-21EA9280F2BE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053784-FFA6-1C2B-503D-F168F085BBF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E636336A-CA73-9924-1B5C-E50292CF4EE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Zener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3CF88-FE70-F15B-A320-543464A029C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E88917F6-9A4E-C4A4-FF91-E804D1EE5DE7}"/>
              </a:ext>
            </a:extLst>
          </p:cNvPr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AAD5D8B-DAFA-F0BF-6A8E-6C4C289207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546" t="17081" r="19715" b="21275"/>
          <a:stretch>
            <a:fillRect/>
          </a:stretch>
        </p:blipFill>
        <p:spPr>
          <a:xfrm>
            <a:off x="3296314" y="1790586"/>
            <a:ext cx="2414678" cy="126508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A0895B4-EEE4-6B51-0886-D734E44FC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98" b="6287"/>
          <a:stretch>
            <a:fillRect/>
          </a:stretch>
        </p:blipFill>
        <p:spPr>
          <a:xfrm>
            <a:off x="7328947" y="263949"/>
            <a:ext cx="4486445" cy="4088750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057AADE-CFBB-F3AE-97B4-C5C2A00FADD3}"/>
              </a:ext>
            </a:extLst>
          </p:cNvPr>
          <p:cNvSpPr txBox="1"/>
          <p:nvPr/>
        </p:nvSpPr>
        <p:spPr>
          <a:xfrm>
            <a:off x="5060521" y="6507134"/>
            <a:ext cx="42736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AN90031 (</a:t>
            </a:r>
            <a:r>
              <a:rPr lang="fr-FR" sz="1400" i="1" dirty="0" err="1"/>
              <a:t>Nexperia</a:t>
            </a:r>
            <a:r>
              <a:rPr lang="fr-FR" sz="1400" i="1" dirty="0"/>
              <a:t>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DC13273-C51A-3D62-452F-AA935756220F}"/>
              </a:ext>
            </a:extLst>
          </p:cNvPr>
          <p:cNvSpPr txBox="1"/>
          <p:nvPr/>
        </p:nvSpPr>
        <p:spPr>
          <a:xfrm>
            <a:off x="7643506" y="4257449"/>
            <a:ext cx="3857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noProof="0" dirty="0"/>
              <a:t>I-V characteristic of a Zener diode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D1088D2-3286-E1FB-DFF7-C60B9AF5DC37}"/>
              </a:ext>
            </a:extLst>
          </p:cNvPr>
          <p:cNvSpPr txBox="1"/>
          <p:nvPr/>
        </p:nvSpPr>
        <p:spPr>
          <a:xfrm>
            <a:off x="5269222" y="1938992"/>
            <a:ext cx="1065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cathode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1FD3DB5-C3E6-CC11-A9BC-0BAE588C59C2}"/>
              </a:ext>
            </a:extLst>
          </p:cNvPr>
          <p:cNvSpPr txBox="1"/>
          <p:nvPr/>
        </p:nvSpPr>
        <p:spPr>
          <a:xfrm>
            <a:off x="2931914" y="1938992"/>
            <a:ext cx="815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anode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427CFCB-7195-236D-369C-B6A9FCC49710}"/>
              </a:ext>
            </a:extLst>
          </p:cNvPr>
          <p:cNvSpPr txBox="1"/>
          <p:nvPr/>
        </p:nvSpPr>
        <p:spPr>
          <a:xfrm>
            <a:off x="4140666" y="3268592"/>
            <a:ext cx="1310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noProof="0" dirty="0"/>
              <a:t>Stable V</a:t>
            </a:r>
            <a:r>
              <a:rPr lang="en-CA" baseline="-25000" noProof="0" dirty="0"/>
              <a:t>BR</a:t>
            </a:r>
            <a:endParaRPr lang="en-CA" noProof="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B3086B16-C710-02A7-23CB-96FB9ED563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914" y="4594327"/>
            <a:ext cx="2953162" cy="199100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637A31F7-EF17-9715-BC84-2D747BC05EA0}"/>
              </a:ext>
            </a:extLst>
          </p:cNvPr>
          <p:cNvSpPr txBox="1"/>
          <p:nvPr/>
        </p:nvSpPr>
        <p:spPr>
          <a:xfrm>
            <a:off x="2599730" y="3914037"/>
            <a:ext cx="4725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Low-cost stabilized voltage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Signal overvoltage clamping </a:t>
            </a:r>
          </a:p>
          <a:p>
            <a:r>
              <a:rPr lang="en-CA" dirty="0"/>
              <a:t>		</a:t>
            </a:r>
            <a:r>
              <a:rPr lang="en-CA" noProof="0" dirty="0"/>
              <a:t>(    low reverse current)</a:t>
            </a:r>
            <a:endParaRPr lang="fr-FR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D9F75E87-8C13-52C4-9CA6-F1836E789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7556" y="4647089"/>
            <a:ext cx="4725059" cy="1171739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6442AFA-9697-41C9-65EA-14A2FF96A3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031" y="5820071"/>
            <a:ext cx="4744112" cy="533474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1BA060F-97B8-AD8D-3D35-B69169A3842D}"/>
              </a:ext>
            </a:extLst>
          </p:cNvPr>
          <p:cNvSpPr/>
          <p:nvPr/>
        </p:nvSpPr>
        <p:spPr>
          <a:xfrm>
            <a:off x="8256671" y="5239934"/>
            <a:ext cx="3394519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Graphique 32" descr="Avertissement contour">
            <a:extLst>
              <a:ext uri="{FF2B5EF4-FFF2-40B4-BE49-F238E27FC236}">
                <a16:creationId xmlns:a16="http://schemas.microsoft.com/office/drawing/2014/main" id="{AA36D8A4-67BF-D3B9-ECE2-AC8C124E4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63374" y="4528594"/>
            <a:ext cx="234473" cy="23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8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7FD3B-366A-D77A-E92D-5EE6AD07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0CCBA3-807A-278D-A2B5-B1E6276B6C8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498A00-602F-CB4C-AAD0-B5A6A7EF16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7CECAADA-BB1F-AA9E-C906-10513A6B2556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TVS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821EF46-CAC6-E92B-31C9-EC4F0726A2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BE24871-D6BF-86A9-A2BE-D9850295C840}"/>
              </a:ext>
            </a:extLst>
          </p:cNvPr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D5A5864-5767-711A-B1F8-F6C46BBFE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991095"/>
            <a:ext cx="5315692" cy="2448267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67242651-21F8-CC27-320D-8D17F785A19C}"/>
              </a:ext>
            </a:extLst>
          </p:cNvPr>
          <p:cNvSpPr txBox="1"/>
          <p:nvPr/>
        </p:nvSpPr>
        <p:spPr>
          <a:xfrm>
            <a:off x="5552993" y="6501196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420A00E3-F84C-05BB-2A34-C2643297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0" r="2525"/>
          <a:stretch>
            <a:fillRect/>
          </a:stretch>
        </p:blipFill>
        <p:spPr>
          <a:xfrm>
            <a:off x="2445625" y="3596501"/>
            <a:ext cx="2598014" cy="291505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BF128E95-0726-E054-9FB7-1EF4E6EB9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33" y="3439362"/>
            <a:ext cx="3315163" cy="2857899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E7F09AB5-DD23-8D13-C49B-820694032D7F}"/>
              </a:ext>
            </a:extLst>
          </p:cNvPr>
          <p:cNvSpPr txBox="1"/>
          <p:nvPr/>
        </p:nvSpPr>
        <p:spPr>
          <a:xfrm>
            <a:off x="7968543" y="1348432"/>
            <a:ext cx="4082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u="sng" dirty="0"/>
              <a:t>TVS : Transient Voltage Suppressors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Protection against high voltage spikes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dirty="0"/>
              <a:t>ESD protection (USB 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Overvoltage clamping (high peak pulse current)</a:t>
            </a:r>
            <a:endParaRPr lang="fr-FR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9ADD774-E35A-B58F-4D99-7CCD0B9718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679" y="3585980"/>
            <a:ext cx="3915321" cy="2057687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3FADE3E-CFB8-6516-D3B7-E173888D5C62}"/>
              </a:ext>
            </a:extLst>
          </p:cNvPr>
          <p:cNvSpPr/>
          <p:nvPr/>
        </p:nvSpPr>
        <p:spPr>
          <a:xfrm>
            <a:off x="8276679" y="4543123"/>
            <a:ext cx="3915321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18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1DCB-B419-0E7D-5B64-33DB11CA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3612AF6-8095-7B60-591A-E80639210AE8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B10F43-533B-3570-2B58-2D221514AE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15215F15-CDF6-A183-AA5B-D98D9FF79E2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LED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2EEB4A22-8A8E-BFC7-8E32-FCE98BF6282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FA732C0-80CE-F070-46A2-4767D4B61BA5}"/>
              </a:ext>
            </a:extLst>
          </p:cNvPr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3FA6B21-9DA5-A9C2-6E3C-6FC8BC9C922F}"/>
              </a:ext>
            </a:extLst>
          </p:cNvPr>
          <p:cNvGrpSpPr/>
          <p:nvPr/>
        </p:nvGrpSpPr>
        <p:grpSpPr>
          <a:xfrm>
            <a:off x="2709001" y="1232692"/>
            <a:ext cx="1834791" cy="1779697"/>
            <a:chOff x="2831746" y="1094552"/>
            <a:chExt cx="1834791" cy="1779697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6CCFA9C8-56CF-DA01-CB79-784DAC181E7B}"/>
                </a:ext>
              </a:extLst>
            </p:cNvPr>
            <p:cNvSpPr txBox="1"/>
            <p:nvPr/>
          </p:nvSpPr>
          <p:spPr>
            <a:xfrm>
              <a:off x="2831746" y="2566472"/>
              <a:ext cx="18347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400" i="1" dirty="0"/>
                <a:t>LM301B (Samsung)</a:t>
              </a:r>
              <a:endParaRPr lang="fr-FR" i="1" dirty="0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E8C8C746-F811-4F09-F596-F4D535441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01860" y="1094552"/>
              <a:ext cx="1494561" cy="1426934"/>
            </a:xfrm>
            <a:prstGeom prst="rect">
              <a:avLst/>
            </a:prstGeom>
          </p:spPr>
        </p:pic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AA9E1760-CD35-F6EE-E646-B161D112E488}"/>
              </a:ext>
            </a:extLst>
          </p:cNvPr>
          <p:cNvGrpSpPr/>
          <p:nvPr/>
        </p:nvGrpSpPr>
        <p:grpSpPr>
          <a:xfrm>
            <a:off x="2618513" y="3012389"/>
            <a:ext cx="8173591" cy="3270050"/>
            <a:chOff x="2688871" y="3220170"/>
            <a:chExt cx="8173591" cy="3270050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2D9194EC-B354-06FB-5B52-CF01F0C118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716"/>
            <a:stretch>
              <a:fillRect/>
            </a:stretch>
          </p:blipFill>
          <p:spPr>
            <a:xfrm>
              <a:off x="2688871" y="3535031"/>
              <a:ext cx="8173591" cy="2955189"/>
            </a:xfrm>
            <a:prstGeom prst="rect">
              <a:avLst/>
            </a:prstGeom>
          </p:spPr>
        </p:pic>
        <p:pic>
          <p:nvPicPr>
            <p:cNvPr id="14" name="Image 13">
              <a:extLst>
                <a:ext uri="{FF2B5EF4-FFF2-40B4-BE49-F238E27FC236}">
                  <a16:creationId xmlns:a16="http://schemas.microsoft.com/office/drawing/2014/main" id="{DD8343DD-C2DA-9848-145D-312DB8AC0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55687" b="91798"/>
            <a:stretch>
              <a:fillRect/>
            </a:stretch>
          </p:blipFill>
          <p:spPr>
            <a:xfrm>
              <a:off x="2803161" y="3220170"/>
              <a:ext cx="3621979" cy="294553"/>
            </a:xfrm>
            <a:prstGeom prst="rect">
              <a:avLst/>
            </a:prstGeom>
          </p:spPr>
        </p:pic>
      </p:grp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EDA561A9-BE22-5F43-CDB6-668E22C0EB80}"/>
              </a:ext>
            </a:extLst>
          </p:cNvPr>
          <p:cNvSpPr/>
          <p:nvPr/>
        </p:nvSpPr>
        <p:spPr>
          <a:xfrm>
            <a:off x="4876800" y="3002234"/>
            <a:ext cx="790575" cy="3148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C8051BBA-B350-6F6C-6796-D37FA25C99AE}"/>
              </a:ext>
            </a:extLst>
          </p:cNvPr>
          <p:cNvSpPr/>
          <p:nvPr/>
        </p:nvSpPr>
        <p:spPr>
          <a:xfrm>
            <a:off x="2709001" y="3954825"/>
            <a:ext cx="8083103" cy="97540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E809811-10B6-042C-5623-8781ACCD5832}"/>
              </a:ext>
            </a:extLst>
          </p:cNvPr>
          <p:cNvGrpSpPr/>
          <p:nvPr/>
        </p:nvGrpSpPr>
        <p:grpSpPr>
          <a:xfrm>
            <a:off x="5792505" y="757815"/>
            <a:ext cx="3105460" cy="2434444"/>
            <a:chOff x="7310576" y="682205"/>
            <a:chExt cx="3105460" cy="2434444"/>
          </a:xfrm>
        </p:grpSpPr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F968D944-61CD-3685-867E-9BE45FEE7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19696" y="682205"/>
              <a:ext cx="2663792" cy="2065112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20ECD8BA-FFB4-B848-BD4C-BDA260057CC3}"/>
                </a:ext>
              </a:extLst>
            </p:cNvPr>
            <p:cNvSpPr txBox="1"/>
            <p:nvPr/>
          </p:nvSpPr>
          <p:spPr>
            <a:xfrm>
              <a:off x="7310576" y="2747317"/>
              <a:ext cx="3105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« White » LED</a:t>
              </a:r>
              <a:endParaRPr lang="fr-FR" sz="2400" dirty="0"/>
            </a:p>
          </p:txBody>
        </p:sp>
      </p:grpSp>
      <p:pic>
        <p:nvPicPr>
          <p:cNvPr id="51202" name="Picture 2">
            <a:extLst>
              <a:ext uri="{FF2B5EF4-FFF2-40B4-BE49-F238E27FC236}">
                <a16:creationId xmlns:a16="http://schemas.microsoft.com/office/drawing/2014/main" id="{3F86CB6D-DFEE-FF6B-AC7A-1E439903F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5454" y="648870"/>
            <a:ext cx="2033299" cy="2283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6748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MOSFET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510" y="1915887"/>
            <a:ext cx="2595003" cy="2798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572B062-2BBD-45E6-63EB-F302983D3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437" y="1043410"/>
            <a:ext cx="4256309" cy="4324518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8F937592-795F-AE28-50DC-704C9E78909E}"/>
              </a:ext>
            </a:extLst>
          </p:cNvPr>
          <p:cNvSpPr txBox="1"/>
          <p:nvPr/>
        </p:nvSpPr>
        <p:spPr>
          <a:xfrm>
            <a:off x="4305011" y="6316025"/>
            <a:ext cx="6145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noProof="0" dirty="0"/>
              <a:t>Designing with power MOSFETs (Infineon)</a:t>
            </a:r>
          </a:p>
        </p:txBody>
      </p:sp>
    </p:spTree>
    <p:extLst>
      <p:ext uri="{BB962C8B-B14F-4D97-AF65-F5344CB8AC3E}">
        <p14:creationId xmlns:p14="http://schemas.microsoft.com/office/powerpoint/2010/main" val="2279549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4703584" y="1332012"/>
            <a:ext cx="6173916" cy="4676901"/>
            <a:chOff x="4646724" y="1402994"/>
            <a:chExt cx="4269078" cy="3617362"/>
          </a:xfrm>
        </p:grpSpPr>
        <p:sp>
          <p:nvSpPr>
            <p:cNvPr id="6" name="Freeform 2"/>
            <p:cNvSpPr>
              <a:spLocks noChangeArrowheads="1"/>
            </p:cNvSpPr>
            <p:nvPr/>
          </p:nvSpPr>
          <p:spPr bwMode="auto">
            <a:xfrm>
              <a:off x="4849492" y="1824718"/>
              <a:ext cx="1208087" cy="2943225"/>
            </a:xfrm>
            <a:custGeom>
              <a:avLst/>
              <a:gdLst>
                <a:gd name="T0" fmla="*/ 0 w 95"/>
                <a:gd name="T1" fmla="*/ 2147483646 h 232"/>
                <a:gd name="T2" fmla="*/ 161718341 w 95"/>
                <a:gd name="T3" fmla="*/ 2147483646 h 232"/>
                <a:gd name="T4" fmla="*/ 2147483646 w 95"/>
                <a:gd name="T5" fmla="*/ 160938588 h 232"/>
                <a:gd name="T6" fmla="*/ 2147483646 w 95"/>
                <a:gd name="T7" fmla="*/ 0 h 232"/>
                <a:gd name="T8" fmla="*/ 161718341 w 95"/>
                <a:gd name="T9" fmla="*/ 160938588 h 232"/>
                <a:gd name="T10" fmla="*/ 0 w 95"/>
                <a:gd name="T11" fmla="*/ 2147483646 h 2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95" h="232">
                  <a:moveTo>
                    <a:pt x="0" y="231"/>
                  </a:moveTo>
                  <a:cubicBezTo>
                    <a:pt x="1" y="231"/>
                    <a:pt x="1" y="231"/>
                    <a:pt x="1" y="231"/>
                  </a:cubicBezTo>
                  <a:cubicBezTo>
                    <a:pt x="53" y="232"/>
                    <a:pt x="95" y="128"/>
                    <a:pt x="95" y="1"/>
                  </a:cubicBezTo>
                  <a:cubicBezTo>
                    <a:pt x="95" y="1"/>
                    <a:pt x="94" y="1"/>
                    <a:pt x="94" y="0"/>
                  </a:cubicBezTo>
                  <a:lnTo>
                    <a:pt x="1" y="1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4760592" y="1888218"/>
              <a:ext cx="114300" cy="114300"/>
            </a:xfrm>
            <a:custGeom>
              <a:avLst/>
              <a:gdLst>
                <a:gd name="T0" fmla="*/ 0 w 9"/>
                <a:gd name="T1" fmla="*/ 1451610000 h 9"/>
                <a:gd name="T2" fmla="*/ 806450000 w 9"/>
                <a:gd name="T3" fmla="*/ 1451610000 h 9"/>
                <a:gd name="T4" fmla="*/ 1451610000 w 9"/>
                <a:gd name="T5" fmla="*/ 1451610000 h 9"/>
                <a:gd name="T6" fmla="*/ 806450000 w 9"/>
                <a:gd name="T7" fmla="*/ 0 h 9"/>
                <a:gd name="T8" fmla="*/ 0 w 9"/>
                <a:gd name="T9" fmla="*/ 145161000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4811392" y="1989818"/>
              <a:ext cx="1587" cy="285432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6"/>
            <p:cNvSpPr>
              <a:spLocks noChangeArrowheads="1"/>
            </p:cNvSpPr>
            <p:nvPr/>
          </p:nvSpPr>
          <p:spPr bwMode="auto">
            <a:xfrm>
              <a:off x="8726167" y="4704443"/>
              <a:ext cx="139700" cy="114300"/>
            </a:xfrm>
            <a:custGeom>
              <a:avLst/>
              <a:gdLst>
                <a:gd name="T0" fmla="*/ 161290000 w 11"/>
                <a:gd name="T1" fmla="*/ 0 h 9"/>
                <a:gd name="T2" fmla="*/ 161290000 w 11"/>
                <a:gd name="T3" fmla="*/ 645160000 h 9"/>
                <a:gd name="T4" fmla="*/ 161290000 w 11"/>
                <a:gd name="T5" fmla="*/ 1451610000 h 9"/>
                <a:gd name="T6" fmla="*/ 1774190000 w 11"/>
                <a:gd name="T7" fmla="*/ 806450000 h 9"/>
                <a:gd name="T8" fmla="*/ 161290000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4747892" y="4767943"/>
              <a:ext cx="4003675" cy="1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4646724" y="1897746"/>
              <a:ext cx="172604" cy="214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" name="Rectangle 10"/>
            <p:cNvSpPr>
              <a:spLocks noChangeArrowheads="1"/>
            </p:cNvSpPr>
            <p:nvPr/>
          </p:nvSpPr>
          <p:spPr bwMode="auto">
            <a:xfrm>
              <a:off x="8700767" y="4549418"/>
              <a:ext cx="215035" cy="214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811392" y="2534331"/>
              <a:ext cx="723900" cy="223520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5493661" y="2179300"/>
              <a:ext cx="1095375" cy="11557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  <a:lnTo>
                    <a:pt x="10800" y="10800"/>
                  </a:lnTo>
                  <a:lnTo>
                    <a:pt x="0" y="10786"/>
                  </a:lnTo>
                  <a:close/>
                </a:path>
                <a:path w="21600" h="21600" fill="none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6006779" y="2115231"/>
              <a:ext cx="2173288" cy="666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5638479" y="4198031"/>
              <a:ext cx="63500" cy="40481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4811392" y="3015343"/>
              <a:ext cx="903287" cy="17541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5666462" y="2749213"/>
              <a:ext cx="1066800" cy="9144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  <a:lnTo>
                    <a:pt x="10800" y="10800"/>
                  </a:lnTo>
                  <a:lnTo>
                    <a:pt x="0" y="10736"/>
                  </a:lnTo>
                  <a:close/>
                </a:path>
                <a:path w="21600" h="21600" fill="none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6146479" y="2634343"/>
              <a:ext cx="2008188" cy="1174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4811392" y="3612243"/>
              <a:ext cx="852487" cy="11572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5619429" y="3391581"/>
              <a:ext cx="1219200" cy="7366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  <a:lnTo>
                    <a:pt x="10800" y="10800"/>
                  </a:lnTo>
                  <a:lnTo>
                    <a:pt x="0" y="10710"/>
                  </a:lnTo>
                  <a:close/>
                </a:path>
                <a:path w="21600" h="21600" fill="none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6159179" y="3243943"/>
              <a:ext cx="1982788" cy="1428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5609904" y="3653643"/>
              <a:ext cx="114300" cy="190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4811392" y="4132943"/>
              <a:ext cx="877887" cy="636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5638479" y="3990129"/>
              <a:ext cx="1143238" cy="47624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  <a:lnTo>
                    <a:pt x="10800" y="10800"/>
                  </a:lnTo>
                  <a:lnTo>
                    <a:pt x="0" y="10704"/>
                  </a:lnTo>
                  <a:close/>
                </a:path>
                <a:path w="21600" h="21600" fill="none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6070279" y="3840843"/>
              <a:ext cx="2071688" cy="1555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5497192" y="4223431"/>
              <a:ext cx="280987" cy="328612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3" name="AutoShape 28"/>
            <p:cNvSpPr>
              <a:spLocks noChangeArrowheads="1"/>
            </p:cNvSpPr>
            <p:nvPr/>
          </p:nvSpPr>
          <p:spPr bwMode="auto">
            <a:xfrm>
              <a:off x="7916542" y="1645331"/>
              <a:ext cx="485775" cy="47783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AutoShape 29"/>
            <p:cNvSpPr>
              <a:spLocks noChangeArrowheads="1"/>
            </p:cNvSpPr>
            <p:nvPr/>
          </p:nvSpPr>
          <p:spPr bwMode="auto">
            <a:xfrm>
              <a:off x="7903842" y="2162400"/>
              <a:ext cx="485775" cy="47307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3"/>
                  </a:lnTo>
                  <a:close/>
                </a:path>
                <a:path w="21600" h="21600" fill="none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AutoShape 30"/>
            <p:cNvSpPr>
              <a:spLocks noChangeArrowheads="1"/>
            </p:cNvSpPr>
            <p:nvPr/>
          </p:nvSpPr>
          <p:spPr bwMode="auto">
            <a:xfrm>
              <a:off x="7891142" y="2763843"/>
              <a:ext cx="485775" cy="47625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AutoShape 31"/>
            <p:cNvSpPr>
              <a:spLocks noChangeArrowheads="1"/>
            </p:cNvSpPr>
            <p:nvPr/>
          </p:nvSpPr>
          <p:spPr bwMode="auto">
            <a:xfrm>
              <a:off x="7903842" y="3359155"/>
              <a:ext cx="485775" cy="47783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Rectangle 32"/>
            <p:cNvSpPr>
              <a:spLocks noChangeArrowheads="1"/>
            </p:cNvSpPr>
            <p:nvPr/>
          </p:nvSpPr>
          <p:spPr bwMode="auto">
            <a:xfrm>
              <a:off x="8421367" y="1723118"/>
              <a:ext cx="12700" cy="310832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9" name="Rectangle 34"/>
            <p:cNvSpPr>
              <a:spLocks noChangeArrowheads="1"/>
            </p:cNvSpPr>
            <p:nvPr/>
          </p:nvSpPr>
          <p:spPr bwMode="auto">
            <a:xfrm>
              <a:off x="8345167" y="4806043"/>
              <a:ext cx="111125" cy="1825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40" name="Rectangle 35"/>
            <p:cNvSpPr>
              <a:spLocks noChangeArrowheads="1"/>
            </p:cNvSpPr>
            <p:nvPr/>
          </p:nvSpPr>
          <p:spPr bwMode="auto">
            <a:xfrm>
              <a:off x="8459467" y="4882243"/>
              <a:ext cx="363537" cy="138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 dirty="0">
                  <a:latin typeface="Times New Roman" panose="02020603050405020304" pitchFamily="18" charset="0"/>
                </a:rPr>
                <a:t>BRDSS</a:t>
              </a:r>
            </a:p>
          </p:txBody>
        </p:sp>
        <p:sp>
          <p:nvSpPr>
            <p:cNvPr id="41" name="Rectangle 42"/>
            <p:cNvSpPr>
              <a:spLocks noChangeArrowheads="1"/>
            </p:cNvSpPr>
            <p:nvPr/>
          </p:nvSpPr>
          <p:spPr bwMode="auto">
            <a:xfrm>
              <a:off x="6540179" y="2966131"/>
              <a:ext cx="1054558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 area</a:t>
              </a:r>
            </a:p>
          </p:txBody>
        </p:sp>
        <p:sp>
          <p:nvSpPr>
            <p:cNvPr id="42" name="Rectangle 43"/>
            <p:cNvSpPr>
              <a:spLocks noChangeArrowheads="1"/>
            </p:cNvSpPr>
            <p:nvPr/>
          </p:nvSpPr>
          <p:spPr bwMode="auto">
            <a:xfrm>
              <a:off x="6876116" y="4381836"/>
              <a:ext cx="778131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Off state</a:t>
              </a:r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4870091" y="1402994"/>
              <a:ext cx="838200" cy="7141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Variable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resistance</a:t>
              </a:r>
            </a:p>
          </p:txBody>
        </p:sp>
      </p:grpSp>
      <p:sp>
        <p:nvSpPr>
          <p:cNvPr id="44" name="Oval 23"/>
          <p:cNvSpPr>
            <a:spLocks noChangeArrowheads="1"/>
          </p:cNvSpPr>
          <p:nvPr/>
        </p:nvSpPr>
        <p:spPr bwMode="auto">
          <a:xfrm>
            <a:off x="6110302" y="4900070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5" name="Oval 23"/>
          <p:cNvSpPr>
            <a:spLocks noChangeArrowheads="1"/>
          </p:cNvSpPr>
          <p:nvPr/>
        </p:nvSpPr>
        <p:spPr bwMode="auto">
          <a:xfrm>
            <a:off x="6156165" y="3522619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6" name="Oval 23"/>
          <p:cNvSpPr>
            <a:spLocks noChangeArrowheads="1"/>
          </p:cNvSpPr>
          <p:nvPr/>
        </p:nvSpPr>
        <p:spPr bwMode="auto">
          <a:xfrm>
            <a:off x="5910012" y="2937503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7" name="AutoShape 3"/>
          <p:cNvSpPr>
            <a:spLocks noChangeArrowheads="1"/>
          </p:cNvSpPr>
          <p:nvPr/>
        </p:nvSpPr>
        <p:spPr bwMode="auto">
          <a:xfrm>
            <a:off x="3171551" y="-1538514"/>
            <a:ext cx="3592546" cy="7224091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799 w 21600"/>
              <a:gd name="T19" fmla="*/ 10601 h 21600"/>
              <a:gd name="T20" fmla="*/ 21599 w 21600"/>
              <a:gd name="T21" fmla="*/ 215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  <a:lnTo>
                  <a:pt x="10800" y="10800"/>
                </a:lnTo>
                <a:lnTo>
                  <a:pt x="21599" y="10775"/>
                </a:lnTo>
                <a:close/>
              </a:path>
              <a:path w="21600" h="21600" fill="none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</a:path>
            </a:pathLst>
          </a:custGeom>
          <a:noFill/>
          <a:ln w="12600" cap="sq">
            <a:solidFill>
              <a:srgbClr val="3F3F3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8" name="ZoneTexte 47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996D9CAC-31AD-C1A5-174F-54AC4F20E1F3}"/>
              </a:ext>
            </a:extLst>
          </p:cNvPr>
          <p:cNvSpPr/>
          <p:nvPr/>
        </p:nvSpPr>
        <p:spPr>
          <a:xfrm rot="1081086">
            <a:off x="5354780" y="2209608"/>
            <a:ext cx="443483" cy="3637003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88114EA4-A300-5474-C2D3-6CB34320AA97}"/>
              </a:ext>
            </a:extLst>
          </p:cNvPr>
          <p:cNvSpPr/>
          <p:nvPr/>
        </p:nvSpPr>
        <p:spPr>
          <a:xfrm rot="5400000">
            <a:off x="6818875" y="3872149"/>
            <a:ext cx="353760" cy="3637003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Arc 49">
            <a:extLst>
              <a:ext uri="{FF2B5EF4-FFF2-40B4-BE49-F238E27FC236}">
                <a16:creationId xmlns:a16="http://schemas.microsoft.com/office/drawing/2014/main" id="{C8486B58-8BC9-B9C2-9743-59AAE3698FC7}"/>
              </a:ext>
            </a:extLst>
          </p:cNvPr>
          <p:cNvSpPr/>
          <p:nvPr/>
        </p:nvSpPr>
        <p:spPr>
          <a:xfrm>
            <a:off x="4515979" y="4379240"/>
            <a:ext cx="2724671" cy="2171173"/>
          </a:xfrm>
          <a:prstGeom prst="arc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8">
            <a:extLst>
              <a:ext uri="{FF2B5EF4-FFF2-40B4-BE49-F238E27FC236}">
                <a16:creationId xmlns:a16="http://schemas.microsoft.com/office/drawing/2014/main" id="{7F53371E-BA53-1A01-F75E-8578E4021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2463" y="4143290"/>
            <a:ext cx="72639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GS1</a:t>
            </a:r>
          </a:p>
        </p:txBody>
      </p:sp>
      <p:sp>
        <p:nvSpPr>
          <p:cNvPr id="52" name="Rectangle 8">
            <a:extLst>
              <a:ext uri="{FF2B5EF4-FFF2-40B4-BE49-F238E27FC236}">
                <a16:creationId xmlns:a16="http://schemas.microsoft.com/office/drawing/2014/main" id="{310176DE-CA74-5C97-7021-69E2BD361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9995" y="3351767"/>
            <a:ext cx="72639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GS2</a:t>
            </a:r>
          </a:p>
        </p:txBody>
      </p:sp>
    </p:spTree>
    <p:extLst>
      <p:ext uri="{BB962C8B-B14F-4D97-AF65-F5344CB8AC3E}">
        <p14:creationId xmlns:p14="http://schemas.microsoft.com/office/powerpoint/2010/main" val="19392781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 safety area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122" y="1283493"/>
            <a:ext cx="5616177" cy="4554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4763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6D0E4C15-9B80-186B-9460-2BB9EC0B2AC7}"/>
              </a:ext>
            </a:extLst>
          </p:cNvPr>
          <p:cNvGrpSpPr/>
          <p:nvPr/>
        </p:nvGrpSpPr>
        <p:grpSpPr>
          <a:xfrm>
            <a:off x="2784182" y="1557633"/>
            <a:ext cx="3428238" cy="2324100"/>
            <a:chOff x="4015740" y="1243063"/>
            <a:chExt cx="3428238" cy="2324100"/>
          </a:xfrm>
        </p:grpSpPr>
        <p:pic>
          <p:nvPicPr>
            <p:cNvPr id="2" name="Picture 3">
              <a:extLst>
                <a:ext uri="{FF2B5EF4-FFF2-40B4-BE49-F238E27FC236}">
                  <a16:creationId xmlns:a16="http://schemas.microsoft.com/office/drawing/2014/main" id="{788D280B-9D28-DA25-212F-08864A3CCD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37337" y="1557961"/>
              <a:ext cx="1606641" cy="17328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344D97-F668-599B-F204-4B920162A8B4}"/>
                </a:ext>
              </a:extLst>
            </p:cNvPr>
            <p:cNvSpPr/>
            <p:nvPr/>
          </p:nvSpPr>
          <p:spPr>
            <a:xfrm>
              <a:off x="4015740" y="2018970"/>
              <a:ext cx="1327559" cy="8108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800" dirty="0">
                  <a:solidFill>
                    <a:schemeClr val="tx1"/>
                  </a:solidFill>
                </a:rPr>
                <a:t>µC</a:t>
              </a:r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A331CB9F-E22C-4F7D-10B1-25AFE228EAA3}"/>
                </a:ext>
              </a:extLst>
            </p:cNvPr>
            <p:cNvCxnSpPr>
              <a:endCxn id="3" idx="3"/>
            </p:cNvCxnSpPr>
            <p:nvPr/>
          </p:nvCxnSpPr>
          <p:spPr>
            <a:xfrm flipH="1">
              <a:off x="5343299" y="2424398"/>
              <a:ext cx="752701" cy="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74256E9E-4D76-5548-5C05-64AF27236271}"/>
                </a:ext>
              </a:extLst>
            </p:cNvPr>
            <p:cNvCxnSpPr/>
            <p:nvPr/>
          </p:nvCxnSpPr>
          <p:spPr>
            <a:xfrm>
              <a:off x="4554975" y="1243063"/>
              <a:ext cx="2324100" cy="23241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FBA23961-CC45-5273-461B-5A359FF34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4151" y="1243063"/>
              <a:ext cx="2264924" cy="23241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03DB253E-34DC-5936-D15D-14B784E2B22F}"/>
              </a:ext>
            </a:extLst>
          </p:cNvPr>
          <p:cNvGrpSpPr/>
          <p:nvPr/>
        </p:nvGrpSpPr>
        <p:grpSpPr>
          <a:xfrm>
            <a:off x="4733805" y="4410395"/>
            <a:ext cx="5315018" cy="2016351"/>
            <a:chOff x="6664617" y="3463997"/>
            <a:chExt cx="5315018" cy="2016351"/>
          </a:xfrm>
        </p:grpSpPr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92176" y="3463997"/>
              <a:ext cx="3987459" cy="20163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5A5C4AA-10BB-FABB-533E-FF452EDE925D}"/>
                </a:ext>
              </a:extLst>
            </p:cNvPr>
            <p:cNvSpPr/>
            <p:nvPr/>
          </p:nvSpPr>
          <p:spPr>
            <a:xfrm>
              <a:off x="6664617" y="4066745"/>
              <a:ext cx="1327559" cy="8108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800" dirty="0">
                  <a:solidFill>
                    <a:schemeClr val="tx1"/>
                  </a:solidFill>
                </a:rPr>
                <a:t>µC</a:t>
              </a:r>
            </a:p>
          </p:txBody>
        </p: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3D484CA1-B9CB-A569-A945-FCFA38F31D09}"/>
                </a:ext>
              </a:extLst>
            </p:cNvPr>
            <p:cNvCxnSpPr>
              <a:cxnSpLocks/>
              <a:endCxn id="22" idx="3"/>
            </p:cNvCxnSpPr>
            <p:nvPr/>
          </p:nvCxnSpPr>
          <p:spPr>
            <a:xfrm flipH="1" flipV="1">
              <a:off x="7992176" y="4472174"/>
              <a:ext cx="435943" cy="654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9" name="Image 58">
            <a:extLst>
              <a:ext uri="{FF2B5EF4-FFF2-40B4-BE49-F238E27FC236}">
                <a16:creationId xmlns:a16="http://schemas.microsoft.com/office/drawing/2014/main" id="{C4A63C61-4C00-062E-5743-8E24D5DED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703" y="431254"/>
            <a:ext cx="3607313" cy="4199869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8608D1B0-7F09-A421-4794-FC96E62B5B6C}"/>
              </a:ext>
            </a:extLst>
          </p:cNvPr>
          <p:cNvSpPr txBox="1"/>
          <p:nvPr/>
        </p:nvSpPr>
        <p:spPr>
          <a:xfrm>
            <a:off x="3253740" y="3955057"/>
            <a:ext cx="2958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Low </a:t>
            </a:r>
            <a:r>
              <a:rPr lang="fr-FR" dirty="0" err="1"/>
              <a:t>V</a:t>
            </a:r>
            <a:r>
              <a:rPr lang="fr-FR" baseline="-25000" dirty="0" err="1"/>
              <a:t>gs</a:t>
            </a:r>
            <a:r>
              <a:rPr lang="fr-FR" dirty="0"/>
              <a:t> =&gt; high </a:t>
            </a:r>
            <a:r>
              <a:rPr lang="fr-FR" dirty="0" err="1"/>
              <a:t>losses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328799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4CD8-FED5-B5DB-1B36-7AEB0B5B0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434689-B061-EBA5-6937-20AC74901F7C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F244B6-E830-9A2B-A0E5-6F534E49FD62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E5DE071-903A-13E1-7D30-9D549CEC8F63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7585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Gate Driver LTC7065 (Analog Devices)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CC3252B-0F75-73A8-B9FE-7DD12C9D9C72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72E0C83-A60E-82DC-AFFC-1B74076FC333}"/>
              </a:ext>
            </a:extLst>
          </p:cNvPr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86AD931-4942-4508-AA5F-C7D260269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999" y="1094552"/>
            <a:ext cx="4646445" cy="265613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53599EA-E217-C686-116B-ABE2A30CC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409" y="3847799"/>
            <a:ext cx="6634368" cy="262211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D4183710-55B0-86F6-672B-AA8D0FAE2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1926" y="1874296"/>
            <a:ext cx="1589628" cy="1711907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01C1478-D965-6D3A-DA8C-5AB493373014}"/>
              </a:ext>
            </a:extLst>
          </p:cNvPr>
          <p:cNvSpPr txBox="1"/>
          <p:nvPr/>
        </p:nvSpPr>
        <p:spPr>
          <a:xfrm>
            <a:off x="9491517" y="1438937"/>
            <a:ext cx="2479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10-LEAD MSOP Package</a:t>
            </a:r>
          </a:p>
        </p:txBody>
      </p:sp>
    </p:spTree>
    <p:extLst>
      <p:ext uri="{BB962C8B-B14F-4D97-AF65-F5344CB8AC3E}">
        <p14:creationId xmlns:p14="http://schemas.microsoft.com/office/powerpoint/2010/main" val="23260235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IGBT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3" y="1597464"/>
            <a:ext cx="2676525" cy="2360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4" y="4460988"/>
            <a:ext cx="2676525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7525" y="2626519"/>
            <a:ext cx="6373789" cy="1834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7395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Modules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407" y="2615366"/>
            <a:ext cx="4207543" cy="2307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006" y="3937765"/>
            <a:ext cx="2643187" cy="2344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85655" y="5126802"/>
            <a:ext cx="485480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1200 V – 231 A at 25°C – </a:t>
            </a:r>
            <a:r>
              <a:rPr lang="fr-FR" altLang="fr-FR" sz="24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f</a:t>
            </a: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500ns</a:t>
            </a:r>
          </a:p>
        </p:txBody>
      </p:sp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3617006" y="1094552"/>
            <a:ext cx="8197849" cy="2317750"/>
            <a:chOff x="907" y="278"/>
            <a:chExt cx="5164" cy="1460"/>
          </a:xfrm>
        </p:grpSpPr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" y="278"/>
              <a:ext cx="1644" cy="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2993" y="867"/>
              <a:ext cx="307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ts val="1125"/>
                </a:spcBef>
                <a:buClrTx/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1200 V – 39 A at 25°C – </a:t>
              </a:r>
              <a:r>
                <a:rPr lang="fr-FR" altLang="fr-FR" sz="24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  <a:r>
                <a:rPr lang="fr-FR" altLang="fr-FR" sz="24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f</a:t>
              </a: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 &lt; 200ns</a:t>
              </a:r>
            </a:p>
          </p:txBody>
        </p:sp>
      </p:grpSp>
      <p:sp>
        <p:nvSpPr>
          <p:cNvPr id="14" name="ZoneTexte 13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72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1A68E-BB32-446E-8B64-B4D081392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FDAEB6D-B4DD-72C3-9E83-6B726CCBDE76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753449-F60A-92FF-4197-5EA415B3CC32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300BCBF8-0AD4-102D-95B5-FD3C7F24B4B4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B5F1916-DDA7-6585-0755-00B4FB327B0A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>
            <a:extLst>
              <a:ext uri="{FF2B5EF4-FFF2-40B4-BE49-F238E27FC236}">
                <a16:creationId xmlns:a16="http://schemas.microsoft.com/office/drawing/2014/main" id="{6E8DF1A0-D979-6CE7-683A-44DD1F5F8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140" y="2694451"/>
            <a:ext cx="4614470" cy="2330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39A32C12-9126-6F95-6996-67810FB19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730" y="2879116"/>
            <a:ext cx="4061922" cy="2264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B7E30B61-A0CA-2C04-58B7-C7341D8EAE29}"/>
              </a:ext>
            </a:extLst>
          </p:cNvPr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002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IGBT Gate Driver MC33153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Onsemi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)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A0C173B-E10B-38E2-8308-D36AD7EC1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43" t="4405"/>
          <a:stretch>
            <a:fillRect/>
          </a:stretch>
        </p:blipFill>
        <p:spPr>
          <a:xfrm>
            <a:off x="7468164" y="1213693"/>
            <a:ext cx="4701680" cy="315410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27537AA-FBDD-EF61-5DBE-ACEEFFCC3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625" y="1048832"/>
            <a:ext cx="4883990" cy="565191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961D3D2C-20B1-C499-C434-FA5F5FE5B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388" y="4868957"/>
            <a:ext cx="1945887" cy="171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1010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FCA7-7D71-062B-CC6F-268A61FF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99FF51-AC75-FCA5-34B5-F4C51DE5172B}"/>
              </a:ext>
            </a:extLst>
          </p:cNvPr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98F2C7FF-37DF-1937-6D45-2D861C32235D}"/>
              </a:ext>
            </a:extLst>
          </p:cNvPr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Protections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80EFDED-25D0-5FCC-2D6C-F05BDAAB2A1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E68E3FD7-27D7-B9A0-D801-480A2B3BBBA5}"/>
              </a:ext>
            </a:extLst>
          </p:cNvPr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</p:txBody>
      </p:sp>
    </p:spTree>
    <p:extLst>
      <p:ext uri="{BB962C8B-B14F-4D97-AF65-F5344CB8AC3E}">
        <p14:creationId xmlns:p14="http://schemas.microsoft.com/office/powerpoint/2010/main" val="40409492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2BBCBD67-B11D-C5CC-A3F6-340B0CBB76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743EADD7-B1DE-DDB3-BDD5-4E44255223F1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rgbClr val="FF0000"/>
                </a:solidFill>
              </a:rPr>
              <a:t>Fuses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695C7C93-BBA7-1D6B-3244-27F49E4BB922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99E5EB4-3868-3BFE-89A4-E96048C35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662" y="418026"/>
            <a:ext cx="1619476" cy="75258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C529F6C-DBF7-2F74-72D9-1AA597D32724}"/>
              </a:ext>
            </a:extLst>
          </p:cNvPr>
          <p:cNvSpPr txBox="1"/>
          <p:nvPr/>
        </p:nvSpPr>
        <p:spPr>
          <a:xfrm>
            <a:off x="2445625" y="1133362"/>
            <a:ext cx="3202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Overcurrent protection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E54667B-17B9-F2B3-73AA-D1475E36347A}"/>
              </a:ext>
            </a:extLst>
          </p:cNvPr>
          <p:cNvSpPr txBox="1"/>
          <p:nvPr/>
        </p:nvSpPr>
        <p:spPr>
          <a:xfrm>
            <a:off x="4046975" y="6442847"/>
            <a:ext cx="614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MAXI Series Blade Fuses – Rated 32V </a:t>
            </a:r>
            <a:r>
              <a:rPr lang="en-CA" sz="1400" i="1" noProof="0" dirty="0"/>
              <a:t>(</a:t>
            </a:r>
            <a:r>
              <a:rPr lang="en-CA" sz="1400" i="1" noProof="0" dirty="0" err="1"/>
              <a:t>Littlefuse</a:t>
            </a:r>
            <a:r>
              <a:rPr lang="en-CA" sz="1400" i="1" noProof="0" dirty="0"/>
              <a:t>)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1A57E777-9863-B416-2B36-64954E140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348" y="4668760"/>
            <a:ext cx="4761382" cy="97338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70BEBD97-A38C-B533-5507-60880729E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624" y="5672118"/>
            <a:ext cx="9252888" cy="69960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695AF0A-1363-5890-E1CB-A432ED72BB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0000"/>
          <a:stretch>
            <a:fillRect/>
          </a:stretch>
        </p:blipFill>
        <p:spPr>
          <a:xfrm>
            <a:off x="7905831" y="275960"/>
            <a:ext cx="3958187" cy="3791479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18910B5-2B26-DD8D-FBC0-558F09DEF5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8877" t="53216" r="31390" b="33161"/>
          <a:stretch>
            <a:fillRect/>
          </a:stretch>
        </p:blipFill>
        <p:spPr>
          <a:xfrm>
            <a:off x="8721853" y="4138560"/>
            <a:ext cx="2943843" cy="973385"/>
          </a:xfrm>
          <a:prstGeom prst="rect">
            <a:avLst/>
          </a:prstGeom>
        </p:spPr>
      </p:pic>
      <p:grpSp>
        <p:nvGrpSpPr>
          <p:cNvPr id="26" name="Groupe 25">
            <a:extLst>
              <a:ext uri="{FF2B5EF4-FFF2-40B4-BE49-F238E27FC236}">
                <a16:creationId xmlns:a16="http://schemas.microsoft.com/office/drawing/2014/main" id="{B683455D-818C-059C-9F62-FF81293974BA}"/>
              </a:ext>
            </a:extLst>
          </p:cNvPr>
          <p:cNvGrpSpPr/>
          <p:nvPr/>
        </p:nvGrpSpPr>
        <p:grpSpPr>
          <a:xfrm>
            <a:off x="2693232" y="1532520"/>
            <a:ext cx="4083845" cy="3262240"/>
            <a:chOff x="2693232" y="1532520"/>
            <a:chExt cx="4083845" cy="3262240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51C76527-D259-4378-0D2F-327E688F2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093" b="3133"/>
            <a:stretch>
              <a:fillRect/>
            </a:stretch>
          </p:blipFill>
          <p:spPr>
            <a:xfrm>
              <a:off x="2941320" y="1532520"/>
              <a:ext cx="3835757" cy="3065119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DABE122C-1AD2-A12D-FCFD-75FF2FF6D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93232" y="1882578"/>
              <a:ext cx="216000" cy="2440802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CC3E0B24-2D48-5A90-079D-B8F0CEABA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107300" y="4542760"/>
              <a:ext cx="2091065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92329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A372E-7B55-7C84-F220-9441594E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6A616A4D-728F-20EF-ED96-988B0532AD88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>
            <a:extLst>
              <a:ext uri="{FF2B5EF4-FFF2-40B4-BE49-F238E27FC236}">
                <a16:creationId xmlns:a16="http://schemas.microsoft.com/office/drawing/2014/main" id="{1AC15539-F495-ADDC-CEF3-B3E6D4C4FB2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4330820-E9AF-FBA9-FADE-0F57E6C25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662" y="418026"/>
            <a:ext cx="1619476" cy="75258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7FBDE935-4967-C75E-3C29-06C7A5B70D5A}"/>
              </a:ext>
            </a:extLst>
          </p:cNvPr>
          <p:cNvSpPr txBox="1"/>
          <p:nvPr/>
        </p:nvSpPr>
        <p:spPr>
          <a:xfrm>
            <a:off x="4046975" y="6442847"/>
            <a:ext cx="614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How to Select the Right Fuse </a:t>
            </a:r>
            <a:r>
              <a:rPr lang="en-CA" sz="1400" i="1" noProof="0" dirty="0"/>
              <a:t>(Vishay) + Fuse Fundamentals (</a:t>
            </a:r>
            <a:r>
              <a:rPr lang="en-CA" sz="1400" i="1" noProof="0" dirty="0" err="1"/>
              <a:t>Littlefuse</a:t>
            </a:r>
            <a:r>
              <a:rPr lang="en-CA" sz="1400" i="1" noProof="0" dirty="0"/>
              <a:t>)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E0C3F66-0F64-C176-552A-C418373D3544}"/>
              </a:ext>
            </a:extLst>
          </p:cNvPr>
          <p:cNvSpPr txBox="1"/>
          <p:nvPr/>
        </p:nvSpPr>
        <p:spPr>
          <a:xfrm>
            <a:off x="2572972" y="1397675"/>
            <a:ext cx="774530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noProof="0" dirty="0"/>
              <a:t>Depending on the reaction time needed, five classes are available on the market (IEC 60127-1 standard):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FF: very quick acting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noProof="0" dirty="0"/>
              <a:t>F: quick acting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M: medium time-lag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noProof="0" dirty="0"/>
              <a:t>T: time-lag / time delay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TT: long time-lag</a:t>
            </a:r>
          </a:p>
        </p:txBody>
      </p:sp>
      <p:graphicFrame>
        <p:nvGraphicFramePr>
          <p:cNvPr id="24" name="Tableau 23">
            <a:extLst>
              <a:ext uri="{FF2B5EF4-FFF2-40B4-BE49-F238E27FC236}">
                <a16:creationId xmlns:a16="http://schemas.microsoft.com/office/drawing/2014/main" id="{DF116410-63C1-9191-420C-EDC6659D5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928596"/>
              </p:ext>
            </p:extLst>
          </p:nvPr>
        </p:nvGraphicFramePr>
        <p:xfrm>
          <a:off x="3056375" y="3944129"/>
          <a:ext cx="8128000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7845055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97801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Fast acting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Time lag / time delay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815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No intentional time-delay feature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Fast acting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Hundreds of milliseconds acting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Non inductive loads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Few seconds delay (motor start …)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Motor and general protection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224364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F56B0515-0BE6-0863-CDA4-FB77B3C040BB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rgbClr val="FF0000"/>
                </a:solidFill>
              </a:rPr>
              <a:t>Fuses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11475462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092F4-8CAF-23B4-5AC5-27A8D226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CCBED85-E7F9-8349-4C37-A8B2F6DEE35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21C3DB-B8EE-FDE8-4430-C2BD9F509872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5D67A-0197-FCF5-2488-23DBBF29E6C3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A49DC8BF-DC79-751D-B84C-BC84B454169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B265CBF-9EB5-5EA8-1433-6A46AEDECCEE}"/>
              </a:ext>
            </a:extLst>
          </p:cNvPr>
          <p:cNvSpPr txBox="1"/>
          <p:nvPr/>
        </p:nvSpPr>
        <p:spPr>
          <a:xfrm>
            <a:off x="2307075" y="6118969"/>
            <a:ext cx="754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noProof="0" dirty="0"/>
              <a:t>Technical Note ELX1247 (Eaton</a:t>
            </a:r>
            <a:r>
              <a:rPr lang="en-CA" sz="1400" i="1" dirty="0"/>
              <a:t>) + NTC Inrush Current Limiters Application notes (TDK)</a:t>
            </a:r>
            <a:endParaRPr lang="en-CA" sz="1400" i="1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30AB1B1-F9DB-B33C-CFD5-6ED10A039699}"/>
              </a:ext>
            </a:extLst>
          </p:cNvPr>
          <p:cNvSpPr txBox="1"/>
          <p:nvPr/>
        </p:nvSpPr>
        <p:spPr>
          <a:xfrm>
            <a:off x="2445625" y="1338318"/>
            <a:ext cx="3202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NTC : Negative Temperature Coefficient</a:t>
            </a:r>
          </a:p>
          <a:p>
            <a:endParaRPr lang="en-CA" dirty="0"/>
          </a:p>
          <a:p>
            <a:r>
              <a:rPr lang="en-US" dirty="0"/>
              <a:t>Commonly referred to as Inrush Current Limiters (ICLs)</a:t>
            </a:r>
            <a:endParaRPr lang="en-CA" noProof="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3B0F3231-FC70-4140-5D7E-11F8CA2D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C878FCB-72C5-D8E0-0FE7-88BF753C8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964" y="3062014"/>
            <a:ext cx="5985445" cy="283234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C9BF9529-C783-57BF-52FB-E66E67529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363" y="1050962"/>
            <a:ext cx="3486637" cy="506800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0944C28-770F-950F-5E32-68C97DF38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8326" y="1176278"/>
            <a:ext cx="3057038" cy="2084984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3691916-AEF3-D576-3675-8CB35FFFA81E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rgbClr val="FF0000"/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41113545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2390-5302-5FCC-C15D-52A3E3AD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C34CB4E4-E435-608F-07FD-466D907BCEE5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4E3DE05-FF33-654F-7F3F-8B9FB5CDCCA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18467E-F711-6454-2A36-F3963AE56A15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C8310AAD-8E5D-2D5C-E287-FC848B0F745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F9F5418-363C-F875-8511-E9C6A08F9979}"/>
              </a:ext>
            </a:extLst>
          </p:cNvPr>
          <p:cNvSpPr txBox="1"/>
          <p:nvPr/>
        </p:nvSpPr>
        <p:spPr>
          <a:xfrm>
            <a:off x="2307075" y="6195053"/>
            <a:ext cx="79989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PTC Thermistors Application notes (TDK)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EF674B9-FF6E-37BE-6848-4BFDF4B6A534}"/>
              </a:ext>
            </a:extLst>
          </p:cNvPr>
          <p:cNvSpPr txBox="1"/>
          <p:nvPr/>
        </p:nvSpPr>
        <p:spPr>
          <a:xfrm>
            <a:off x="2445625" y="1338318"/>
            <a:ext cx="32027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PTC : Positive Temperature Coefficient</a:t>
            </a:r>
          </a:p>
          <a:p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Overcurrent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Temperature sensing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High voltage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848AE12-AB44-565B-8F4E-252B4EAF2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A45779E7-067B-594A-1F77-68B7047C2A72}"/>
              </a:ext>
            </a:extLst>
          </p:cNvPr>
          <p:cNvGrpSpPr/>
          <p:nvPr/>
        </p:nvGrpSpPr>
        <p:grpSpPr>
          <a:xfrm>
            <a:off x="3185569" y="3736364"/>
            <a:ext cx="7545927" cy="2254641"/>
            <a:chOff x="2852409" y="4014050"/>
            <a:chExt cx="4653633" cy="1208654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532DA0ED-9322-2EAF-03A4-01860417D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8724" r="69724"/>
            <a:stretch>
              <a:fillRect/>
            </a:stretch>
          </p:blipFill>
          <p:spPr>
            <a:xfrm>
              <a:off x="2852409" y="4014050"/>
              <a:ext cx="1681491" cy="1208654"/>
            </a:xfrm>
            <a:prstGeom prst="rect">
              <a:avLst/>
            </a:prstGeom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D294962C-0830-5464-8671-6829F7370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645" t="6911" b="30715"/>
            <a:stretch>
              <a:fillRect/>
            </a:stretch>
          </p:blipFill>
          <p:spPr>
            <a:xfrm>
              <a:off x="4653887" y="4249049"/>
              <a:ext cx="2852155" cy="825923"/>
            </a:xfrm>
            <a:prstGeom prst="rect">
              <a:avLst/>
            </a:prstGeom>
          </p:spPr>
        </p:pic>
      </p:grpSp>
      <p:pic>
        <p:nvPicPr>
          <p:cNvPr id="16" name="Image 15">
            <a:extLst>
              <a:ext uri="{FF2B5EF4-FFF2-40B4-BE49-F238E27FC236}">
                <a16:creationId xmlns:a16="http://schemas.microsoft.com/office/drawing/2014/main" id="{AD67B29B-EA83-5B32-48A1-3131E8BA41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873" y="396333"/>
            <a:ext cx="5536103" cy="345592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C4589E4-934E-D134-074F-838546B8DA38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rgbClr val="FF0000"/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27144796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1835-3AF6-39E5-2B84-5499707D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04152A60-FAC1-739B-59A4-5D421DA57A55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EFEF506-4580-AFCE-5384-EC0056D386F0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DBCD78-5342-FB87-4B52-8B9E53DDB90F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1C410DD-AC2E-AFA3-E3AD-7C29D6B091AC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PPTC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9C4ABFC-0B0E-BD25-0399-D8EC0F0D802B}"/>
              </a:ext>
            </a:extLst>
          </p:cNvPr>
          <p:cNvSpPr txBox="1"/>
          <p:nvPr/>
        </p:nvSpPr>
        <p:spPr>
          <a:xfrm>
            <a:off x="1622220" y="6249998"/>
            <a:ext cx="9585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Application notes K1467 (Bourns) + </a:t>
            </a:r>
            <a:r>
              <a:rPr lang="en-US" sz="1400" i="1" dirty="0"/>
              <a:t>POLY-FUSE® and </a:t>
            </a:r>
            <a:r>
              <a:rPr lang="en-US" sz="1400" i="1" dirty="0" err="1"/>
              <a:t>PolySwitch</a:t>
            </a:r>
            <a:r>
              <a:rPr lang="en-US" sz="1400" i="1" dirty="0"/>
              <a:t>® SMD PPTC Application (</a:t>
            </a:r>
            <a:r>
              <a:rPr lang="en-US" sz="1400" i="1" dirty="0" err="1"/>
              <a:t>Littlefuse</a:t>
            </a:r>
            <a:r>
              <a:rPr lang="en-US" sz="1400" i="1" dirty="0"/>
              <a:t>)</a:t>
            </a:r>
          </a:p>
          <a:p>
            <a:pPr algn="ctr"/>
            <a:r>
              <a:rPr lang="en-US" sz="1400" i="1" noProof="0" dirty="0"/>
              <a:t>+ </a:t>
            </a:r>
            <a:r>
              <a:rPr lang="en-US" sz="1400" i="1" dirty="0"/>
              <a:t>Applications of PPTC in Circuit Protections (Yageo)</a:t>
            </a:r>
            <a:endParaRPr lang="en-CA" sz="1400" i="1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C545AF4-D7D6-E30F-A49A-2DB3803C6F1B}"/>
              </a:ext>
            </a:extLst>
          </p:cNvPr>
          <p:cNvSpPr txBox="1"/>
          <p:nvPr/>
        </p:nvSpPr>
        <p:spPr>
          <a:xfrm>
            <a:off x="2445625" y="1338318"/>
            <a:ext cx="32027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PPTC : Polymeric Positive Temperature Coefficient</a:t>
            </a:r>
          </a:p>
          <a:p>
            <a:endParaRPr lang="en-CA" dirty="0"/>
          </a:p>
          <a:p>
            <a:r>
              <a:rPr lang="en-CA" dirty="0"/>
              <a:t>Also known as </a:t>
            </a:r>
            <a:r>
              <a:rPr lang="en-CA" b="1" u="sng" dirty="0"/>
              <a:t>polyfuse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19E72F43-363B-B982-1E67-E4B9E4E83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175F017-46D1-5EE4-6C2B-094179293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829" y="431254"/>
            <a:ext cx="4953691" cy="2800741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25044C52-9B55-1B99-6AB3-A7F3B9962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597" y="1501522"/>
            <a:ext cx="1381318" cy="109552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A7D36F6C-B1EB-A62A-D4C4-3DCC3F0F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9563" y="3775699"/>
            <a:ext cx="5017957" cy="1074305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A0A726F-050B-990E-3A09-2919C3B322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27" r="6372" b="13042"/>
          <a:stretch>
            <a:fillRect/>
          </a:stretch>
        </p:blipFill>
        <p:spPr>
          <a:xfrm>
            <a:off x="2517052" y="3429000"/>
            <a:ext cx="4052928" cy="245692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557B46F-9FCB-6D60-194C-4D2670CA540F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rgbClr val="FF0000"/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34647875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04D7A-CB49-010E-5055-4319B10C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DFEFEBE-386B-A284-A932-1AD557353C5B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FB07AA-C72D-EECB-E336-BC2716805E9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F257E437-7CA9-F412-3F86-610466D24EB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ESD protection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DFCC0AA-CAC1-BCFB-578B-DA450B97879A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451FF27A-2F11-D4A7-E596-C76FE96FDA95}"/>
              </a:ext>
            </a:extLst>
          </p:cNvPr>
          <p:cNvSpPr txBox="1"/>
          <p:nvPr/>
        </p:nvSpPr>
        <p:spPr>
          <a:xfrm>
            <a:off x="5757945" y="6249998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41CA38A-C3AE-E48B-60CC-7F23D0ED8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523" y="1094552"/>
            <a:ext cx="8920602" cy="4575014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DA83BD0-A9C9-5233-1515-47DC867EDA8E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Thermistors</a:t>
            </a:r>
          </a:p>
          <a:p>
            <a:r>
              <a:rPr lang="en-US" b="1" dirty="0">
                <a:solidFill>
                  <a:srgbClr val="FF0000"/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2996675936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15167</TotalTime>
  <Words>1590</Words>
  <Application>Microsoft Office PowerPoint</Application>
  <PresentationFormat>Grand écran</PresentationFormat>
  <Paragraphs>841</Paragraphs>
  <Slides>46</Slides>
  <Notes>4</Notes>
  <HiddenSlides>0</HiddenSlides>
  <MMClips>0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3</vt:i4>
      </vt:variant>
      <vt:variant>
        <vt:lpstr>Titres des diapositives</vt:lpstr>
      </vt:variant>
      <vt:variant>
        <vt:i4>46</vt:i4>
      </vt:variant>
    </vt:vector>
  </HeadingPairs>
  <TitlesOfParts>
    <vt:vector size="60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1_Thème Office</vt:lpstr>
      <vt:lpstr>Thème Office</vt:lpstr>
      <vt:lpstr>2_Thème Office</vt:lpstr>
      <vt:lpstr>Image</vt:lpstr>
      <vt:lpstr>Equation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165</cp:revision>
  <dcterms:created xsi:type="dcterms:W3CDTF">2021-03-25T13:34:06Z</dcterms:created>
  <dcterms:modified xsi:type="dcterms:W3CDTF">2026-06-05T08:49:47Z</dcterms:modified>
</cp:coreProperties>
</file>