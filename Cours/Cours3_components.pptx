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2" r:id="rId2"/>
    <p:sldMasterId id="2147483664" r:id="rId3"/>
  </p:sldMasterIdLst>
  <p:notesMasterIdLst>
    <p:notesMasterId r:id="rId50"/>
  </p:notesMasterIdLst>
  <p:sldIdLst>
    <p:sldId id="257" r:id="rId4"/>
    <p:sldId id="256" r:id="rId5"/>
    <p:sldId id="258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319" r:id="rId23"/>
    <p:sldId id="285" r:id="rId24"/>
    <p:sldId id="279" r:id="rId25"/>
    <p:sldId id="280" r:id="rId26"/>
    <p:sldId id="281" r:id="rId27"/>
    <p:sldId id="288" r:id="rId28"/>
    <p:sldId id="289" r:id="rId29"/>
    <p:sldId id="290" r:id="rId30"/>
    <p:sldId id="324" r:id="rId31"/>
    <p:sldId id="325" r:id="rId32"/>
    <p:sldId id="326" r:id="rId33"/>
    <p:sldId id="298" r:id="rId34"/>
    <p:sldId id="299" r:id="rId35"/>
    <p:sldId id="300" r:id="rId36"/>
    <p:sldId id="304" r:id="rId37"/>
    <p:sldId id="333" r:id="rId38"/>
    <p:sldId id="305" r:id="rId39"/>
    <p:sldId id="307" r:id="rId40"/>
    <p:sldId id="332" r:id="rId41"/>
    <p:sldId id="318" r:id="rId42"/>
    <p:sldId id="320" r:id="rId43"/>
    <p:sldId id="330" r:id="rId44"/>
    <p:sldId id="331" r:id="rId45"/>
    <p:sldId id="321" r:id="rId46"/>
    <p:sldId id="328" r:id="rId47"/>
    <p:sldId id="329" r:id="rId48"/>
    <p:sldId id="327" r:id="rId4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2F279DC-EFA7-47CC-9EDB-8E0B4D92D538}" v="169" dt="2026-06-04T08:09:15.53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74" autoAdjust="0"/>
    <p:restoredTop sz="89781" autoAdjust="0"/>
  </p:normalViewPr>
  <p:slideViewPr>
    <p:cSldViewPr snapToGrid="0">
      <p:cViewPr>
        <p:scale>
          <a:sx n="100" d="100"/>
          <a:sy n="100" d="100"/>
        </p:scale>
        <p:origin x="1128" y="12"/>
      </p:cViewPr>
      <p:guideLst/>
    </p:cSldViewPr>
  </p:slideViewPr>
  <p:outlineViewPr>
    <p:cViewPr>
      <p:scale>
        <a:sx n="33" d="100"/>
        <a:sy n="33" d="100"/>
      </p:scale>
      <p:origin x="0" y="-2868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50" Type="http://schemas.openxmlformats.org/officeDocument/2006/relationships/notesMaster" Target="notesMasters/notesMaster1.xml"/><Relationship Id="rId55" Type="http://schemas.microsoft.com/office/2016/11/relationships/changesInfo" Target="changesInfos/changesInfo1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theme" Target="theme/theme1.xml"/><Relationship Id="rId5" Type="http://schemas.openxmlformats.org/officeDocument/2006/relationships/slide" Target="slides/slide2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viewProps" Target="view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microsoft.com/office/2015/10/relationships/revisionInfo" Target="revisionInfo.xml"/><Relationship Id="rId8" Type="http://schemas.openxmlformats.org/officeDocument/2006/relationships/slide" Target="slides/slide5.xml"/><Relationship Id="rId51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xis MARTIN" userId="ec32c3d9-5957-42d0-8757-996fd533d25b" providerId="ADAL" clId="{B76BE869-635B-4DC9-A437-AFDC8BC5A345}"/>
    <pc:docChg chg="undo redo custSel addSld delSld modSld sldOrd">
      <pc:chgData name="Alexis MARTIN" userId="ec32c3d9-5957-42d0-8757-996fd533d25b" providerId="ADAL" clId="{B76BE869-635B-4DC9-A437-AFDC8BC5A345}" dt="2026-06-04T08:09:38.495" v="2335" actId="1076"/>
      <pc:docMkLst>
        <pc:docMk/>
      </pc:docMkLst>
      <pc:sldChg chg="addSp delSp modSp mod modAnim">
        <pc:chgData name="Alexis MARTIN" userId="ec32c3d9-5957-42d0-8757-996fd533d25b" providerId="ADAL" clId="{B76BE869-635B-4DC9-A437-AFDC8BC5A345}" dt="2026-06-04T08:09:38.495" v="2335" actId="1076"/>
        <pc:sldMkLst>
          <pc:docMk/>
          <pc:sldMk cId="3036519263" sldId="278"/>
        </pc:sldMkLst>
        <pc:spChg chg="add del">
          <ac:chgData name="Alexis MARTIN" userId="ec32c3d9-5957-42d0-8757-996fd533d25b" providerId="ADAL" clId="{B76BE869-635B-4DC9-A437-AFDC8BC5A345}" dt="2026-06-04T08:04:46.753" v="2255" actId="22"/>
          <ac:spMkLst>
            <pc:docMk/>
            <pc:sldMk cId="3036519263" sldId="278"/>
            <ac:spMk id="3" creationId="{0E003CE0-2F47-FFAF-FF99-F11CF9B9B2F9}"/>
          </ac:spMkLst>
        </pc:spChg>
        <pc:spChg chg="del">
          <ac:chgData name="Alexis MARTIN" userId="ec32c3d9-5957-42d0-8757-996fd533d25b" providerId="ADAL" clId="{B76BE869-635B-4DC9-A437-AFDC8BC5A345}" dt="2026-06-04T08:05:10.243" v="2256" actId="478"/>
          <ac:spMkLst>
            <pc:docMk/>
            <pc:sldMk cId="3036519263" sldId="278"/>
            <ac:spMk id="6" creationId="{00000000-0000-0000-0000-000000000000}"/>
          </ac:spMkLst>
        </pc:spChg>
        <pc:spChg chg="del">
          <ac:chgData name="Alexis MARTIN" userId="ec32c3d9-5957-42d0-8757-996fd533d25b" providerId="ADAL" clId="{B76BE869-635B-4DC9-A437-AFDC8BC5A345}" dt="2026-06-04T08:05:10.243" v="2256" actId="478"/>
          <ac:spMkLst>
            <pc:docMk/>
            <pc:sldMk cId="3036519263" sldId="278"/>
            <ac:spMk id="7" creationId="{00000000-0000-0000-0000-000000000000}"/>
          </ac:spMkLst>
        </pc:spChg>
        <pc:spChg chg="del">
          <ac:chgData name="Alexis MARTIN" userId="ec32c3d9-5957-42d0-8757-996fd533d25b" providerId="ADAL" clId="{B76BE869-635B-4DC9-A437-AFDC8BC5A345}" dt="2026-06-04T08:05:10.243" v="2256" actId="478"/>
          <ac:spMkLst>
            <pc:docMk/>
            <pc:sldMk cId="3036519263" sldId="278"/>
            <ac:spMk id="10" creationId="{00000000-0000-0000-0000-000000000000}"/>
          </ac:spMkLst>
        </pc:spChg>
        <pc:spChg chg="del">
          <ac:chgData name="Alexis MARTIN" userId="ec32c3d9-5957-42d0-8757-996fd533d25b" providerId="ADAL" clId="{B76BE869-635B-4DC9-A437-AFDC8BC5A345}" dt="2026-06-04T08:05:10.243" v="2256" actId="478"/>
          <ac:spMkLst>
            <pc:docMk/>
            <pc:sldMk cId="3036519263" sldId="278"/>
            <ac:spMk id="11" creationId="{00000000-0000-0000-0000-000000000000}"/>
          </ac:spMkLst>
        </pc:spChg>
        <pc:spChg chg="del">
          <ac:chgData name="Alexis MARTIN" userId="ec32c3d9-5957-42d0-8757-996fd533d25b" providerId="ADAL" clId="{B76BE869-635B-4DC9-A437-AFDC8BC5A345}" dt="2026-06-04T08:05:10.243" v="2256" actId="478"/>
          <ac:spMkLst>
            <pc:docMk/>
            <pc:sldMk cId="3036519263" sldId="278"/>
            <ac:spMk id="12" creationId="{00000000-0000-0000-0000-000000000000}"/>
          </ac:spMkLst>
        </pc:spChg>
        <pc:spChg chg="del">
          <ac:chgData name="Alexis MARTIN" userId="ec32c3d9-5957-42d0-8757-996fd533d25b" providerId="ADAL" clId="{B76BE869-635B-4DC9-A437-AFDC8BC5A345}" dt="2026-06-04T08:05:10.243" v="2256" actId="478"/>
          <ac:spMkLst>
            <pc:docMk/>
            <pc:sldMk cId="3036519263" sldId="278"/>
            <ac:spMk id="17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04T08:08:50.283" v="2300" actId="1076"/>
          <ac:spMkLst>
            <pc:docMk/>
            <pc:sldMk cId="3036519263" sldId="278"/>
            <ac:spMk id="19" creationId="{00000000-0000-0000-0000-000000000000}"/>
          </ac:spMkLst>
        </pc:spChg>
        <pc:spChg chg="del">
          <ac:chgData name="Alexis MARTIN" userId="ec32c3d9-5957-42d0-8757-996fd533d25b" providerId="ADAL" clId="{B76BE869-635B-4DC9-A437-AFDC8BC5A345}" dt="2026-06-04T08:05:10.243" v="2256" actId="478"/>
          <ac:spMkLst>
            <pc:docMk/>
            <pc:sldMk cId="3036519263" sldId="278"/>
            <ac:spMk id="21" creationId="{00000000-0000-0000-0000-000000000000}"/>
          </ac:spMkLst>
        </pc:spChg>
        <pc:spChg chg="del">
          <ac:chgData name="Alexis MARTIN" userId="ec32c3d9-5957-42d0-8757-996fd533d25b" providerId="ADAL" clId="{B76BE869-635B-4DC9-A437-AFDC8BC5A345}" dt="2026-06-04T08:05:10.243" v="2256" actId="478"/>
          <ac:spMkLst>
            <pc:docMk/>
            <pc:sldMk cId="3036519263" sldId="278"/>
            <ac:spMk id="22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04T08:08:50.283" v="2300" actId="1076"/>
          <ac:spMkLst>
            <pc:docMk/>
            <pc:sldMk cId="3036519263" sldId="278"/>
            <ac:spMk id="24" creationId="{00000000-0000-0000-0000-000000000000}"/>
          </ac:spMkLst>
        </pc:spChg>
        <pc:spChg chg="del">
          <ac:chgData name="Alexis MARTIN" userId="ec32c3d9-5957-42d0-8757-996fd533d25b" providerId="ADAL" clId="{B76BE869-635B-4DC9-A437-AFDC8BC5A345}" dt="2026-06-04T08:05:23.148" v="2261" actId="21"/>
          <ac:spMkLst>
            <pc:docMk/>
            <pc:sldMk cId="3036519263" sldId="278"/>
            <ac:spMk id="25" creationId="{00000000-0000-0000-0000-000000000000}"/>
          </ac:spMkLst>
        </pc:spChg>
        <pc:spChg chg="del mod">
          <ac:chgData name="Alexis MARTIN" userId="ec32c3d9-5957-42d0-8757-996fd533d25b" providerId="ADAL" clId="{B76BE869-635B-4DC9-A437-AFDC8BC5A345}" dt="2026-06-04T08:05:23.148" v="2261" actId="21"/>
          <ac:spMkLst>
            <pc:docMk/>
            <pc:sldMk cId="3036519263" sldId="278"/>
            <ac:spMk id="26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04T08:08:39.273" v="2299" actId="20577"/>
          <ac:spMkLst>
            <pc:docMk/>
            <pc:sldMk cId="3036519263" sldId="278"/>
            <ac:spMk id="28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04T08:08:21.993" v="2289" actId="1076"/>
          <ac:spMkLst>
            <pc:docMk/>
            <pc:sldMk cId="3036519263" sldId="278"/>
            <ac:spMk id="30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04T08:08:21.993" v="2289" actId="1076"/>
          <ac:spMkLst>
            <pc:docMk/>
            <pc:sldMk cId="3036519263" sldId="278"/>
            <ac:spMk id="31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04T08:08:21.993" v="2289" actId="1076"/>
          <ac:spMkLst>
            <pc:docMk/>
            <pc:sldMk cId="3036519263" sldId="278"/>
            <ac:spMk id="32" creationId="{ABA62D75-F46C-0A4D-9560-850F592841E6}"/>
          </ac:spMkLst>
        </pc:spChg>
        <pc:spChg chg="add mod">
          <ac:chgData name="Alexis MARTIN" userId="ec32c3d9-5957-42d0-8757-996fd533d25b" providerId="ADAL" clId="{B76BE869-635B-4DC9-A437-AFDC8BC5A345}" dt="2026-06-04T08:06:14.919" v="2272"/>
          <ac:spMkLst>
            <pc:docMk/>
            <pc:sldMk cId="3036519263" sldId="278"/>
            <ac:spMk id="33" creationId="{552CD652-0283-F8C3-7055-F0C54EB13678}"/>
          </ac:spMkLst>
        </pc:spChg>
        <pc:spChg chg="add mod">
          <ac:chgData name="Alexis MARTIN" userId="ec32c3d9-5957-42d0-8757-996fd533d25b" providerId="ADAL" clId="{B76BE869-635B-4DC9-A437-AFDC8BC5A345}" dt="2026-06-04T08:06:14.919" v="2272"/>
          <ac:spMkLst>
            <pc:docMk/>
            <pc:sldMk cId="3036519263" sldId="278"/>
            <ac:spMk id="34" creationId="{679ED5F5-B1CA-366B-2E34-36BA87908866}"/>
          </ac:spMkLst>
        </pc:spChg>
        <pc:spChg chg="add mod">
          <ac:chgData name="Alexis MARTIN" userId="ec32c3d9-5957-42d0-8757-996fd533d25b" providerId="ADAL" clId="{B76BE869-635B-4DC9-A437-AFDC8BC5A345}" dt="2026-06-04T08:08:21.993" v="2289" actId="1076"/>
          <ac:spMkLst>
            <pc:docMk/>
            <pc:sldMk cId="3036519263" sldId="278"/>
            <ac:spMk id="35" creationId="{00F6898E-C495-8CE1-26DB-8EE39CAE3DED}"/>
          </ac:spMkLst>
        </pc:spChg>
        <pc:spChg chg="add mod">
          <ac:chgData name="Alexis MARTIN" userId="ec32c3d9-5957-42d0-8757-996fd533d25b" providerId="ADAL" clId="{B76BE869-635B-4DC9-A437-AFDC8BC5A345}" dt="2026-06-04T08:08:21.993" v="2289" actId="1076"/>
          <ac:spMkLst>
            <pc:docMk/>
            <pc:sldMk cId="3036519263" sldId="278"/>
            <ac:spMk id="36" creationId="{05B550C2-FF32-16CC-35EE-1E746A6778B2}"/>
          </ac:spMkLst>
        </pc:spChg>
        <pc:spChg chg="add mod">
          <ac:chgData name="Alexis MARTIN" userId="ec32c3d9-5957-42d0-8757-996fd533d25b" providerId="ADAL" clId="{B76BE869-635B-4DC9-A437-AFDC8BC5A345}" dt="2026-06-04T08:09:38.495" v="2335" actId="1076"/>
          <ac:spMkLst>
            <pc:docMk/>
            <pc:sldMk cId="3036519263" sldId="278"/>
            <ac:spMk id="41" creationId="{6451806F-416A-66EF-51D9-830E1B1D0BA8}"/>
          </ac:spMkLst>
        </pc:spChg>
        <pc:grpChg chg="del">
          <ac:chgData name="Alexis MARTIN" userId="ec32c3d9-5957-42d0-8757-996fd533d25b" providerId="ADAL" clId="{B76BE869-635B-4DC9-A437-AFDC8BC5A345}" dt="2026-06-04T08:05:10.243" v="2256" actId="478"/>
          <ac:grpSpMkLst>
            <pc:docMk/>
            <pc:sldMk cId="3036519263" sldId="278"/>
            <ac:grpSpMk id="13" creationId="{00000000-0000-0000-0000-000000000000}"/>
          </ac:grpSpMkLst>
        </pc:grpChg>
        <pc:grpChg chg="mod">
          <ac:chgData name="Alexis MARTIN" userId="ec32c3d9-5957-42d0-8757-996fd533d25b" providerId="ADAL" clId="{B76BE869-635B-4DC9-A437-AFDC8BC5A345}" dt="2026-06-04T08:08:50.283" v="2300" actId="1076"/>
          <ac:grpSpMkLst>
            <pc:docMk/>
            <pc:sldMk cId="3036519263" sldId="278"/>
            <ac:grpSpMk id="18" creationId="{00000000-0000-0000-0000-000000000000}"/>
          </ac:grpSpMkLst>
        </pc:grpChg>
        <pc:grpChg chg="del mod">
          <ac:chgData name="Alexis MARTIN" userId="ec32c3d9-5957-42d0-8757-996fd533d25b" providerId="ADAL" clId="{B76BE869-635B-4DC9-A437-AFDC8BC5A345}" dt="2026-06-04T08:05:23.148" v="2261" actId="21"/>
          <ac:grpSpMkLst>
            <pc:docMk/>
            <pc:sldMk cId="3036519263" sldId="278"/>
            <ac:grpSpMk id="23" creationId="{00000000-0000-0000-0000-000000000000}"/>
          </ac:grpSpMkLst>
        </pc:grpChg>
        <pc:graphicFrameChg chg="mod">
          <ac:chgData name="Alexis MARTIN" userId="ec32c3d9-5957-42d0-8757-996fd533d25b" providerId="ADAL" clId="{B76BE869-635B-4DC9-A437-AFDC8BC5A345}" dt="2026-06-04T08:08:50.283" v="2300" actId="1076"/>
          <ac:graphicFrameMkLst>
            <pc:docMk/>
            <pc:sldMk cId="3036519263" sldId="278"/>
            <ac:graphicFrameMk id="20" creationId="{00000000-0000-0000-0000-000000000000}"/>
          </ac:graphicFrameMkLst>
        </pc:graphicFrameChg>
        <pc:picChg chg="add del mod">
          <ac:chgData name="Alexis MARTIN" userId="ec32c3d9-5957-42d0-8757-996fd533d25b" providerId="ADAL" clId="{B76BE869-635B-4DC9-A437-AFDC8BC5A345}" dt="2026-06-04T08:08:11.066" v="2286" actId="478"/>
          <ac:picMkLst>
            <pc:docMk/>
            <pc:sldMk cId="3036519263" sldId="278"/>
            <ac:picMk id="38" creationId="{B11525EE-5B0E-8509-F8E5-3BD5E72264D3}"/>
          </ac:picMkLst>
        </pc:picChg>
        <pc:picChg chg="add mod">
          <ac:chgData name="Alexis MARTIN" userId="ec32c3d9-5957-42d0-8757-996fd533d25b" providerId="ADAL" clId="{B76BE869-635B-4DC9-A437-AFDC8BC5A345}" dt="2026-06-04T08:08:52.509" v="2301" actId="14100"/>
          <ac:picMkLst>
            <pc:docMk/>
            <pc:sldMk cId="3036519263" sldId="278"/>
            <ac:picMk id="40" creationId="{CA9C775F-EE64-1180-6D13-5CAD0DBE1F4A}"/>
          </ac:picMkLst>
        </pc:picChg>
        <pc:picChg chg="add mod">
          <ac:chgData name="Alexis MARTIN" userId="ec32c3d9-5957-42d0-8757-996fd533d25b" providerId="ADAL" clId="{B76BE869-635B-4DC9-A437-AFDC8BC5A345}" dt="2026-06-04T08:08:21.993" v="2289" actId="1076"/>
          <ac:picMkLst>
            <pc:docMk/>
            <pc:sldMk cId="3036519263" sldId="278"/>
            <ac:picMk id="6147" creationId="{F469A9EF-91DC-3A32-7DAD-07B99774C17B}"/>
          </ac:picMkLst>
        </pc:picChg>
      </pc:sldChg>
      <pc:sldChg chg="addSp modSp mod">
        <pc:chgData name="Alexis MARTIN" userId="ec32c3d9-5957-42d0-8757-996fd533d25b" providerId="ADAL" clId="{B76BE869-635B-4DC9-A437-AFDC8BC5A345}" dt="2026-06-01T11:50:22.302" v="284" actId="20577"/>
        <pc:sldMkLst>
          <pc:docMk/>
          <pc:sldMk cId="3402143349" sldId="290"/>
        </pc:sldMkLst>
        <pc:spChg chg="add mod">
          <ac:chgData name="Alexis MARTIN" userId="ec32c3d9-5957-42d0-8757-996fd533d25b" providerId="ADAL" clId="{B76BE869-635B-4DC9-A437-AFDC8BC5A345}" dt="2026-06-01T11:50:22.302" v="284" actId="20577"/>
          <ac:spMkLst>
            <pc:docMk/>
            <pc:sldMk cId="3402143349" sldId="290"/>
            <ac:spMk id="2" creationId="{BAD93DB3-7C55-CB12-987F-5C0C88B8BA06}"/>
          </ac:spMkLst>
        </pc:spChg>
        <pc:picChg chg="mod">
          <ac:chgData name="Alexis MARTIN" userId="ec32c3d9-5957-42d0-8757-996fd533d25b" providerId="ADAL" clId="{B76BE869-635B-4DC9-A437-AFDC8BC5A345}" dt="2026-06-01T11:48:24.070" v="179" actId="1076"/>
          <ac:picMkLst>
            <pc:docMk/>
            <pc:sldMk cId="3402143349" sldId="290"/>
            <ac:picMk id="7" creationId="{00000000-0000-0000-0000-000000000000}"/>
          </ac:picMkLst>
        </pc:picChg>
      </pc:sldChg>
      <pc:sldChg chg="addSp delSp modSp mod">
        <pc:chgData name="Alexis MARTIN" userId="ec32c3d9-5957-42d0-8757-996fd533d25b" providerId="ADAL" clId="{B76BE869-635B-4DC9-A437-AFDC8BC5A345}" dt="2026-06-04T07:34:55.604" v="2031" actId="20577"/>
        <pc:sldMkLst>
          <pc:docMk/>
          <pc:sldMk cId="2279549886" sldId="298"/>
        </pc:sldMkLst>
        <pc:spChg chg="del">
          <ac:chgData name="Alexis MARTIN" userId="ec32c3d9-5957-42d0-8757-996fd533d25b" providerId="ADAL" clId="{B76BE869-635B-4DC9-A437-AFDC8BC5A345}" dt="2026-06-04T07:30:06.263" v="2004" actId="478"/>
          <ac:spMkLst>
            <pc:docMk/>
            <pc:sldMk cId="2279549886" sldId="298"/>
            <ac:spMk id="2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04T07:34:55.604" v="2031" actId="20577"/>
          <ac:spMkLst>
            <pc:docMk/>
            <pc:sldMk cId="2279549886" sldId="298"/>
            <ac:spMk id="4" creationId="{00000000-0000-0000-0000-000000000000}"/>
          </ac:spMkLst>
        </pc:spChg>
        <pc:spChg chg="del">
          <ac:chgData name="Alexis MARTIN" userId="ec32c3d9-5957-42d0-8757-996fd533d25b" providerId="ADAL" clId="{B76BE869-635B-4DC9-A437-AFDC8BC5A345}" dt="2026-06-04T07:30:06.263" v="2004" actId="478"/>
          <ac:spMkLst>
            <pc:docMk/>
            <pc:sldMk cId="2279549886" sldId="298"/>
            <ac:spMk id="10" creationId="{00000000-0000-0000-0000-000000000000}"/>
          </ac:spMkLst>
        </pc:spChg>
        <pc:spChg chg="del">
          <ac:chgData name="Alexis MARTIN" userId="ec32c3d9-5957-42d0-8757-996fd533d25b" providerId="ADAL" clId="{B76BE869-635B-4DC9-A437-AFDC8BC5A345}" dt="2026-06-04T07:30:06.263" v="2004" actId="478"/>
          <ac:spMkLst>
            <pc:docMk/>
            <pc:sldMk cId="2279549886" sldId="298"/>
            <ac:spMk id="11" creationId="{00000000-0000-0000-0000-000000000000}"/>
          </ac:spMkLst>
        </pc:spChg>
        <pc:spChg chg="del">
          <ac:chgData name="Alexis MARTIN" userId="ec32c3d9-5957-42d0-8757-996fd533d25b" providerId="ADAL" clId="{B76BE869-635B-4DC9-A437-AFDC8BC5A345}" dt="2026-06-04T07:30:10.106" v="2006" actId="478"/>
          <ac:spMkLst>
            <pc:docMk/>
            <pc:sldMk cId="2279549886" sldId="298"/>
            <ac:spMk id="12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04T07:31:13.845" v="2028" actId="790"/>
          <ac:spMkLst>
            <pc:docMk/>
            <pc:sldMk cId="2279549886" sldId="298"/>
            <ac:spMk id="16" creationId="{8F937592-795F-AE28-50DC-704C9E78909E}"/>
          </ac:spMkLst>
        </pc:spChg>
        <pc:picChg chg="del">
          <ac:chgData name="Alexis MARTIN" userId="ec32c3d9-5957-42d0-8757-996fd533d25b" providerId="ADAL" clId="{B76BE869-635B-4DC9-A437-AFDC8BC5A345}" dt="2026-06-04T07:30:00.404" v="2002" actId="478"/>
          <ac:picMkLst>
            <pc:docMk/>
            <pc:sldMk cId="2279549886" sldId="298"/>
            <ac:picMk id="6" creationId="{00000000-0000-0000-0000-000000000000}"/>
          </ac:picMkLst>
        </pc:picChg>
        <pc:picChg chg="add mod">
          <ac:chgData name="Alexis MARTIN" userId="ec32c3d9-5957-42d0-8757-996fd533d25b" providerId="ADAL" clId="{B76BE869-635B-4DC9-A437-AFDC8BC5A345}" dt="2026-06-04T07:30:15.651" v="2009" actId="1076"/>
          <ac:picMkLst>
            <pc:docMk/>
            <pc:sldMk cId="2279549886" sldId="298"/>
            <ac:picMk id="14" creationId="{F572B062-2BBD-45E6-63EB-F302983D360A}"/>
          </ac:picMkLst>
        </pc:picChg>
      </pc:sldChg>
      <pc:sldChg chg="addSp delSp modSp mod">
        <pc:chgData name="Alexis MARTIN" userId="ec32c3d9-5957-42d0-8757-996fd533d25b" providerId="ADAL" clId="{B76BE869-635B-4DC9-A437-AFDC8BC5A345}" dt="2026-06-04T07:43:27.604" v="2101" actId="20577"/>
        <pc:sldMkLst>
          <pc:docMk/>
          <pc:sldMk cId="1939278159" sldId="299"/>
        </pc:sldMkLst>
        <pc:spChg chg="add mod">
          <ac:chgData name="Alexis MARTIN" userId="ec32c3d9-5957-42d0-8757-996fd533d25b" providerId="ADAL" clId="{B76BE869-635B-4DC9-A437-AFDC8BC5A345}" dt="2026-06-04T07:40:45.284" v="2048" actId="1076"/>
          <ac:spMkLst>
            <pc:docMk/>
            <pc:sldMk cId="1939278159" sldId="299"/>
            <ac:spMk id="3" creationId="{996D9CAC-31AD-C1A5-174F-54AC4F20E1F3}"/>
          </ac:spMkLst>
        </pc:spChg>
        <pc:spChg chg="mod">
          <ac:chgData name="Alexis MARTIN" userId="ec32c3d9-5957-42d0-8757-996fd533d25b" providerId="ADAL" clId="{B76BE869-635B-4DC9-A437-AFDC8BC5A345}" dt="2026-06-04T07:43:01.804" v="2093" actId="403"/>
          <ac:spMkLst>
            <pc:docMk/>
            <pc:sldMk cId="1939278159" sldId="299"/>
            <ac:spMk id="13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04T07:42:12.389" v="2069" actId="58"/>
          <ac:spMkLst>
            <pc:docMk/>
            <pc:sldMk cId="1939278159" sldId="299"/>
            <ac:spMk id="15" creationId="{00000000-0000-0000-0000-000000000000}"/>
          </ac:spMkLst>
        </pc:spChg>
        <pc:spChg chg="del mod">
          <ac:chgData name="Alexis MARTIN" userId="ec32c3d9-5957-42d0-8757-996fd533d25b" providerId="ADAL" clId="{B76BE869-635B-4DC9-A437-AFDC8BC5A345}" dt="2026-06-04T07:42:08.824" v="2066" actId="478"/>
          <ac:spMkLst>
            <pc:docMk/>
            <pc:sldMk cId="1939278159" sldId="299"/>
            <ac:spMk id="16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04T07:43:01.804" v="2093" actId="403"/>
          <ac:spMkLst>
            <pc:docMk/>
            <pc:sldMk cId="1939278159" sldId="299"/>
            <ac:spMk id="17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04T07:43:01.804" v="2093" actId="403"/>
          <ac:spMkLst>
            <pc:docMk/>
            <pc:sldMk cId="1939278159" sldId="299"/>
            <ac:spMk id="18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04T07:43:01.804" v="2093" actId="403"/>
          <ac:spMkLst>
            <pc:docMk/>
            <pc:sldMk cId="1939278159" sldId="299"/>
            <ac:spMk id="19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04T07:43:01.804" v="2093" actId="403"/>
          <ac:spMkLst>
            <pc:docMk/>
            <pc:sldMk cId="1939278159" sldId="299"/>
            <ac:spMk id="23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04T07:40:37.551" v="2045" actId="1076"/>
          <ac:spMkLst>
            <pc:docMk/>
            <pc:sldMk cId="1939278159" sldId="299"/>
            <ac:spMk id="24" creationId="{88114EA4-A300-5474-C2D3-6CB34320AA97}"/>
          </ac:spMkLst>
        </pc:spChg>
        <pc:spChg chg="mod">
          <ac:chgData name="Alexis MARTIN" userId="ec32c3d9-5957-42d0-8757-996fd533d25b" providerId="ADAL" clId="{B76BE869-635B-4DC9-A437-AFDC8BC5A345}" dt="2026-06-04T07:43:01.804" v="2093" actId="403"/>
          <ac:spMkLst>
            <pc:docMk/>
            <pc:sldMk cId="1939278159" sldId="299"/>
            <ac:spMk id="27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04T07:43:01.804" v="2093" actId="403"/>
          <ac:spMkLst>
            <pc:docMk/>
            <pc:sldMk cId="1939278159" sldId="299"/>
            <ac:spMk id="29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04T07:43:01.804" v="2093" actId="403"/>
          <ac:spMkLst>
            <pc:docMk/>
            <pc:sldMk cId="1939278159" sldId="299"/>
            <ac:spMk id="32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04T07:43:01.804" v="2093" actId="403"/>
          <ac:spMkLst>
            <pc:docMk/>
            <pc:sldMk cId="1939278159" sldId="299"/>
            <ac:spMk id="34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04T07:43:01.804" v="2093" actId="403"/>
          <ac:spMkLst>
            <pc:docMk/>
            <pc:sldMk cId="1939278159" sldId="299"/>
            <ac:spMk id="41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04T07:41:30.694" v="2059" actId="1076"/>
          <ac:spMkLst>
            <pc:docMk/>
            <pc:sldMk cId="1939278159" sldId="299"/>
            <ac:spMk id="50" creationId="{C8486B58-8BC9-B9C2-9743-59AAE3698FC7}"/>
          </ac:spMkLst>
        </pc:spChg>
        <pc:spChg chg="add mod">
          <ac:chgData name="Alexis MARTIN" userId="ec32c3d9-5957-42d0-8757-996fd533d25b" providerId="ADAL" clId="{B76BE869-635B-4DC9-A437-AFDC8BC5A345}" dt="2026-06-04T07:43:19.446" v="2097" actId="20577"/>
          <ac:spMkLst>
            <pc:docMk/>
            <pc:sldMk cId="1939278159" sldId="299"/>
            <ac:spMk id="51" creationId="{7F53371E-BA53-1A01-F75E-8578E4021A97}"/>
          </ac:spMkLst>
        </pc:spChg>
        <pc:spChg chg="add mod">
          <ac:chgData name="Alexis MARTIN" userId="ec32c3d9-5957-42d0-8757-996fd533d25b" providerId="ADAL" clId="{B76BE869-635B-4DC9-A437-AFDC8BC5A345}" dt="2026-06-04T07:43:27.604" v="2101" actId="20577"/>
          <ac:spMkLst>
            <pc:docMk/>
            <pc:sldMk cId="1939278159" sldId="299"/>
            <ac:spMk id="52" creationId="{310176DE-CA74-5C97-7021-69E2BD361C43}"/>
          </ac:spMkLst>
        </pc:spChg>
        <pc:cxnChg chg="add del mod">
          <ac:chgData name="Alexis MARTIN" userId="ec32c3d9-5957-42d0-8757-996fd533d25b" providerId="ADAL" clId="{B76BE869-635B-4DC9-A437-AFDC8BC5A345}" dt="2026-06-04T07:41:02.483" v="2051" actId="478"/>
          <ac:cxnSpMkLst>
            <pc:docMk/>
            <pc:sldMk cId="1939278159" sldId="299"/>
            <ac:cxnSpMk id="49" creationId="{9B30D4FC-E1D8-34D7-A9CB-0D4333EE0E6F}"/>
          </ac:cxnSpMkLst>
        </pc:cxnChg>
      </pc:sldChg>
      <pc:sldChg chg="addSp delSp modSp mod ord">
        <pc:chgData name="Alexis MARTIN" userId="ec32c3d9-5957-42d0-8757-996fd533d25b" providerId="ADAL" clId="{B76BE869-635B-4DC9-A437-AFDC8BC5A345}" dt="2026-06-04T07:50:46.824" v="2208" actId="1076"/>
        <pc:sldMkLst>
          <pc:docMk/>
          <pc:sldMk cId="3032879963" sldId="304"/>
        </pc:sldMkLst>
        <pc:spChg chg="add mod">
          <ac:chgData name="Alexis MARTIN" userId="ec32c3d9-5957-42d0-8757-996fd533d25b" providerId="ADAL" clId="{B76BE869-635B-4DC9-A437-AFDC8BC5A345}" dt="2026-06-04T07:49:46.544" v="2178" actId="1076"/>
          <ac:spMkLst>
            <pc:docMk/>
            <pc:sldMk cId="3032879963" sldId="304"/>
            <ac:spMk id="3" creationId="{BD344D97-F668-599B-F204-4B920162A8B4}"/>
          </ac:spMkLst>
        </pc:spChg>
        <pc:spChg chg="add mod">
          <ac:chgData name="Alexis MARTIN" userId="ec32c3d9-5957-42d0-8757-996fd533d25b" providerId="ADAL" clId="{B76BE869-635B-4DC9-A437-AFDC8BC5A345}" dt="2026-06-04T07:49:50.124" v="2180" actId="1076"/>
          <ac:spMkLst>
            <pc:docMk/>
            <pc:sldMk cId="3032879963" sldId="304"/>
            <ac:spMk id="22" creationId="{55A5C4AA-10BB-FABB-533E-FF452EDE925D}"/>
          </ac:spMkLst>
        </pc:spChg>
        <pc:spChg chg="mod">
          <ac:chgData name="Alexis MARTIN" userId="ec32c3d9-5957-42d0-8757-996fd533d25b" providerId="ADAL" clId="{B76BE869-635B-4DC9-A437-AFDC8BC5A345}" dt="2026-06-04T07:49:06.454" v="2170" actId="478"/>
          <ac:spMkLst>
            <pc:docMk/>
            <pc:sldMk cId="3032879963" sldId="304"/>
            <ac:spMk id="30" creationId="{3EE69F9D-15C0-59DB-241A-F189445EF7B2}"/>
          </ac:spMkLst>
        </pc:spChg>
        <pc:spChg chg="mod">
          <ac:chgData name="Alexis MARTIN" userId="ec32c3d9-5957-42d0-8757-996fd533d25b" providerId="ADAL" clId="{B76BE869-635B-4DC9-A437-AFDC8BC5A345}" dt="2026-06-04T07:49:06.454" v="2170" actId="478"/>
          <ac:spMkLst>
            <pc:docMk/>
            <pc:sldMk cId="3032879963" sldId="304"/>
            <ac:spMk id="36" creationId="{CB905635-109C-BACA-7941-B4E392B1FB67}"/>
          </ac:spMkLst>
        </pc:spChg>
        <pc:spChg chg="mod">
          <ac:chgData name="Alexis MARTIN" userId="ec32c3d9-5957-42d0-8757-996fd533d25b" providerId="ADAL" clId="{B76BE869-635B-4DC9-A437-AFDC8BC5A345}" dt="2026-06-04T07:49:06.454" v="2170" actId="478"/>
          <ac:spMkLst>
            <pc:docMk/>
            <pc:sldMk cId="3032879963" sldId="304"/>
            <ac:spMk id="39" creationId="{F527BAAC-1492-41BE-548E-9ABA54DD18AC}"/>
          </ac:spMkLst>
        </pc:spChg>
        <pc:spChg chg="mod">
          <ac:chgData name="Alexis MARTIN" userId="ec32c3d9-5957-42d0-8757-996fd533d25b" providerId="ADAL" clId="{B76BE869-635B-4DC9-A437-AFDC8BC5A345}" dt="2026-06-04T07:49:06.454" v="2170" actId="478"/>
          <ac:spMkLst>
            <pc:docMk/>
            <pc:sldMk cId="3032879963" sldId="304"/>
            <ac:spMk id="41" creationId="{AF7964ED-8E6C-8455-1D17-03E3F86F9E2A}"/>
          </ac:spMkLst>
        </pc:spChg>
        <pc:spChg chg="mod">
          <ac:chgData name="Alexis MARTIN" userId="ec32c3d9-5957-42d0-8757-996fd533d25b" providerId="ADAL" clId="{B76BE869-635B-4DC9-A437-AFDC8BC5A345}" dt="2026-06-04T07:49:06.454" v="2170" actId="478"/>
          <ac:spMkLst>
            <pc:docMk/>
            <pc:sldMk cId="3032879963" sldId="304"/>
            <ac:spMk id="43" creationId="{B922D7DE-9FF1-8C3C-5B79-694BEAD8C2F1}"/>
          </ac:spMkLst>
        </pc:spChg>
        <pc:spChg chg="mod">
          <ac:chgData name="Alexis MARTIN" userId="ec32c3d9-5957-42d0-8757-996fd533d25b" providerId="ADAL" clId="{B76BE869-635B-4DC9-A437-AFDC8BC5A345}" dt="2026-06-04T07:49:06.454" v="2170" actId="478"/>
          <ac:spMkLst>
            <pc:docMk/>
            <pc:sldMk cId="3032879963" sldId="304"/>
            <ac:spMk id="45" creationId="{FB423080-C7BB-58B6-B939-F3A16E234B37}"/>
          </ac:spMkLst>
        </pc:spChg>
        <pc:spChg chg="mod">
          <ac:chgData name="Alexis MARTIN" userId="ec32c3d9-5957-42d0-8757-996fd533d25b" providerId="ADAL" clId="{B76BE869-635B-4DC9-A437-AFDC8BC5A345}" dt="2026-06-04T07:49:06.454" v="2170" actId="478"/>
          <ac:spMkLst>
            <pc:docMk/>
            <pc:sldMk cId="3032879963" sldId="304"/>
            <ac:spMk id="47" creationId="{FD8F5E24-9D3D-E729-9B6A-50E7AA73E7F7}"/>
          </ac:spMkLst>
        </pc:spChg>
        <pc:spChg chg="mod">
          <ac:chgData name="Alexis MARTIN" userId="ec32c3d9-5957-42d0-8757-996fd533d25b" providerId="ADAL" clId="{B76BE869-635B-4DC9-A437-AFDC8BC5A345}" dt="2026-06-04T07:49:06.454" v="2170" actId="478"/>
          <ac:spMkLst>
            <pc:docMk/>
            <pc:sldMk cId="3032879963" sldId="304"/>
            <ac:spMk id="50" creationId="{786703D0-D128-991C-1702-49E80927EDD6}"/>
          </ac:spMkLst>
        </pc:spChg>
        <pc:spChg chg="mod">
          <ac:chgData name="Alexis MARTIN" userId="ec32c3d9-5957-42d0-8757-996fd533d25b" providerId="ADAL" clId="{B76BE869-635B-4DC9-A437-AFDC8BC5A345}" dt="2026-06-04T07:49:06.454" v="2170" actId="478"/>
          <ac:spMkLst>
            <pc:docMk/>
            <pc:sldMk cId="3032879963" sldId="304"/>
            <ac:spMk id="52" creationId="{6EA53762-27AB-C68E-0FE8-8B92E3D64468}"/>
          </ac:spMkLst>
        </pc:spChg>
        <pc:spChg chg="mod">
          <ac:chgData name="Alexis MARTIN" userId="ec32c3d9-5957-42d0-8757-996fd533d25b" providerId="ADAL" clId="{B76BE869-635B-4DC9-A437-AFDC8BC5A345}" dt="2026-06-04T07:49:06.454" v="2170" actId="478"/>
          <ac:spMkLst>
            <pc:docMk/>
            <pc:sldMk cId="3032879963" sldId="304"/>
            <ac:spMk id="53" creationId="{2BDDD233-96BD-3AE2-36D7-41B8A8B2344D}"/>
          </ac:spMkLst>
        </pc:spChg>
        <pc:spChg chg="add mod">
          <ac:chgData name="Alexis MARTIN" userId="ec32c3d9-5957-42d0-8757-996fd533d25b" providerId="ADAL" clId="{B76BE869-635B-4DC9-A437-AFDC8BC5A345}" dt="2026-06-04T07:50:46.824" v="2208" actId="1076"/>
          <ac:spMkLst>
            <pc:docMk/>
            <pc:sldMk cId="3032879963" sldId="304"/>
            <ac:spMk id="61" creationId="{8608D1B0-7F09-A421-4794-FC96E62B5B6C}"/>
          </ac:spMkLst>
        </pc:spChg>
        <pc:grpChg chg="add mod">
          <ac:chgData name="Alexis MARTIN" userId="ec32c3d9-5957-42d0-8757-996fd533d25b" providerId="ADAL" clId="{B76BE869-635B-4DC9-A437-AFDC8BC5A345}" dt="2026-06-04T07:47:55.220" v="2155" actId="164"/>
          <ac:grpSpMkLst>
            <pc:docMk/>
            <pc:sldMk cId="3032879963" sldId="304"/>
            <ac:grpSpMk id="19" creationId="{744797ED-C825-BBEB-536D-7B5854E208E8}"/>
          </ac:grpSpMkLst>
        </pc:grpChg>
        <pc:grpChg chg="add mod">
          <ac:chgData name="Alexis MARTIN" userId="ec32c3d9-5957-42d0-8757-996fd533d25b" providerId="ADAL" clId="{B76BE869-635B-4DC9-A437-AFDC8BC5A345}" dt="2026-06-04T07:49:46.544" v="2178" actId="1076"/>
          <ac:grpSpMkLst>
            <pc:docMk/>
            <pc:sldMk cId="3032879963" sldId="304"/>
            <ac:grpSpMk id="20" creationId="{6D0E4C15-9B80-186B-9460-2BB9EC0B2AC7}"/>
          </ac:grpSpMkLst>
        </pc:grpChg>
        <pc:grpChg chg="del">
          <ac:chgData name="Alexis MARTIN" userId="ec32c3d9-5957-42d0-8757-996fd533d25b" providerId="ADAL" clId="{B76BE869-635B-4DC9-A437-AFDC8BC5A345}" dt="2026-06-04T07:49:21.346" v="2171" actId="478"/>
          <ac:grpSpMkLst>
            <pc:docMk/>
            <pc:sldMk cId="3032879963" sldId="304"/>
            <ac:grpSpMk id="25" creationId="{4CFB2CCE-9715-3B41-2262-6166EE322FED}"/>
          </ac:grpSpMkLst>
        </pc:grpChg>
        <pc:grpChg chg="add mod">
          <ac:chgData name="Alexis MARTIN" userId="ec32c3d9-5957-42d0-8757-996fd533d25b" providerId="ADAL" clId="{B76BE869-635B-4DC9-A437-AFDC8BC5A345}" dt="2026-06-04T07:49:50.124" v="2180" actId="1076"/>
          <ac:grpSpMkLst>
            <pc:docMk/>
            <pc:sldMk cId="3032879963" sldId="304"/>
            <ac:grpSpMk id="60" creationId="{03DB253E-34DC-5936-D15D-14B784E2B22F}"/>
          </ac:grpSpMkLst>
        </pc:grpChg>
        <pc:picChg chg="add mod">
          <ac:chgData name="Alexis MARTIN" userId="ec32c3d9-5957-42d0-8757-996fd533d25b" providerId="ADAL" clId="{B76BE869-635B-4DC9-A437-AFDC8BC5A345}" dt="2026-06-04T07:49:46.544" v="2178" actId="1076"/>
          <ac:picMkLst>
            <pc:docMk/>
            <pc:sldMk cId="3032879963" sldId="304"/>
            <ac:picMk id="2" creationId="{788D280B-9D28-DA25-212F-08864A3CCDA8}"/>
          </ac:picMkLst>
        </pc:picChg>
        <pc:picChg chg="mod">
          <ac:chgData name="Alexis MARTIN" userId="ec32c3d9-5957-42d0-8757-996fd533d25b" providerId="ADAL" clId="{B76BE869-635B-4DC9-A437-AFDC8BC5A345}" dt="2026-06-04T07:49:50.124" v="2180" actId="1076"/>
          <ac:picMkLst>
            <pc:docMk/>
            <pc:sldMk cId="3032879963" sldId="304"/>
            <ac:picMk id="6" creationId="{00000000-0000-0000-0000-000000000000}"/>
          </ac:picMkLst>
        </pc:picChg>
        <pc:picChg chg="del mod">
          <ac:chgData name="Alexis MARTIN" userId="ec32c3d9-5957-42d0-8757-996fd533d25b" providerId="ADAL" clId="{B76BE869-635B-4DC9-A437-AFDC8BC5A345}" dt="2026-06-04T07:44:46.655" v="2115" actId="478"/>
          <ac:picMkLst>
            <pc:docMk/>
            <pc:sldMk cId="3032879963" sldId="304"/>
            <ac:picMk id="7" creationId="{00000000-0000-0000-0000-000000000000}"/>
          </ac:picMkLst>
        </pc:picChg>
        <pc:picChg chg="del mod">
          <ac:chgData name="Alexis MARTIN" userId="ec32c3d9-5957-42d0-8757-996fd533d25b" providerId="ADAL" clId="{B76BE869-635B-4DC9-A437-AFDC8BC5A345}" dt="2026-06-04T07:44:46.655" v="2115" actId="478"/>
          <ac:picMkLst>
            <pc:docMk/>
            <pc:sldMk cId="3032879963" sldId="304"/>
            <ac:picMk id="10" creationId="{00000000-0000-0000-0000-000000000000}"/>
          </ac:picMkLst>
        </pc:picChg>
        <pc:picChg chg="add mod">
          <ac:chgData name="Alexis MARTIN" userId="ec32c3d9-5957-42d0-8757-996fd533d25b" providerId="ADAL" clId="{B76BE869-635B-4DC9-A437-AFDC8BC5A345}" dt="2026-06-04T07:49:55.317" v="2182" actId="1076"/>
          <ac:picMkLst>
            <pc:docMk/>
            <pc:sldMk cId="3032879963" sldId="304"/>
            <ac:picMk id="59" creationId="{C4A63C61-4C00-062E-5743-8E24D5DED830}"/>
          </ac:picMkLst>
        </pc:picChg>
        <pc:cxnChg chg="add mod">
          <ac:chgData name="Alexis MARTIN" userId="ec32c3d9-5957-42d0-8757-996fd533d25b" providerId="ADAL" clId="{B76BE869-635B-4DC9-A437-AFDC8BC5A345}" dt="2026-06-04T07:49:46.544" v="2178" actId="1076"/>
          <ac:cxnSpMkLst>
            <pc:docMk/>
            <pc:sldMk cId="3032879963" sldId="304"/>
            <ac:cxnSpMk id="13" creationId="{A331CB9F-E22C-4F7D-10B1-25AFE228EAA3}"/>
          </ac:cxnSpMkLst>
        </pc:cxnChg>
        <pc:cxnChg chg="add mod">
          <ac:chgData name="Alexis MARTIN" userId="ec32c3d9-5957-42d0-8757-996fd533d25b" providerId="ADAL" clId="{B76BE869-635B-4DC9-A437-AFDC8BC5A345}" dt="2026-06-04T07:49:46.544" v="2178" actId="1076"/>
          <ac:cxnSpMkLst>
            <pc:docMk/>
            <pc:sldMk cId="3032879963" sldId="304"/>
            <ac:cxnSpMk id="15" creationId="{74256E9E-4D76-5548-5C05-64AF27236271}"/>
          </ac:cxnSpMkLst>
        </pc:cxnChg>
        <pc:cxnChg chg="add mod">
          <ac:chgData name="Alexis MARTIN" userId="ec32c3d9-5957-42d0-8757-996fd533d25b" providerId="ADAL" clId="{B76BE869-635B-4DC9-A437-AFDC8BC5A345}" dt="2026-06-04T07:49:46.544" v="2178" actId="1076"/>
          <ac:cxnSpMkLst>
            <pc:docMk/>
            <pc:sldMk cId="3032879963" sldId="304"/>
            <ac:cxnSpMk id="16" creationId="{FBA23961-CC45-5273-461B-5A359FF34575}"/>
          </ac:cxnSpMkLst>
        </pc:cxnChg>
        <pc:cxnChg chg="add mod">
          <ac:chgData name="Alexis MARTIN" userId="ec32c3d9-5957-42d0-8757-996fd533d25b" providerId="ADAL" clId="{B76BE869-635B-4DC9-A437-AFDC8BC5A345}" dt="2026-06-04T07:49:50.124" v="2180" actId="1076"/>
          <ac:cxnSpMkLst>
            <pc:docMk/>
            <pc:sldMk cId="3032879963" sldId="304"/>
            <ac:cxnSpMk id="23" creationId="{3D484CA1-B9CB-A569-A945-FCFA38F31D09}"/>
          </ac:cxnSpMkLst>
        </pc:cxnChg>
      </pc:sldChg>
      <pc:sldChg chg="addSp delSp modSp mod">
        <pc:chgData name="Alexis MARTIN" userId="ec32c3d9-5957-42d0-8757-996fd533d25b" providerId="ADAL" clId="{B76BE869-635B-4DC9-A437-AFDC8BC5A345}" dt="2026-06-04T07:26:27.178" v="2001" actId="14100"/>
        <pc:sldMkLst>
          <pc:docMk/>
          <pc:sldMk cId="754101093" sldId="318"/>
        </pc:sldMkLst>
        <pc:spChg chg="mod">
          <ac:chgData name="Alexis MARTIN" userId="ec32c3d9-5957-42d0-8757-996fd533d25b" providerId="ADAL" clId="{B76BE869-635B-4DC9-A437-AFDC8BC5A345}" dt="2026-06-04T07:19:59.515" v="1978" actId="20577"/>
          <ac:spMkLst>
            <pc:docMk/>
            <pc:sldMk cId="754101093" sldId="318"/>
            <ac:spMk id="4" creationId="{00000000-0000-0000-0000-000000000000}"/>
          </ac:spMkLst>
        </pc:spChg>
        <pc:picChg chg="add mod modCrop">
          <ac:chgData name="Alexis MARTIN" userId="ec32c3d9-5957-42d0-8757-996fd533d25b" providerId="ADAL" clId="{B76BE869-635B-4DC9-A437-AFDC8BC5A345}" dt="2026-06-04T07:26:20.295" v="1997" actId="1076"/>
          <ac:picMkLst>
            <pc:docMk/>
            <pc:sldMk cId="754101093" sldId="318"/>
            <ac:picMk id="3" creationId="{BA0C173B-E10B-38E2-8308-D36AD7EC12EC}"/>
          </ac:picMkLst>
        </pc:picChg>
        <pc:picChg chg="del mod">
          <ac:chgData name="Alexis MARTIN" userId="ec32c3d9-5957-42d0-8757-996fd533d25b" providerId="ADAL" clId="{B76BE869-635B-4DC9-A437-AFDC8BC5A345}" dt="2026-06-04T07:25:38.815" v="1990" actId="478"/>
          <ac:picMkLst>
            <pc:docMk/>
            <pc:sldMk cId="754101093" sldId="318"/>
            <ac:picMk id="6" creationId="{00000000-0000-0000-0000-000000000000}"/>
          </ac:picMkLst>
        </pc:picChg>
        <pc:picChg chg="add mod">
          <ac:chgData name="Alexis MARTIN" userId="ec32c3d9-5957-42d0-8757-996fd533d25b" providerId="ADAL" clId="{B76BE869-635B-4DC9-A437-AFDC8BC5A345}" dt="2026-06-04T07:25:51.175" v="1995" actId="14100"/>
          <ac:picMkLst>
            <pc:docMk/>
            <pc:sldMk cId="754101093" sldId="318"/>
            <ac:picMk id="11" creationId="{E27537AA-FBDD-EF61-5DBE-ACEEFFCC3CEA}"/>
          </ac:picMkLst>
        </pc:picChg>
        <pc:picChg chg="add mod">
          <ac:chgData name="Alexis MARTIN" userId="ec32c3d9-5957-42d0-8757-996fd533d25b" providerId="ADAL" clId="{B76BE869-635B-4DC9-A437-AFDC8BC5A345}" dt="2026-06-04T07:26:27.178" v="2001" actId="14100"/>
          <ac:picMkLst>
            <pc:docMk/>
            <pc:sldMk cId="754101093" sldId="318"/>
            <ac:picMk id="13" creationId="{961D3D2C-20B1-C499-C434-FA5F5FE5BE94}"/>
          </ac:picMkLst>
        </pc:picChg>
      </pc:sldChg>
      <pc:sldChg chg="modSp add mod">
        <pc:chgData name="Alexis MARTIN" userId="ec32c3d9-5957-42d0-8757-996fd533d25b" providerId="ADAL" clId="{B76BE869-635B-4DC9-A437-AFDC8BC5A345}" dt="2026-06-01T11:28:08.758" v="39" actId="20577"/>
        <pc:sldMkLst>
          <pc:docMk/>
          <pc:sldMk cId="4040949202" sldId="320"/>
        </pc:sldMkLst>
        <pc:spChg chg="mod">
          <ac:chgData name="Alexis MARTIN" userId="ec32c3d9-5957-42d0-8757-996fd533d25b" providerId="ADAL" clId="{B76BE869-635B-4DC9-A437-AFDC8BC5A345}" dt="2026-06-01T11:28:08.758" v="39" actId="20577"/>
          <ac:spMkLst>
            <pc:docMk/>
            <pc:sldMk cId="4040949202" sldId="320"/>
            <ac:spMk id="5" creationId="{E68E3FD7-27D7-B9A0-D801-480A2B3BBBA5}"/>
          </ac:spMkLst>
        </pc:spChg>
        <pc:spChg chg="mod">
          <ac:chgData name="Alexis MARTIN" userId="ec32c3d9-5957-42d0-8757-996fd533d25b" providerId="ADAL" clId="{B76BE869-635B-4DC9-A437-AFDC8BC5A345}" dt="2026-06-01T11:28:07.590" v="38" actId="20577"/>
          <ac:spMkLst>
            <pc:docMk/>
            <pc:sldMk cId="4040949202" sldId="320"/>
            <ac:spMk id="7" creationId="{98F2C7FF-37DF-1937-6D45-2D861C32235D}"/>
          </ac:spMkLst>
        </pc:spChg>
      </pc:sldChg>
      <pc:sldChg chg="addSp delSp modSp add mod">
        <pc:chgData name="Alexis MARTIN" userId="ec32c3d9-5957-42d0-8757-996fd533d25b" providerId="ADAL" clId="{B76BE869-635B-4DC9-A437-AFDC8BC5A345}" dt="2026-06-02T12:38:13.844" v="1560" actId="1035"/>
        <pc:sldMkLst>
          <pc:docMk/>
          <pc:sldMk cId="4111354504" sldId="321"/>
        </pc:sldMkLst>
        <pc:spChg chg="add mod">
          <ac:chgData name="Alexis MARTIN" userId="ec32c3d9-5957-42d0-8757-996fd533d25b" providerId="ADAL" clId="{B76BE869-635B-4DC9-A437-AFDC8BC5A345}" dt="2026-06-01T11:28:34.580" v="43"/>
          <ac:spMkLst>
            <pc:docMk/>
            <pc:sldMk cId="4111354504" sldId="321"/>
            <ac:spMk id="2" creationId="{8B21C3DB-B8EE-FDE8-4430-C2BD9F509872}"/>
          </ac:spMkLst>
        </pc:spChg>
        <pc:spChg chg="add mod">
          <ac:chgData name="Alexis MARTIN" userId="ec32c3d9-5957-42d0-8757-996fd533d25b" providerId="ADAL" clId="{B76BE869-635B-4DC9-A437-AFDC8BC5A345}" dt="2026-06-01T11:28:34.580" v="43"/>
          <ac:spMkLst>
            <pc:docMk/>
            <pc:sldMk cId="4111354504" sldId="321"/>
            <ac:spMk id="3" creationId="{60B5D67A-0197-FCF5-2488-23DBBF29E6C3}"/>
          </ac:spMkLst>
        </pc:spChg>
        <pc:spChg chg="add mod">
          <ac:chgData name="Alexis MARTIN" userId="ec32c3d9-5957-42d0-8757-996fd533d25b" providerId="ADAL" clId="{B76BE869-635B-4DC9-A437-AFDC8BC5A345}" dt="2026-06-02T09:19:58.631" v="906" actId="20577"/>
          <ac:spMkLst>
            <pc:docMk/>
            <pc:sldMk cId="4111354504" sldId="321"/>
            <ac:spMk id="4" creationId="{A49DC8BF-DC79-751D-B84C-BC84B454169B}"/>
          </ac:spMkLst>
        </pc:spChg>
        <pc:spChg chg="mod">
          <ac:chgData name="Alexis MARTIN" userId="ec32c3d9-5957-42d0-8757-996fd533d25b" providerId="ADAL" clId="{B76BE869-635B-4DC9-A437-AFDC8BC5A345}" dt="2026-06-01T11:29:41.086" v="60" actId="207"/>
          <ac:spMkLst>
            <pc:docMk/>
            <pc:sldMk cId="4111354504" sldId="321"/>
            <ac:spMk id="5" creationId="{D7220A14-EAFF-0C9D-2B7C-E5DDE83CF1F4}"/>
          </ac:spMkLst>
        </pc:spChg>
        <pc:spChg chg="add mod">
          <ac:chgData name="Alexis MARTIN" userId="ec32c3d9-5957-42d0-8757-996fd533d25b" providerId="ADAL" clId="{B76BE869-635B-4DC9-A437-AFDC8BC5A345}" dt="2026-06-02T09:28:18.577" v="986" actId="1076"/>
          <ac:spMkLst>
            <pc:docMk/>
            <pc:sldMk cId="4111354504" sldId="321"/>
            <ac:spMk id="10" creationId="{3B265CBF-9EB5-5EA8-1433-6A46AEDECCEE}"/>
          </ac:spMkLst>
        </pc:spChg>
        <pc:spChg chg="add mod">
          <ac:chgData name="Alexis MARTIN" userId="ec32c3d9-5957-42d0-8757-996fd533d25b" providerId="ADAL" clId="{B76BE869-635B-4DC9-A437-AFDC8BC5A345}" dt="2026-06-02T09:40:29.590" v="1015" actId="14100"/>
          <ac:spMkLst>
            <pc:docMk/>
            <pc:sldMk cId="4111354504" sldId="321"/>
            <ac:spMk id="11" creationId="{130AB1B1-F9DB-B33C-CFD5-6ED10A039699}"/>
          </ac:spMkLst>
        </pc:spChg>
        <pc:picChg chg="add mod">
          <ac:chgData name="Alexis MARTIN" userId="ec32c3d9-5957-42d0-8757-996fd533d25b" providerId="ADAL" clId="{B76BE869-635B-4DC9-A437-AFDC8BC5A345}" dt="2026-06-02T09:25:09.311" v="967" actId="1076"/>
          <ac:picMkLst>
            <pc:docMk/>
            <pc:sldMk cId="4111354504" sldId="321"/>
            <ac:picMk id="15" creationId="{3B0F3231-FC70-4140-5D7E-11F8CA2DD53F}"/>
          </ac:picMkLst>
        </pc:picChg>
        <pc:picChg chg="add mod">
          <ac:chgData name="Alexis MARTIN" userId="ec32c3d9-5957-42d0-8757-996fd533d25b" providerId="ADAL" clId="{B76BE869-635B-4DC9-A437-AFDC8BC5A345}" dt="2026-06-02T12:38:13.844" v="1560" actId="1035"/>
          <ac:picMkLst>
            <pc:docMk/>
            <pc:sldMk cId="4111354504" sldId="321"/>
            <ac:picMk id="17" creationId="{5C878FCB-72C5-D8E0-0FE7-88BF753C88E3}"/>
          </ac:picMkLst>
        </pc:picChg>
        <pc:picChg chg="add mod">
          <ac:chgData name="Alexis MARTIN" userId="ec32c3d9-5957-42d0-8757-996fd533d25b" providerId="ADAL" clId="{B76BE869-635B-4DC9-A437-AFDC8BC5A345}" dt="2026-06-02T09:39:12.167" v="990" actId="1076"/>
          <ac:picMkLst>
            <pc:docMk/>
            <pc:sldMk cId="4111354504" sldId="321"/>
            <ac:picMk id="19" creationId="{C9BF9529-C783-57BF-52FB-E66E67529353}"/>
          </ac:picMkLst>
        </pc:picChg>
        <pc:picChg chg="add mod">
          <ac:chgData name="Alexis MARTIN" userId="ec32c3d9-5957-42d0-8757-996fd533d25b" providerId="ADAL" clId="{B76BE869-635B-4DC9-A437-AFDC8BC5A345}" dt="2026-06-02T09:39:41.378" v="1000" actId="14100"/>
          <ac:picMkLst>
            <pc:docMk/>
            <pc:sldMk cId="4111354504" sldId="321"/>
            <ac:picMk id="21" creationId="{C0944C28-770F-950F-5E32-68C97DF384EE}"/>
          </ac:picMkLst>
        </pc:picChg>
      </pc:sldChg>
      <pc:sldChg chg="addSp delSp modSp add mod">
        <pc:chgData name="Alexis MARTIN" userId="ec32c3d9-5957-42d0-8757-996fd533d25b" providerId="ADAL" clId="{B76BE869-635B-4DC9-A437-AFDC8BC5A345}" dt="2026-06-02T08:37:15.378" v="762" actId="1036"/>
        <pc:sldMkLst>
          <pc:docMk/>
          <pc:sldMk cId="343268090" sldId="324"/>
        </pc:sldMkLst>
        <pc:spChg chg="mod">
          <ac:chgData name="Alexis MARTIN" userId="ec32c3d9-5957-42d0-8757-996fd533d25b" providerId="ADAL" clId="{B76BE869-635B-4DC9-A437-AFDC8BC5A345}" dt="2026-06-01T11:31:40.058" v="127" actId="20577"/>
          <ac:spMkLst>
            <pc:docMk/>
            <pc:sldMk cId="343268090" sldId="324"/>
            <ac:spMk id="4" creationId="{E636336A-CA73-9924-1B5C-E50292CF4EE7}"/>
          </ac:spMkLst>
        </pc:spChg>
        <pc:spChg chg="add mod">
          <ac:chgData name="Alexis MARTIN" userId="ec32c3d9-5957-42d0-8757-996fd533d25b" providerId="ADAL" clId="{B76BE869-635B-4DC9-A437-AFDC8BC5A345}" dt="2026-06-01T14:46:12.600" v="603" actId="1076"/>
          <ac:spMkLst>
            <pc:docMk/>
            <pc:sldMk cId="343268090" sldId="324"/>
            <ac:spMk id="13" creationId="{6057AADE-CFBB-F3AE-97B4-C5C2A00FADD3}"/>
          </ac:spMkLst>
        </pc:spChg>
        <pc:spChg chg="add mod">
          <ac:chgData name="Alexis MARTIN" userId="ec32c3d9-5957-42d0-8757-996fd533d25b" providerId="ADAL" clId="{B76BE869-635B-4DC9-A437-AFDC8BC5A345}" dt="2026-06-01T14:46:41.024" v="622" actId="1035"/>
          <ac:spMkLst>
            <pc:docMk/>
            <pc:sldMk cId="343268090" sldId="324"/>
            <ac:spMk id="15" creationId="{FDC13273-C51A-3D62-452F-AA935756220F}"/>
          </ac:spMkLst>
        </pc:spChg>
        <pc:spChg chg="add mod">
          <ac:chgData name="Alexis MARTIN" userId="ec32c3d9-5957-42d0-8757-996fd533d25b" providerId="ADAL" clId="{B76BE869-635B-4DC9-A437-AFDC8BC5A345}" dt="2026-06-01T11:42:38.658" v="172" actId="1076"/>
          <ac:spMkLst>
            <pc:docMk/>
            <pc:sldMk cId="343268090" sldId="324"/>
            <ac:spMk id="17" creationId="{AD1088D2-3286-E1FB-DFF7-C60B9AF5DC37}"/>
          </ac:spMkLst>
        </pc:spChg>
        <pc:spChg chg="add mod">
          <ac:chgData name="Alexis MARTIN" userId="ec32c3d9-5957-42d0-8757-996fd533d25b" providerId="ADAL" clId="{B76BE869-635B-4DC9-A437-AFDC8BC5A345}" dt="2026-06-01T11:42:48.377" v="176" actId="1076"/>
          <ac:spMkLst>
            <pc:docMk/>
            <pc:sldMk cId="343268090" sldId="324"/>
            <ac:spMk id="19" creationId="{C1FD3DB5-C3E6-CC11-A9BC-0BAE588C59C2}"/>
          </ac:spMkLst>
        </pc:spChg>
        <pc:spChg chg="add mod">
          <ac:chgData name="Alexis MARTIN" userId="ec32c3d9-5957-42d0-8757-996fd533d25b" providerId="ADAL" clId="{B76BE869-635B-4DC9-A437-AFDC8BC5A345}" dt="2026-06-01T14:53:06.551" v="691" actId="1076"/>
          <ac:spMkLst>
            <pc:docMk/>
            <pc:sldMk cId="343268090" sldId="324"/>
            <ac:spMk id="20" creationId="{4427CFCB-7195-236D-369C-B6A9FCC49710}"/>
          </ac:spMkLst>
        </pc:spChg>
        <pc:spChg chg="add mod">
          <ac:chgData name="Alexis MARTIN" userId="ec32c3d9-5957-42d0-8757-996fd533d25b" providerId="ADAL" clId="{B76BE869-635B-4DC9-A437-AFDC8BC5A345}" dt="2026-06-02T08:37:08.953" v="759" actId="20577"/>
          <ac:spMkLst>
            <pc:docMk/>
            <pc:sldMk cId="343268090" sldId="324"/>
            <ac:spMk id="24" creationId="{637A31F7-EF17-9715-BC84-2D747BC05EA0}"/>
          </ac:spMkLst>
        </pc:spChg>
        <pc:spChg chg="add mod">
          <ac:chgData name="Alexis MARTIN" userId="ec32c3d9-5957-42d0-8757-996fd533d25b" providerId="ADAL" clId="{B76BE869-635B-4DC9-A437-AFDC8BC5A345}" dt="2026-06-01T14:49:31.211" v="647" actId="1035"/>
          <ac:spMkLst>
            <pc:docMk/>
            <pc:sldMk cId="343268090" sldId="324"/>
            <ac:spMk id="31" creationId="{D1BA060F-97B8-AD8D-3D35-B69169A3842D}"/>
          </ac:spMkLst>
        </pc:spChg>
        <pc:picChg chg="add mod modCrop">
          <ac:chgData name="Alexis MARTIN" userId="ec32c3d9-5957-42d0-8757-996fd533d25b" providerId="ADAL" clId="{B76BE869-635B-4DC9-A437-AFDC8BC5A345}" dt="2026-06-01T11:42:57.073" v="178" actId="732"/>
          <ac:picMkLst>
            <pc:docMk/>
            <pc:sldMk cId="343268090" sldId="324"/>
            <ac:picMk id="3" creationId="{EAAD5D8B-DAFA-F0BF-6A8E-6C4C2892076C}"/>
          </ac:picMkLst>
        </pc:picChg>
        <pc:picChg chg="add mod modCrop">
          <ac:chgData name="Alexis MARTIN" userId="ec32c3d9-5957-42d0-8757-996fd533d25b" providerId="ADAL" clId="{B76BE869-635B-4DC9-A437-AFDC8BC5A345}" dt="2026-06-01T11:57:04.689" v="341" actId="1076"/>
          <ac:picMkLst>
            <pc:docMk/>
            <pc:sldMk cId="343268090" sldId="324"/>
            <ac:picMk id="12" creationId="{7A0895B4-EEE4-6B51-0886-D734E44FCBD9}"/>
          </ac:picMkLst>
        </pc:picChg>
        <pc:picChg chg="add mod">
          <ac:chgData name="Alexis MARTIN" userId="ec32c3d9-5957-42d0-8757-996fd533d25b" providerId="ADAL" clId="{B76BE869-635B-4DC9-A437-AFDC8BC5A345}" dt="2026-06-01T14:48:12.727" v="631" actId="1076"/>
          <ac:picMkLst>
            <pc:docMk/>
            <pc:sldMk cId="343268090" sldId="324"/>
            <ac:picMk id="22" creationId="{B3086B16-C710-02A7-23CB-96FB9ED5639F}"/>
          </ac:picMkLst>
        </pc:picChg>
        <pc:picChg chg="add mod">
          <ac:chgData name="Alexis MARTIN" userId="ec32c3d9-5957-42d0-8757-996fd533d25b" providerId="ADAL" clId="{B76BE869-635B-4DC9-A437-AFDC8BC5A345}" dt="2026-06-01T14:49:23.141" v="642" actId="1076"/>
          <ac:picMkLst>
            <pc:docMk/>
            <pc:sldMk cId="343268090" sldId="324"/>
            <ac:picMk id="26" creationId="{D9F75E87-8C13-52C4-9CA6-F1836E789B2A}"/>
          </ac:picMkLst>
        </pc:picChg>
        <pc:picChg chg="add mod">
          <ac:chgData name="Alexis MARTIN" userId="ec32c3d9-5957-42d0-8757-996fd533d25b" providerId="ADAL" clId="{B76BE869-635B-4DC9-A437-AFDC8BC5A345}" dt="2026-06-01T14:49:07.366" v="639" actId="1035"/>
          <ac:picMkLst>
            <pc:docMk/>
            <pc:sldMk cId="343268090" sldId="324"/>
            <ac:picMk id="30" creationId="{06442AFA-9697-41C9-65EA-14A2FF96A3AC}"/>
          </ac:picMkLst>
        </pc:picChg>
        <pc:picChg chg="add mod">
          <ac:chgData name="Alexis MARTIN" userId="ec32c3d9-5957-42d0-8757-996fd533d25b" providerId="ADAL" clId="{B76BE869-635B-4DC9-A437-AFDC8BC5A345}" dt="2026-06-02T08:37:15.378" v="762" actId="1036"/>
          <ac:picMkLst>
            <pc:docMk/>
            <pc:sldMk cId="343268090" sldId="324"/>
            <ac:picMk id="33" creationId="{AA36D8A4-67BF-D3B9-ECE2-AC8C124E45A5}"/>
          </ac:picMkLst>
        </pc:picChg>
      </pc:sldChg>
      <pc:sldChg chg="addSp delSp modSp add mod">
        <pc:chgData name="Alexis MARTIN" userId="ec32c3d9-5957-42d0-8757-996fd533d25b" providerId="ADAL" clId="{B76BE869-635B-4DC9-A437-AFDC8BC5A345}" dt="2026-06-01T14:53:46.764" v="746" actId="20577"/>
        <pc:sldMkLst>
          <pc:docMk/>
          <pc:sldMk cId="2348186127" sldId="325"/>
        </pc:sldMkLst>
        <pc:spChg chg="mod">
          <ac:chgData name="Alexis MARTIN" userId="ec32c3d9-5957-42d0-8757-996fd533d25b" providerId="ADAL" clId="{B76BE869-635B-4DC9-A437-AFDC8BC5A345}" dt="2026-06-01T12:00:23.277" v="392" actId="20577"/>
          <ac:spMkLst>
            <pc:docMk/>
            <pc:sldMk cId="2348186127" sldId="325"/>
            <ac:spMk id="4" creationId="{7CECAADA-BB1F-AA9E-C906-10513A6B2556}"/>
          </ac:spMkLst>
        </pc:spChg>
        <pc:spChg chg="add mod">
          <ac:chgData name="Alexis MARTIN" userId="ec32c3d9-5957-42d0-8757-996fd533d25b" providerId="ADAL" clId="{B76BE869-635B-4DC9-A437-AFDC8BC5A345}" dt="2026-06-01T14:32:58.347" v="448" actId="1076"/>
          <ac:spMkLst>
            <pc:docMk/>
            <pc:sldMk cId="2348186127" sldId="325"/>
            <ac:spMk id="21" creationId="{67242651-21F8-CC27-320D-8D17F785A19C}"/>
          </ac:spMkLst>
        </pc:spChg>
        <pc:spChg chg="add mod">
          <ac:chgData name="Alexis MARTIN" userId="ec32c3d9-5957-42d0-8757-996fd533d25b" providerId="ADAL" clId="{B76BE869-635B-4DC9-A437-AFDC8BC5A345}" dt="2026-06-01T14:53:46.764" v="746" actId="20577"/>
          <ac:spMkLst>
            <pc:docMk/>
            <pc:sldMk cId="2348186127" sldId="325"/>
            <ac:spMk id="28" creationId="{E7F09AB5-DD23-8D13-C49B-820694032D7F}"/>
          </ac:spMkLst>
        </pc:spChg>
        <pc:spChg chg="add mod">
          <ac:chgData name="Alexis MARTIN" userId="ec32c3d9-5957-42d0-8757-996fd533d25b" providerId="ADAL" clId="{B76BE869-635B-4DC9-A437-AFDC8BC5A345}" dt="2026-06-01T14:42:54.711" v="602" actId="1582"/>
          <ac:spMkLst>
            <pc:docMk/>
            <pc:sldMk cId="2348186127" sldId="325"/>
            <ac:spMk id="31" creationId="{D3FADE3E-CFB8-6516-D3B7-E173888D5C62}"/>
          </ac:spMkLst>
        </pc:spChg>
        <pc:picChg chg="add mod">
          <ac:chgData name="Alexis MARTIN" userId="ec32c3d9-5957-42d0-8757-996fd533d25b" providerId="ADAL" clId="{B76BE869-635B-4DC9-A437-AFDC8BC5A345}" dt="2026-06-01T14:32:51.690" v="446" actId="1076"/>
          <ac:picMkLst>
            <pc:docMk/>
            <pc:sldMk cId="2348186127" sldId="325"/>
            <ac:picMk id="6" creationId="{6D5A5864-5767-711A-B1F8-F6C46BBFEE2F}"/>
          </ac:picMkLst>
        </pc:picChg>
        <pc:picChg chg="add mod modCrop">
          <ac:chgData name="Alexis MARTIN" userId="ec32c3d9-5957-42d0-8757-996fd533d25b" providerId="ADAL" clId="{B76BE869-635B-4DC9-A437-AFDC8BC5A345}" dt="2026-06-01T14:41:40.523" v="590" actId="732"/>
          <ac:picMkLst>
            <pc:docMk/>
            <pc:sldMk cId="2348186127" sldId="325"/>
            <ac:picMk id="25" creationId="{420A00E3-F84C-05BB-2A34-C2643297B112}"/>
          </ac:picMkLst>
        </pc:picChg>
        <pc:picChg chg="add mod">
          <ac:chgData name="Alexis MARTIN" userId="ec32c3d9-5957-42d0-8757-996fd533d25b" providerId="ADAL" clId="{B76BE869-635B-4DC9-A437-AFDC8BC5A345}" dt="2026-06-01T14:41:34.666" v="589" actId="1037"/>
          <ac:picMkLst>
            <pc:docMk/>
            <pc:sldMk cId="2348186127" sldId="325"/>
            <ac:picMk id="27" creationId="{BF128E95-0726-E054-9FB7-1EF4E6EB904E}"/>
          </ac:picMkLst>
        </pc:picChg>
        <pc:picChg chg="add mod">
          <ac:chgData name="Alexis MARTIN" userId="ec32c3d9-5957-42d0-8757-996fd533d25b" providerId="ADAL" clId="{B76BE869-635B-4DC9-A437-AFDC8BC5A345}" dt="2026-06-01T14:41:24.736" v="561" actId="1076"/>
          <ac:picMkLst>
            <pc:docMk/>
            <pc:sldMk cId="2348186127" sldId="325"/>
            <ac:picMk id="30" creationId="{09ADD774-E35A-B58F-4D99-7CCD0B97183E}"/>
          </ac:picMkLst>
        </pc:picChg>
      </pc:sldChg>
      <pc:sldChg chg="addSp delSp modSp add mod">
        <pc:chgData name="Alexis MARTIN" userId="ec32c3d9-5957-42d0-8757-996fd533d25b" providerId="ADAL" clId="{B76BE869-635B-4DC9-A437-AFDC8BC5A345}" dt="2026-06-02T09:13:02.925" v="865" actId="1076"/>
        <pc:sldMkLst>
          <pc:docMk/>
          <pc:sldMk cId="2909674854" sldId="326"/>
        </pc:sldMkLst>
        <pc:spChg chg="add mod">
          <ac:chgData name="Alexis MARTIN" userId="ec32c3d9-5957-42d0-8757-996fd533d25b" providerId="ADAL" clId="{B76BE869-635B-4DC9-A437-AFDC8BC5A345}" dt="2026-06-02T08:59:25.134" v="822" actId="164"/>
          <ac:spMkLst>
            <pc:docMk/>
            <pc:sldMk cId="2909674854" sldId="326"/>
            <ac:spMk id="3" creationId="{6CCFA9C8-56CF-DA01-CB79-784DAC181E7B}"/>
          </ac:spMkLst>
        </pc:spChg>
        <pc:spChg chg="mod">
          <ac:chgData name="Alexis MARTIN" userId="ec32c3d9-5957-42d0-8757-996fd533d25b" providerId="ADAL" clId="{B76BE869-635B-4DC9-A437-AFDC8BC5A345}" dt="2026-06-02T08:42:37.083" v="766" actId="20577"/>
          <ac:spMkLst>
            <pc:docMk/>
            <pc:sldMk cId="2909674854" sldId="326"/>
            <ac:spMk id="4" creationId="{15215F15-CDF6-A183-AA5B-D98D9FF79E21}"/>
          </ac:spMkLst>
        </pc:spChg>
        <pc:spChg chg="add mod">
          <ac:chgData name="Alexis MARTIN" userId="ec32c3d9-5957-42d0-8757-996fd533d25b" providerId="ADAL" clId="{B76BE869-635B-4DC9-A437-AFDC8BC5A345}" dt="2026-06-02T08:59:48.495" v="828" actId="1076"/>
          <ac:spMkLst>
            <pc:docMk/>
            <pc:sldMk cId="2909674854" sldId="326"/>
            <ac:spMk id="17" creationId="{EDA561A9-BE22-5F43-CDB6-668E22C0EB80}"/>
          </ac:spMkLst>
        </pc:spChg>
        <pc:spChg chg="add mod">
          <ac:chgData name="Alexis MARTIN" userId="ec32c3d9-5957-42d0-8757-996fd533d25b" providerId="ADAL" clId="{B76BE869-635B-4DC9-A437-AFDC8BC5A345}" dt="2026-06-02T08:59:58.517" v="831" actId="14100"/>
          <ac:spMkLst>
            <pc:docMk/>
            <pc:sldMk cId="2909674854" sldId="326"/>
            <ac:spMk id="18" creationId="{C8051BBA-B350-6F6C-6796-D37FA25C99AE}"/>
          </ac:spMkLst>
        </pc:spChg>
        <pc:spChg chg="add mod">
          <ac:chgData name="Alexis MARTIN" userId="ec32c3d9-5957-42d0-8757-996fd533d25b" providerId="ADAL" clId="{B76BE869-635B-4DC9-A437-AFDC8BC5A345}" dt="2026-06-02T09:03:24.274" v="856" actId="164"/>
          <ac:spMkLst>
            <pc:docMk/>
            <pc:sldMk cId="2909674854" sldId="326"/>
            <ac:spMk id="22" creationId="{20ECD8BA-FFB4-B848-BD4C-BDA260057CC3}"/>
          </ac:spMkLst>
        </pc:spChg>
        <pc:grpChg chg="add mod">
          <ac:chgData name="Alexis MARTIN" userId="ec32c3d9-5957-42d0-8757-996fd533d25b" providerId="ADAL" clId="{B76BE869-635B-4DC9-A437-AFDC8BC5A345}" dt="2026-06-02T08:59:17.642" v="820" actId="1076"/>
          <ac:grpSpMkLst>
            <pc:docMk/>
            <pc:sldMk cId="2909674854" sldId="326"/>
            <ac:grpSpMk id="15" creationId="{AA9E1760-CD35-F6EE-E646-B161D112E488}"/>
          </ac:grpSpMkLst>
        </pc:grpChg>
        <pc:grpChg chg="add mod">
          <ac:chgData name="Alexis MARTIN" userId="ec32c3d9-5957-42d0-8757-996fd533d25b" providerId="ADAL" clId="{B76BE869-635B-4DC9-A437-AFDC8BC5A345}" dt="2026-06-02T08:59:27.257" v="823" actId="1076"/>
          <ac:grpSpMkLst>
            <pc:docMk/>
            <pc:sldMk cId="2909674854" sldId="326"/>
            <ac:grpSpMk id="16" creationId="{83FA6B21-9DA5-A9C2-6E3C-6FC8BC9C922F}"/>
          </ac:grpSpMkLst>
        </pc:grpChg>
        <pc:grpChg chg="add mod">
          <ac:chgData name="Alexis MARTIN" userId="ec32c3d9-5957-42d0-8757-996fd533d25b" providerId="ADAL" clId="{B76BE869-635B-4DC9-A437-AFDC8BC5A345}" dt="2026-06-02T09:13:00.859" v="864" actId="1076"/>
          <ac:grpSpMkLst>
            <pc:docMk/>
            <pc:sldMk cId="2909674854" sldId="326"/>
            <ac:grpSpMk id="23" creationId="{8E809811-10B6-042C-5623-8781ACCD5832}"/>
          </ac:grpSpMkLst>
        </pc:grpChg>
        <pc:picChg chg="add mod">
          <ac:chgData name="Alexis MARTIN" userId="ec32c3d9-5957-42d0-8757-996fd533d25b" providerId="ADAL" clId="{B76BE869-635B-4DC9-A437-AFDC8BC5A345}" dt="2026-06-02T08:59:25.134" v="822" actId="164"/>
          <ac:picMkLst>
            <pc:docMk/>
            <pc:sldMk cId="2909674854" sldId="326"/>
            <ac:picMk id="11" creationId="{E8C8C746-F811-4F09-F596-F4D535441D09}"/>
          </ac:picMkLst>
        </pc:picChg>
        <pc:picChg chg="add mod modCrop">
          <ac:chgData name="Alexis MARTIN" userId="ec32c3d9-5957-42d0-8757-996fd533d25b" providerId="ADAL" clId="{B76BE869-635B-4DC9-A437-AFDC8BC5A345}" dt="2026-06-02T08:59:15.252" v="819" actId="164"/>
          <ac:picMkLst>
            <pc:docMk/>
            <pc:sldMk cId="2909674854" sldId="326"/>
            <ac:picMk id="13" creationId="{2D9194EC-B354-06FB-5B52-CF01F0C11857}"/>
          </ac:picMkLst>
        </pc:picChg>
        <pc:picChg chg="add mod modCrop">
          <ac:chgData name="Alexis MARTIN" userId="ec32c3d9-5957-42d0-8757-996fd533d25b" providerId="ADAL" clId="{B76BE869-635B-4DC9-A437-AFDC8BC5A345}" dt="2026-06-02T08:59:15.252" v="819" actId="164"/>
          <ac:picMkLst>
            <pc:docMk/>
            <pc:sldMk cId="2909674854" sldId="326"/>
            <ac:picMk id="14" creationId="{DD8343DD-C2DA-9848-145D-312DB8AC086D}"/>
          </ac:picMkLst>
        </pc:picChg>
        <pc:picChg chg="add mod">
          <ac:chgData name="Alexis MARTIN" userId="ec32c3d9-5957-42d0-8757-996fd533d25b" providerId="ADAL" clId="{B76BE869-635B-4DC9-A437-AFDC8BC5A345}" dt="2026-06-02T09:03:24.274" v="856" actId="164"/>
          <ac:picMkLst>
            <pc:docMk/>
            <pc:sldMk cId="2909674854" sldId="326"/>
            <ac:picMk id="20" creationId="{F968D944-61CD-3685-867E-9BE45FEE72C9}"/>
          </ac:picMkLst>
        </pc:picChg>
        <pc:picChg chg="add mod">
          <ac:chgData name="Alexis MARTIN" userId="ec32c3d9-5957-42d0-8757-996fd533d25b" providerId="ADAL" clId="{B76BE869-635B-4DC9-A437-AFDC8BC5A345}" dt="2026-06-02T09:13:02.925" v="865" actId="1076"/>
          <ac:picMkLst>
            <pc:docMk/>
            <pc:sldMk cId="2909674854" sldId="326"/>
            <ac:picMk id="51202" creationId="{3F86CB6D-DFEE-FF6B-AC7A-1E439903F7A2}"/>
          </ac:picMkLst>
        </pc:picChg>
      </pc:sldChg>
      <pc:sldChg chg="modSp add mod">
        <pc:chgData name="Alexis MARTIN" userId="ec32c3d9-5957-42d0-8757-996fd533d25b" providerId="ADAL" clId="{B76BE869-635B-4DC9-A437-AFDC8BC5A345}" dt="2026-06-02T12:44:21.237" v="1564" actId="1076"/>
        <pc:sldMkLst>
          <pc:docMk/>
          <pc:sldMk cId="2996675936" sldId="327"/>
        </pc:sldMkLst>
        <pc:spChg chg="mod">
          <ac:chgData name="Alexis MARTIN" userId="ec32c3d9-5957-42d0-8757-996fd533d25b" providerId="ADAL" clId="{B76BE869-635B-4DC9-A437-AFDC8BC5A345}" dt="2026-06-02T12:44:21.237" v="1564" actId="1076"/>
          <ac:spMkLst>
            <pc:docMk/>
            <pc:sldMk cId="2996675936" sldId="327"/>
            <ac:spMk id="21" creationId="{451FF27A-2F11-D4A7-E596-C76FE96FDA95}"/>
          </ac:spMkLst>
        </pc:spChg>
      </pc:sldChg>
      <pc:sldChg chg="addSp delSp modSp add mod">
        <pc:chgData name="Alexis MARTIN" userId="ec32c3d9-5957-42d0-8757-996fd533d25b" providerId="ADAL" clId="{B76BE869-635B-4DC9-A437-AFDC8BC5A345}" dt="2026-06-02T12:38:31.172" v="1562" actId="1076"/>
        <pc:sldMkLst>
          <pc:docMk/>
          <pc:sldMk cId="2714479675" sldId="328"/>
        </pc:sldMkLst>
        <pc:spChg chg="mod">
          <ac:chgData name="Alexis MARTIN" userId="ec32c3d9-5957-42d0-8757-996fd533d25b" providerId="ADAL" clId="{B76BE869-635B-4DC9-A437-AFDC8BC5A345}" dt="2026-06-02T09:40:10.241" v="1003" actId="20577"/>
          <ac:spMkLst>
            <pc:docMk/>
            <pc:sldMk cId="2714479675" sldId="328"/>
            <ac:spMk id="4" creationId="{C8310AAD-8E5D-2D5C-E287-FC848B0F745B}"/>
          </ac:spMkLst>
        </pc:spChg>
        <pc:spChg chg="mod">
          <ac:chgData name="Alexis MARTIN" userId="ec32c3d9-5957-42d0-8757-996fd533d25b" providerId="ADAL" clId="{B76BE869-635B-4DC9-A437-AFDC8BC5A345}" dt="2026-06-02T10:02:56.080" v="1294" actId="20577"/>
          <ac:spMkLst>
            <pc:docMk/>
            <pc:sldMk cId="2714479675" sldId="328"/>
            <ac:spMk id="10" creationId="{3F9F5418-363C-F875-8511-E9C6A08F9979}"/>
          </ac:spMkLst>
        </pc:spChg>
        <pc:spChg chg="mod">
          <ac:chgData name="Alexis MARTIN" userId="ec32c3d9-5957-42d0-8757-996fd533d25b" providerId="ADAL" clId="{B76BE869-635B-4DC9-A437-AFDC8BC5A345}" dt="2026-06-02T10:02:37.690" v="1291" actId="20577"/>
          <ac:spMkLst>
            <pc:docMk/>
            <pc:sldMk cId="2714479675" sldId="328"/>
            <ac:spMk id="11" creationId="{2EF674B9-FF6E-37BE-6848-4BFDF4B6A534}"/>
          </ac:spMkLst>
        </pc:spChg>
        <pc:grpChg chg="add mod">
          <ac:chgData name="Alexis MARTIN" userId="ec32c3d9-5957-42d0-8757-996fd533d25b" providerId="ADAL" clId="{B76BE869-635B-4DC9-A437-AFDC8BC5A345}" dt="2026-06-02T10:02:43.582" v="1293" actId="1076"/>
          <ac:grpSpMkLst>
            <pc:docMk/>
            <pc:sldMk cId="2714479675" sldId="328"/>
            <ac:grpSpMk id="13" creationId="{A45779E7-067B-594A-1F77-68B7047C2A72}"/>
          </ac:grpSpMkLst>
        </pc:grpChg>
        <pc:picChg chg="add mod modCrop">
          <ac:chgData name="Alexis MARTIN" userId="ec32c3d9-5957-42d0-8757-996fd533d25b" providerId="ADAL" clId="{B76BE869-635B-4DC9-A437-AFDC8BC5A345}" dt="2026-06-02T12:38:31.172" v="1562" actId="1076"/>
          <ac:picMkLst>
            <pc:docMk/>
            <pc:sldMk cId="2714479675" sldId="328"/>
            <ac:picMk id="7" creationId="{532DA0ED-9322-2EAF-03A4-01860417D620}"/>
          </ac:picMkLst>
        </pc:picChg>
        <pc:picChg chg="add mod modCrop">
          <ac:chgData name="Alexis MARTIN" userId="ec32c3d9-5957-42d0-8757-996fd533d25b" providerId="ADAL" clId="{B76BE869-635B-4DC9-A437-AFDC8BC5A345}" dt="2026-06-02T09:43:58.432" v="1069" actId="164"/>
          <ac:picMkLst>
            <pc:docMk/>
            <pc:sldMk cId="2714479675" sldId="328"/>
            <ac:picMk id="12" creationId="{D294962C-0830-5464-8671-6829F7370624}"/>
          </ac:picMkLst>
        </pc:picChg>
        <pc:picChg chg="add mod">
          <ac:chgData name="Alexis MARTIN" userId="ec32c3d9-5957-42d0-8757-996fd533d25b" providerId="ADAL" clId="{B76BE869-635B-4DC9-A437-AFDC8BC5A345}" dt="2026-06-02T10:02:19.670" v="1268" actId="1076"/>
          <ac:picMkLst>
            <pc:docMk/>
            <pc:sldMk cId="2714479675" sldId="328"/>
            <ac:picMk id="16" creationId="{AD67B29B-EA83-5B32-48A1-3131E8BA41F9}"/>
          </ac:picMkLst>
        </pc:picChg>
      </pc:sldChg>
      <pc:sldChg chg="addSp delSp modSp add mod">
        <pc:chgData name="Alexis MARTIN" userId="ec32c3d9-5957-42d0-8757-996fd533d25b" providerId="ADAL" clId="{B76BE869-635B-4DC9-A437-AFDC8BC5A345}" dt="2026-06-02T11:36:50.798" v="1328" actId="20577"/>
        <pc:sldMkLst>
          <pc:docMk/>
          <pc:sldMk cId="3464787596" sldId="329"/>
        </pc:sldMkLst>
        <pc:spChg chg="mod">
          <ac:chgData name="Alexis MARTIN" userId="ec32c3d9-5957-42d0-8757-996fd533d25b" providerId="ADAL" clId="{B76BE869-635B-4DC9-A437-AFDC8BC5A345}" dt="2026-06-02T09:49:23.615" v="1083" actId="20577"/>
          <ac:spMkLst>
            <pc:docMk/>
            <pc:sldMk cId="3464787596" sldId="329"/>
            <ac:spMk id="4" creationId="{41C410DD-AC2E-AFA3-E3AD-7C29D6B091AC}"/>
          </ac:spMkLst>
        </pc:spChg>
        <pc:spChg chg="mod">
          <ac:chgData name="Alexis MARTIN" userId="ec32c3d9-5957-42d0-8757-996fd533d25b" providerId="ADAL" clId="{B76BE869-635B-4DC9-A437-AFDC8BC5A345}" dt="2026-06-02T11:36:50.798" v="1328" actId="20577"/>
          <ac:spMkLst>
            <pc:docMk/>
            <pc:sldMk cId="3464787596" sldId="329"/>
            <ac:spMk id="10" creationId="{59C4ABFC-0B0E-BD25-0399-D8EC0F0D802B}"/>
          </ac:spMkLst>
        </pc:spChg>
        <pc:spChg chg="mod">
          <ac:chgData name="Alexis MARTIN" userId="ec32c3d9-5957-42d0-8757-996fd533d25b" providerId="ADAL" clId="{B76BE869-635B-4DC9-A437-AFDC8BC5A345}" dt="2026-06-02T09:51:12.440" v="1135" actId="115"/>
          <ac:spMkLst>
            <pc:docMk/>
            <pc:sldMk cId="3464787596" sldId="329"/>
            <ac:spMk id="11" creationId="{9C545AF4-D7D6-E30F-A49A-2DB3803C6F1B}"/>
          </ac:spMkLst>
        </pc:spChg>
        <pc:picChg chg="add mod">
          <ac:chgData name="Alexis MARTIN" userId="ec32c3d9-5957-42d0-8757-996fd533d25b" providerId="ADAL" clId="{B76BE869-635B-4DC9-A437-AFDC8BC5A345}" dt="2026-06-02T09:51:39.590" v="1139" actId="1076"/>
          <ac:picMkLst>
            <pc:docMk/>
            <pc:sldMk cId="3464787596" sldId="329"/>
            <ac:picMk id="9" creationId="{2175F017-46D1-5EE4-6C2B-0941792939F9}"/>
          </ac:picMkLst>
        </pc:picChg>
        <pc:picChg chg="add mod">
          <ac:chgData name="Alexis MARTIN" userId="ec32c3d9-5957-42d0-8757-996fd533d25b" providerId="ADAL" clId="{B76BE869-635B-4DC9-A437-AFDC8BC5A345}" dt="2026-06-02T09:52:17.036" v="1141" actId="1076"/>
          <ac:picMkLst>
            <pc:docMk/>
            <pc:sldMk cId="3464787596" sldId="329"/>
            <ac:picMk id="17" creationId="{25044C52-9B55-1B99-6AB3-A7F3B996275E}"/>
          </ac:picMkLst>
        </pc:picChg>
        <pc:picChg chg="add mod">
          <ac:chgData name="Alexis MARTIN" userId="ec32c3d9-5957-42d0-8757-996fd533d25b" providerId="ADAL" clId="{B76BE869-635B-4DC9-A437-AFDC8BC5A345}" dt="2026-06-02T11:33:32.912" v="1298" actId="1076"/>
          <ac:picMkLst>
            <pc:docMk/>
            <pc:sldMk cId="3464787596" sldId="329"/>
            <ac:picMk id="19" creationId="{A7D36F6C-B1EB-A62A-D4C4-3DCC3F0FA422}"/>
          </ac:picMkLst>
        </pc:picChg>
        <pc:picChg chg="add mod modCrop">
          <ac:chgData name="Alexis MARTIN" userId="ec32c3d9-5957-42d0-8757-996fd533d25b" providerId="ADAL" clId="{B76BE869-635B-4DC9-A437-AFDC8BC5A345}" dt="2026-06-02T11:36:00.051" v="1308" actId="1076"/>
          <ac:picMkLst>
            <pc:docMk/>
            <pc:sldMk cId="3464787596" sldId="329"/>
            <ac:picMk id="21" creationId="{1A0A726F-050B-990E-3A09-2919C3B32233}"/>
          </ac:picMkLst>
        </pc:picChg>
      </pc:sldChg>
      <pc:sldChg chg="addSp delSp modSp new mod ord">
        <pc:chgData name="Alexis MARTIN" userId="ec32c3d9-5957-42d0-8757-996fd533d25b" providerId="ADAL" clId="{B76BE869-635B-4DC9-A437-AFDC8BC5A345}" dt="2026-06-02T12:45:01.982" v="1567" actId="20577"/>
        <pc:sldMkLst>
          <pc:docMk/>
          <pc:sldMk cId="1179232946" sldId="330"/>
        </pc:sldMkLst>
        <pc:spChg chg="add mod">
          <ac:chgData name="Alexis MARTIN" userId="ec32c3d9-5957-42d0-8757-996fd533d25b" providerId="ADAL" clId="{B76BE869-635B-4DC9-A437-AFDC8BC5A345}" dt="2026-06-02T11:40:55.022" v="1332"/>
          <ac:spMkLst>
            <pc:docMk/>
            <pc:sldMk cId="1179232946" sldId="330"/>
            <ac:spMk id="3" creationId="{743EADD7-B1DE-DDB3-BDD5-4E44255223F1}"/>
          </ac:spMkLst>
        </pc:spChg>
        <pc:spChg chg="add mod">
          <ac:chgData name="Alexis MARTIN" userId="ec32c3d9-5957-42d0-8757-996fd533d25b" providerId="ADAL" clId="{B76BE869-635B-4DC9-A437-AFDC8BC5A345}" dt="2026-06-02T11:41:02.999" v="1337" actId="20577"/>
          <ac:spMkLst>
            <pc:docMk/>
            <pc:sldMk cId="1179232946" sldId="330"/>
            <ac:spMk id="4" creationId="{695C7C93-BBA7-1D6B-3244-27F49E4BB922}"/>
          </ac:spMkLst>
        </pc:spChg>
        <pc:spChg chg="add mod">
          <ac:chgData name="Alexis MARTIN" userId="ec32c3d9-5957-42d0-8757-996fd533d25b" providerId="ADAL" clId="{B76BE869-635B-4DC9-A437-AFDC8BC5A345}" dt="2026-06-02T12:35:45.384" v="1500" actId="1035"/>
          <ac:spMkLst>
            <pc:docMk/>
            <pc:sldMk cId="1179232946" sldId="330"/>
            <ac:spMk id="7" creationId="{7C529F6C-DBF7-2F74-72D9-1AA597D32724}"/>
          </ac:spMkLst>
        </pc:spChg>
        <pc:spChg chg="add mod">
          <ac:chgData name="Alexis MARTIN" userId="ec32c3d9-5957-42d0-8757-996fd533d25b" providerId="ADAL" clId="{B76BE869-635B-4DC9-A437-AFDC8BC5A345}" dt="2026-06-02T12:45:01.982" v="1567" actId="20577"/>
          <ac:spMkLst>
            <pc:docMk/>
            <pc:sldMk cId="1179232946" sldId="330"/>
            <ac:spMk id="9" creationId="{8E54667B-17B9-F2B3-73AA-D1475E36347A}"/>
          </ac:spMkLst>
        </pc:spChg>
        <pc:grpChg chg="add mod">
          <ac:chgData name="Alexis MARTIN" userId="ec32c3d9-5957-42d0-8757-996fd533d25b" providerId="ADAL" clId="{B76BE869-635B-4DC9-A437-AFDC8BC5A345}" dt="2026-06-02T12:37:39.590" v="1545" actId="164"/>
          <ac:grpSpMkLst>
            <pc:docMk/>
            <pc:sldMk cId="1179232946" sldId="330"/>
            <ac:grpSpMk id="26" creationId="{B683455D-818C-059C-9F62-FF81293974BA}"/>
          </ac:grpSpMkLst>
        </pc:grpChg>
        <pc:picChg chg="add mod">
          <ac:chgData name="Alexis MARTIN" userId="ec32c3d9-5957-42d0-8757-996fd533d25b" providerId="ADAL" clId="{B76BE869-635B-4DC9-A437-AFDC8BC5A345}" dt="2026-06-02T12:35:47.860" v="1504" actId="1035"/>
          <ac:picMkLst>
            <pc:docMk/>
            <pc:sldMk cId="1179232946" sldId="330"/>
            <ac:picMk id="6" creationId="{299E5EB4-3868-3BFE-89A4-E96048C351F7}"/>
          </ac:picMkLst>
        </pc:picChg>
        <pc:picChg chg="add mod">
          <ac:chgData name="Alexis MARTIN" userId="ec32c3d9-5957-42d0-8757-996fd533d25b" providerId="ADAL" clId="{B76BE869-635B-4DC9-A437-AFDC8BC5A345}" dt="2026-06-02T12:35:28.632" v="1485" actId="1036"/>
          <ac:picMkLst>
            <pc:docMk/>
            <pc:sldMk cId="1179232946" sldId="330"/>
            <ac:picMk id="13" creationId="{1A57E777-9863-B416-2B36-64954E140FDB}"/>
          </ac:picMkLst>
        </pc:picChg>
        <pc:picChg chg="add mod">
          <ac:chgData name="Alexis MARTIN" userId="ec32c3d9-5957-42d0-8757-996fd533d25b" providerId="ADAL" clId="{B76BE869-635B-4DC9-A437-AFDC8BC5A345}" dt="2026-06-02T12:35:28.632" v="1485" actId="1036"/>
          <ac:picMkLst>
            <pc:docMk/>
            <pc:sldMk cId="1179232946" sldId="330"/>
            <ac:picMk id="15" creationId="{70BEBD97-A38C-B533-5507-60880729E71D}"/>
          </ac:picMkLst>
        </pc:picChg>
        <pc:picChg chg="add mod modCrop">
          <ac:chgData name="Alexis MARTIN" userId="ec32c3d9-5957-42d0-8757-996fd533d25b" providerId="ADAL" clId="{B76BE869-635B-4DC9-A437-AFDC8BC5A345}" dt="2026-06-02T12:09:01.786" v="1458" actId="1076"/>
          <ac:picMkLst>
            <pc:docMk/>
            <pc:sldMk cId="1179232946" sldId="330"/>
            <ac:picMk id="17" creationId="{A695AF0A-1363-5890-E1CB-A432ED72BB9C}"/>
          </ac:picMkLst>
        </pc:picChg>
        <pc:picChg chg="add mod modCrop">
          <ac:chgData name="Alexis MARTIN" userId="ec32c3d9-5957-42d0-8757-996fd533d25b" providerId="ADAL" clId="{B76BE869-635B-4DC9-A437-AFDC8BC5A345}" dt="2026-06-02T12:09:47.459" v="1470" actId="1076"/>
          <ac:picMkLst>
            <pc:docMk/>
            <pc:sldMk cId="1179232946" sldId="330"/>
            <ac:picMk id="19" creationId="{418910B5-2B26-DD8D-FBC0-558F09DEF5FD}"/>
          </ac:picMkLst>
        </pc:picChg>
        <pc:picChg chg="add mod modCrop">
          <ac:chgData name="Alexis MARTIN" userId="ec32c3d9-5957-42d0-8757-996fd533d25b" providerId="ADAL" clId="{B76BE869-635B-4DC9-A437-AFDC8BC5A345}" dt="2026-06-02T12:37:39.590" v="1545" actId="164"/>
          <ac:picMkLst>
            <pc:docMk/>
            <pc:sldMk cId="1179232946" sldId="330"/>
            <ac:picMk id="21" creationId="{51C76527-D259-4378-0D2F-327E688F2F88}"/>
          </ac:picMkLst>
        </pc:picChg>
        <pc:picChg chg="add mod">
          <ac:chgData name="Alexis MARTIN" userId="ec32c3d9-5957-42d0-8757-996fd533d25b" providerId="ADAL" clId="{B76BE869-635B-4DC9-A437-AFDC8BC5A345}" dt="2026-06-02T12:37:39.590" v="1545" actId="164"/>
          <ac:picMkLst>
            <pc:docMk/>
            <pc:sldMk cId="1179232946" sldId="330"/>
            <ac:picMk id="23" creationId="{DABE122C-1AD2-A12D-FCFD-75FF2FF6DED2}"/>
          </ac:picMkLst>
        </pc:picChg>
        <pc:picChg chg="add mod">
          <ac:chgData name="Alexis MARTIN" userId="ec32c3d9-5957-42d0-8757-996fd533d25b" providerId="ADAL" clId="{B76BE869-635B-4DC9-A437-AFDC8BC5A345}" dt="2026-06-02T12:37:39.590" v="1545" actId="164"/>
          <ac:picMkLst>
            <pc:docMk/>
            <pc:sldMk cId="1179232946" sldId="330"/>
            <ac:picMk id="25" creationId="{CC3E0B24-2D48-5A90-079D-B8F0CEABAC2A}"/>
          </ac:picMkLst>
        </pc:picChg>
        <pc:cxnChg chg="add mod">
          <ac:chgData name="Alexis MARTIN" userId="ec32c3d9-5957-42d0-8757-996fd533d25b" providerId="ADAL" clId="{B76BE869-635B-4DC9-A437-AFDC8BC5A345}" dt="2026-06-02T11:40:55.022" v="1332"/>
          <ac:cxnSpMkLst>
            <pc:docMk/>
            <pc:sldMk cId="1179232946" sldId="330"/>
            <ac:cxnSpMk id="2" creationId="{2BBCBD67-B11D-C5CC-A3F6-340B0CBB761C}"/>
          </ac:cxnSpMkLst>
        </pc:cxnChg>
      </pc:sldChg>
      <pc:sldChg chg="addSp delSp modSp add mod">
        <pc:chgData name="Alexis MARTIN" userId="ec32c3d9-5957-42d0-8757-996fd533d25b" providerId="ADAL" clId="{B76BE869-635B-4DC9-A437-AFDC8BC5A345}" dt="2026-06-03T12:07:51.364" v="1930" actId="20577"/>
        <pc:sldMkLst>
          <pc:docMk/>
          <pc:sldMk cId="1147546235" sldId="331"/>
        </pc:sldMkLst>
        <pc:spChg chg="add del mod">
          <ac:chgData name="Alexis MARTIN" userId="ec32c3d9-5957-42d0-8757-996fd533d25b" providerId="ADAL" clId="{B76BE869-635B-4DC9-A437-AFDC8BC5A345}" dt="2026-06-03T09:14:01.061" v="1571" actId="478"/>
          <ac:spMkLst>
            <pc:docMk/>
            <pc:sldMk cId="1147546235" sldId="331"/>
            <ac:spMk id="5" creationId="{E1FE7EA1-891A-6C47-6C87-FD52063F6345}"/>
          </ac:spMkLst>
        </pc:spChg>
        <pc:spChg chg="del">
          <ac:chgData name="Alexis MARTIN" userId="ec32c3d9-5957-42d0-8757-996fd533d25b" providerId="ADAL" clId="{B76BE869-635B-4DC9-A437-AFDC8BC5A345}" dt="2026-06-03T09:14:08.243" v="1573" actId="478"/>
          <ac:spMkLst>
            <pc:docMk/>
            <pc:sldMk cId="1147546235" sldId="331"/>
            <ac:spMk id="7" creationId="{DC685649-AB92-6CEF-A8B8-DE866CC83CFA}"/>
          </ac:spMkLst>
        </pc:spChg>
        <pc:spChg chg="mod">
          <ac:chgData name="Alexis MARTIN" userId="ec32c3d9-5957-42d0-8757-996fd533d25b" providerId="ADAL" clId="{B76BE869-635B-4DC9-A437-AFDC8BC5A345}" dt="2026-06-03T12:02:46.786" v="1647" actId="20577"/>
          <ac:spMkLst>
            <pc:docMk/>
            <pc:sldMk cId="1147546235" sldId="331"/>
            <ac:spMk id="9" creationId="{7FBDE935-4967-C75E-3C29-06C7A5B70D5A}"/>
          </ac:spMkLst>
        </pc:spChg>
        <pc:spChg chg="add mod">
          <ac:chgData name="Alexis MARTIN" userId="ec32c3d9-5957-42d0-8757-996fd533d25b" providerId="ADAL" clId="{B76BE869-635B-4DC9-A437-AFDC8BC5A345}" dt="2026-06-03T12:03:32.481" v="1716" actId="20577"/>
          <ac:spMkLst>
            <pc:docMk/>
            <pc:sldMk cId="1147546235" sldId="331"/>
            <ac:spMk id="20" creationId="{4E0C3F66-0F64-C176-552A-C418373D3544}"/>
          </ac:spMkLst>
        </pc:spChg>
        <pc:spChg chg="add del mod">
          <ac:chgData name="Alexis MARTIN" userId="ec32c3d9-5957-42d0-8757-996fd533d25b" providerId="ADAL" clId="{B76BE869-635B-4DC9-A437-AFDC8BC5A345}" dt="2026-06-03T12:02:26.434" v="1612" actId="478"/>
          <ac:spMkLst>
            <pc:docMk/>
            <pc:sldMk cId="1147546235" sldId="331"/>
            <ac:spMk id="22" creationId="{3EE01209-CF85-FCFF-5E68-0255D2BB7970}"/>
          </ac:spMkLst>
        </pc:spChg>
        <pc:grpChg chg="add del mod">
          <ac:chgData name="Alexis MARTIN" userId="ec32c3d9-5957-42d0-8757-996fd533d25b" providerId="ADAL" clId="{B76BE869-635B-4DC9-A437-AFDC8BC5A345}" dt="2026-06-03T09:14:01.061" v="1571" actId="478"/>
          <ac:grpSpMkLst>
            <pc:docMk/>
            <pc:sldMk cId="1147546235" sldId="331"/>
            <ac:grpSpMk id="11" creationId="{ED262522-9E3A-3572-1C8E-9F541A3E3C31}"/>
          </ac:grpSpMkLst>
        </pc:grpChg>
        <pc:grpChg chg="del">
          <ac:chgData name="Alexis MARTIN" userId="ec32c3d9-5957-42d0-8757-996fd533d25b" providerId="ADAL" clId="{B76BE869-635B-4DC9-A437-AFDC8BC5A345}" dt="2026-06-03T09:14:03.663" v="1572" actId="478"/>
          <ac:grpSpMkLst>
            <pc:docMk/>
            <pc:sldMk cId="1147546235" sldId="331"/>
            <ac:grpSpMk id="26" creationId="{4FD69FB5-1B66-CCBE-D637-F13D061C01BD}"/>
          </ac:grpSpMkLst>
        </pc:grpChg>
        <pc:graphicFrameChg chg="add mod modGraphic">
          <ac:chgData name="Alexis MARTIN" userId="ec32c3d9-5957-42d0-8757-996fd533d25b" providerId="ADAL" clId="{B76BE869-635B-4DC9-A437-AFDC8BC5A345}" dt="2026-06-03T12:07:51.364" v="1930" actId="20577"/>
          <ac:graphicFrameMkLst>
            <pc:docMk/>
            <pc:sldMk cId="1147546235" sldId="331"/>
            <ac:graphicFrameMk id="24" creationId="{DF116410-63C1-9191-420C-EDC6659D51D7}"/>
          </ac:graphicFrameMkLst>
        </pc:graphicFrameChg>
        <pc:picChg chg="add del mod">
          <ac:chgData name="Alexis MARTIN" userId="ec32c3d9-5957-42d0-8757-996fd533d25b" providerId="ADAL" clId="{B76BE869-635B-4DC9-A437-AFDC8BC5A345}" dt="2026-06-03T09:14:01.061" v="1571" actId="478"/>
          <ac:picMkLst>
            <pc:docMk/>
            <pc:sldMk cId="1147546235" sldId="331"/>
            <ac:picMk id="8" creationId="{24662E8F-F282-0EA8-1D45-D7A83714149F}"/>
          </ac:picMkLst>
        </pc:picChg>
        <pc:picChg chg="add del mod">
          <ac:chgData name="Alexis MARTIN" userId="ec32c3d9-5957-42d0-8757-996fd533d25b" providerId="ADAL" clId="{B76BE869-635B-4DC9-A437-AFDC8BC5A345}" dt="2026-06-03T09:14:01.061" v="1571" actId="478"/>
          <ac:picMkLst>
            <pc:docMk/>
            <pc:sldMk cId="1147546235" sldId="331"/>
            <ac:picMk id="10" creationId="{478D41B9-7B5A-0331-64C4-BC2A04EC7808}"/>
          </ac:picMkLst>
        </pc:picChg>
        <pc:picChg chg="mod">
          <ac:chgData name="Alexis MARTIN" userId="ec32c3d9-5957-42d0-8757-996fd533d25b" providerId="ADAL" clId="{B76BE869-635B-4DC9-A437-AFDC8BC5A345}" dt="2026-06-03T09:13:58.333" v="1570" actId="571"/>
          <ac:picMkLst>
            <pc:docMk/>
            <pc:sldMk cId="1147546235" sldId="331"/>
            <ac:picMk id="12" creationId="{2EA86EC9-4909-B5D9-75AB-4FC7A842B32F}"/>
          </ac:picMkLst>
        </pc:picChg>
        <pc:picChg chg="del">
          <ac:chgData name="Alexis MARTIN" userId="ec32c3d9-5957-42d0-8757-996fd533d25b" providerId="ADAL" clId="{B76BE869-635B-4DC9-A437-AFDC8BC5A345}" dt="2026-06-03T09:14:03.663" v="1572" actId="478"/>
          <ac:picMkLst>
            <pc:docMk/>
            <pc:sldMk cId="1147546235" sldId="331"/>
            <ac:picMk id="13" creationId="{7AEFE4BC-C98F-3667-818B-4458F823E234}"/>
          </ac:picMkLst>
        </pc:picChg>
        <pc:picChg chg="mod">
          <ac:chgData name="Alexis MARTIN" userId="ec32c3d9-5957-42d0-8757-996fd533d25b" providerId="ADAL" clId="{B76BE869-635B-4DC9-A437-AFDC8BC5A345}" dt="2026-06-03T09:13:58.333" v="1570" actId="571"/>
          <ac:picMkLst>
            <pc:docMk/>
            <pc:sldMk cId="1147546235" sldId="331"/>
            <ac:picMk id="14" creationId="{7969796D-CCC6-08F6-0573-65254ADC1B5D}"/>
          </ac:picMkLst>
        </pc:picChg>
        <pc:picChg chg="del">
          <ac:chgData name="Alexis MARTIN" userId="ec32c3d9-5957-42d0-8757-996fd533d25b" providerId="ADAL" clId="{B76BE869-635B-4DC9-A437-AFDC8BC5A345}" dt="2026-06-03T09:14:03.663" v="1572" actId="478"/>
          <ac:picMkLst>
            <pc:docMk/>
            <pc:sldMk cId="1147546235" sldId="331"/>
            <ac:picMk id="15" creationId="{90FB970B-F24E-0512-EA8D-0D8AC352172A}"/>
          </ac:picMkLst>
        </pc:picChg>
        <pc:picChg chg="mod">
          <ac:chgData name="Alexis MARTIN" userId="ec32c3d9-5957-42d0-8757-996fd533d25b" providerId="ADAL" clId="{B76BE869-635B-4DC9-A437-AFDC8BC5A345}" dt="2026-06-03T09:13:58.333" v="1570" actId="571"/>
          <ac:picMkLst>
            <pc:docMk/>
            <pc:sldMk cId="1147546235" sldId="331"/>
            <ac:picMk id="16" creationId="{DA3C5982-B162-DC55-67BB-DDF3166A1003}"/>
          </ac:picMkLst>
        </pc:picChg>
        <pc:picChg chg="del">
          <ac:chgData name="Alexis MARTIN" userId="ec32c3d9-5957-42d0-8757-996fd533d25b" providerId="ADAL" clId="{B76BE869-635B-4DC9-A437-AFDC8BC5A345}" dt="2026-06-03T09:14:01.061" v="1571" actId="478"/>
          <ac:picMkLst>
            <pc:docMk/>
            <pc:sldMk cId="1147546235" sldId="331"/>
            <ac:picMk id="17" creationId="{E0F64B55-12AC-B1B8-CE8A-9FEF6B00F684}"/>
          </ac:picMkLst>
        </pc:picChg>
        <pc:picChg chg="del">
          <ac:chgData name="Alexis MARTIN" userId="ec32c3d9-5957-42d0-8757-996fd533d25b" providerId="ADAL" clId="{B76BE869-635B-4DC9-A437-AFDC8BC5A345}" dt="2026-06-03T09:14:01.061" v="1571" actId="478"/>
          <ac:picMkLst>
            <pc:docMk/>
            <pc:sldMk cId="1147546235" sldId="331"/>
            <ac:picMk id="19" creationId="{6D811CD5-EB6A-735D-79AF-909502ED5E0D}"/>
          </ac:picMkLst>
        </pc:picChg>
      </pc:sldChg>
      <pc:sldChg chg="addSp delSp modSp add del mod">
        <pc:chgData name="Alexis MARTIN" userId="ec32c3d9-5957-42d0-8757-996fd533d25b" providerId="ADAL" clId="{B76BE869-635B-4DC9-A437-AFDC8BC5A345}" dt="2026-06-04T07:19:34.717" v="1959" actId="47"/>
        <pc:sldMkLst>
          <pc:docMk/>
          <pc:sldMk cId="2666204159" sldId="332"/>
        </pc:sldMkLst>
        <pc:spChg chg="mod">
          <ac:chgData name="Alexis MARTIN" userId="ec32c3d9-5957-42d0-8757-996fd533d25b" providerId="ADAL" clId="{B76BE869-635B-4DC9-A437-AFDC8BC5A345}" dt="2026-06-04T07:18:12.042" v="1943" actId="20577"/>
          <ac:spMkLst>
            <pc:docMk/>
            <pc:sldMk cId="2666204159" sldId="332"/>
            <ac:spMk id="4" creationId="{0482B23D-A0BC-7BC7-4AC5-9F95FFEEBF53}"/>
          </ac:spMkLst>
        </pc:spChg>
        <pc:picChg chg="add mod">
          <ac:chgData name="Alexis MARTIN" userId="ec32c3d9-5957-42d0-8757-996fd533d25b" providerId="ADAL" clId="{B76BE869-635B-4DC9-A437-AFDC8BC5A345}" dt="2026-06-04T07:18:16.325" v="1945" actId="14100"/>
          <ac:picMkLst>
            <pc:docMk/>
            <pc:sldMk cId="2666204159" sldId="332"/>
            <ac:picMk id="3" creationId="{135C4669-FFD5-CB3F-DD8B-B3ACB43DE809}"/>
          </ac:picMkLst>
        </pc:picChg>
        <pc:picChg chg="del">
          <ac:chgData name="Alexis MARTIN" userId="ec32c3d9-5957-42d0-8757-996fd533d25b" providerId="ADAL" clId="{B76BE869-635B-4DC9-A437-AFDC8BC5A345}" dt="2026-06-04T07:18:04.268" v="1932" actId="478"/>
          <ac:picMkLst>
            <pc:docMk/>
            <pc:sldMk cId="2666204159" sldId="332"/>
            <ac:picMk id="6" creationId="{CC5E0D1C-5EFE-EB5D-D749-F8DE2153BE3A}"/>
          </ac:picMkLst>
        </pc:picChg>
      </pc:sldChg>
      <pc:sldChg chg="delSp modSp add">
        <pc:chgData name="Alexis MARTIN" userId="ec32c3d9-5957-42d0-8757-996fd533d25b" providerId="ADAL" clId="{B76BE869-635B-4DC9-A437-AFDC8BC5A345}" dt="2026-06-04T07:51:06.074" v="2209" actId="1076"/>
        <pc:sldMkLst>
          <pc:docMk/>
          <pc:sldMk cId="3790002621" sldId="332"/>
        </pc:sldMkLst>
        <pc:picChg chg="del">
          <ac:chgData name="Alexis MARTIN" userId="ec32c3d9-5957-42d0-8757-996fd533d25b" providerId="ADAL" clId="{B76BE869-635B-4DC9-A437-AFDC8BC5A345}" dt="2026-06-04T07:44:32.525" v="2113" actId="478"/>
          <ac:picMkLst>
            <pc:docMk/>
            <pc:sldMk cId="3790002621" sldId="332"/>
            <ac:picMk id="6" creationId="{E0BC76D7-8C87-9A6A-5E28-0C0199C64E80}"/>
          </ac:picMkLst>
        </pc:picChg>
        <pc:picChg chg="mod">
          <ac:chgData name="Alexis MARTIN" userId="ec32c3d9-5957-42d0-8757-996fd533d25b" providerId="ADAL" clId="{B76BE869-635B-4DC9-A437-AFDC8BC5A345}" dt="2026-06-04T07:51:06.074" v="2209" actId="1076"/>
          <ac:picMkLst>
            <pc:docMk/>
            <pc:sldMk cId="3790002621" sldId="332"/>
            <ac:picMk id="7" creationId="{6E8DF1A0-D979-6CE7-683A-44DD1F5F889D}"/>
          </ac:picMkLst>
        </pc:picChg>
        <pc:picChg chg="mod">
          <ac:chgData name="Alexis MARTIN" userId="ec32c3d9-5957-42d0-8757-996fd533d25b" providerId="ADAL" clId="{B76BE869-635B-4DC9-A437-AFDC8BC5A345}" dt="2026-06-04T07:51:06.074" v="2209" actId="1076"/>
          <ac:picMkLst>
            <pc:docMk/>
            <pc:sldMk cId="3790002621" sldId="332"/>
            <ac:picMk id="10" creationId="{39A32C12-9126-6F95-6996-67810FB19E08}"/>
          </ac:picMkLst>
        </pc:picChg>
      </pc:sldChg>
      <pc:sldChg chg="addSp delSp modSp add mod">
        <pc:chgData name="Alexis MARTIN" userId="ec32c3d9-5957-42d0-8757-996fd533d25b" providerId="ADAL" clId="{B76BE869-635B-4DC9-A437-AFDC8BC5A345}" dt="2026-06-04T07:58:18.394" v="2253" actId="1076"/>
        <pc:sldMkLst>
          <pc:docMk/>
          <pc:sldMk cId="2326023593" sldId="333"/>
        </pc:sldMkLst>
        <pc:spChg chg="mod">
          <ac:chgData name="Alexis MARTIN" userId="ec32c3d9-5957-42d0-8757-996fd533d25b" providerId="ADAL" clId="{B76BE869-635B-4DC9-A437-AFDC8BC5A345}" dt="2026-06-04T07:53:50.594" v="2233" actId="14100"/>
          <ac:spMkLst>
            <pc:docMk/>
            <pc:sldMk cId="2326023593" sldId="333"/>
            <ac:spMk id="4" creationId="{8E5DE071-903A-13E1-7D30-9D549CEC8F63}"/>
          </ac:spMkLst>
        </pc:spChg>
        <pc:spChg chg="add mod">
          <ac:chgData name="Alexis MARTIN" userId="ec32c3d9-5957-42d0-8757-996fd533d25b" providerId="ADAL" clId="{B76BE869-635B-4DC9-A437-AFDC8BC5A345}" dt="2026-06-04T07:58:14.494" v="2251" actId="1076"/>
          <ac:spMkLst>
            <pc:docMk/>
            <pc:sldMk cId="2326023593" sldId="333"/>
            <ac:spMk id="17" creationId="{D01C1478-D965-6D3A-DA8C-5AB493373014}"/>
          </ac:spMkLst>
        </pc:spChg>
        <pc:picChg chg="del">
          <ac:chgData name="Alexis MARTIN" userId="ec32c3d9-5957-42d0-8757-996fd533d25b" providerId="ADAL" clId="{B76BE869-635B-4DC9-A437-AFDC8BC5A345}" dt="2026-06-04T07:53:33.524" v="2217" actId="478"/>
          <ac:picMkLst>
            <pc:docMk/>
            <pc:sldMk cId="2326023593" sldId="333"/>
            <ac:picMk id="3" creationId="{CBF31F34-C896-C6EB-2C93-B99BA884C1D1}"/>
          </ac:picMkLst>
        </pc:picChg>
        <pc:picChg chg="add mod">
          <ac:chgData name="Alexis MARTIN" userId="ec32c3d9-5957-42d0-8757-996fd533d25b" providerId="ADAL" clId="{B76BE869-635B-4DC9-A437-AFDC8BC5A345}" dt="2026-06-04T07:56:05.454" v="2243" actId="1076"/>
          <ac:picMkLst>
            <pc:docMk/>
            <pc:sldMk cId="2326023593" sldId="333"/>
            <ac:picMk id="6" creationId="{286AD931-4942-4508-AA5F-C7D260269E4F}"/>
          </ac:picMkLst>
        </pc:picChg>
        <pc:picChg chg="del">
          <ac:chgData name="Alexis MARTIN" userId="ec32c3d9-5957-42d0-8757-996fd533d25b" providerId="ADAL" clId="{B76BE869-635B-4DC9-A437-AFDC8BC5A345}" dt="2026-06-04T07:53:33.524" v="2217" actId="478"/>
          <ac:picMkLst>
            <pc:docMk/>
            <pc:sldMk cId="2326023593" sldId="333"/>
            <ac:picMk id="11" creationId="{CC013E51-6339-A3DA-62C5-A9BF55A29C45}"/>
          </ac:picMkLst>
        </pc:picChg>
        <pc:picChg chg="add mod">
          <ac:chgData name="Alexis MARTIN" userId="ec32c3d9-5957-42d0-8757-996fd533d25b" providerId="ADAL" clId="{B76BE869-635B-4DC9-A437-AFDC8BC5A345}" dt="2026-06-04T07:56:06.928" v="2244" actId="1076"/>
          <ac:picMkLst>
            <pc:docMk/>
            <pc:sldMk cId="2326023593" sldId="333"/>
            <ac:picMk id="12" creationId="{953599EA-E217-C686-116B-ABE2A30CC6C2}"/>
          </ac:picMkLst>
        </pc:picChg>
        <pc:picChg chg="del">
          <ac:chgData name="Alexis MARTIN" userId="ec32c3d9-5957-42d0-8757-996fd533d25b" providerId="ADAL" clId="{B76BE869-635B-4DC9-A437-AFDC8BC5A345}" dt="2026-06-04T07:53:33.524" v="2217" actId="478"/>
          <ac:picMkLst>
            <pc:docMk/>
            <pc:sldMk cId="2326023593" sldId="333"/>
            <ac:picMk id="13" creationId="{48F399C0-987E-24AD-711A-E3FFE2B928F2}"/>
          </ac:picMkLst>
        </pc:picChg>
        <pc:picChg chg="add mod">
          <ac:chgData name="Alexis MARTIN" userId="ec32c3d9-5957-42d0-8757-996fd533d25b" providerId="ADAL" clId="{B76BE869-635B-4DC9-A437-AFDC8BC5A345}" dt="2026-06-04T07:58:18.394" v="2253" actId="1076"/>
          <ac:picMkLst>
            <pc:docMk/>
            <pc:sldMk cId="2326023593" sldId="333"/>
            <ac:picMk id="15" creationId="{D4183710-55B0-86F6-672B-AA8D0FAE2D3A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1E26CE-A5EE-418B-98DF-F81A968CD86C}" type="datetimeFigureOut">
              <a:rPr lang="fr-FR" smtClean="0"/>
              <a:t>28/05/2026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4F6991-3A85-4424-A8A1-91662E3976C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11049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4F6991-3A85-4424-A8A1-91662E3976CA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34909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Autocicatrisation</a:t>
            </a:r>
            <a:r>
              <a:rPr lang="fr-FR" dirty="0"/>
              <a:t> : apparition d’un arc qui vaporise le film métallique puis apparition d’oxyde isolant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4F6991-3A85-4424-A8A1-91662E3976CA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901693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4F6991-3A85-4424-A8A1-91662E3976CA}" type="slidenum">
              <a:rPr lang="fr-FR" smtClean="0"/>
              <a:t>41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640663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7AF19-4551-70B1-1398-842A1021E8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BD7A715-05A9-6806-7E94-825D6B367A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A7A4DA69-8F91-4F3F-9951-17C4D61BAD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B25851F-9FE7-1E96-7A34-A72EA66498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4F6991-3A85-4424-A8A1-91662E3976CA}" type="slidenum">
              <a:rPr lang="fr-FR" smtClean="0"/>
              <a:t>42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22663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 descr="couv 16-9 25-03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17982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29511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 descr="int 16-9 25-03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340100" cy="6844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7039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int 16-9 25-03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340100" cy="6844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4830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68608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58041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22951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wmf"/><Relationship Id="rId7" Type="http://schemas.openxmlformats.org/officeDocument/2006/relationships/image" Target="../media/image6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3.bin"/><Relationship Id="rId5" Type="http://schemas.openxmlformats.org/officeDocument/2006/relationships/image" Target="../media/image5.wmf"/><Relationship Id="rId10" Type="http://schemas.openxmlformats.org/officeDocument/2006/relationships/image" Target="../media/image8.png"/><Relationship Id="rId4" Type="http://schemas.openxmlformats.org/officeDocument/2006/relationships/oleObject" Target="../embeddings/oleObject2.bin"/><Relationship Id="rId9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w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9.bin"/><Relationship Id="rId13" Type="http://schemas.openxmlformats.org/officeDocument/2006/relationships/image" Target="../media/image21.wmf"/><Relationship Id="rId3" Type="http://schemas.openxmlformats.org/officeDocument/2006/relationships/image" Target="../media/image16.wmf"/><Relationship Id="rId7" Type="http://schemas.openxmlformats.org/officeDocument/2006/relationships/image" Target="../media/image18.wmf"/><Relationship Id="rId12" Type="http://schemas.openxmlformats.org/officeDocument/2006/relationships/oleObject" Target="../embeddings/oleObject11.bin"/><Relationship Id="rId17" Type="http://schemas.openxmlformats.org/officeDocument/2006/relationships/image" Target="../media/image23.wmf"/><Relationship Id="rId2" Type="http://schemas.openxmlformats.org/officeDocument/2006/relationships/oleObject" Target="../embeddings/oleObject6.bin"/><Relationship Id="rId16" Type="http://schemas.openxmlformats.org/officeDocument/2006/relationships/oleObject" Target="../embeddings/oleObject13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8.bin"/><Relationship Id="rId11" Type="http://schemas.openxmlformats.org/officeDocument/2006/relationships/image" Target="../media/image20.wmf"/><Relationship Id="rId5" Type="http://schemas.openxmlformats.org/officeDocument/2006/relationships/image" Target="../media/image17.wmf"/><Relationship Id="rId15" Type="http://schemas.openxmlformats.org/officeDocument/2006/relationships/image" Target="../media/image22.wmf"/><Relationship Id="rId10" Type="http://schemas.openxmlformats.org/officeDocument/2006/relationships/oleObject" Target="../embeddings/oleObject10.bin"/><Relationship Id="rId4" Type="http://schemas.openxmlformats.org/officeDocument/2006/relationships/oleObject" Target="../embeddings/oleObject7.bin"/><Relationship Id="rId9" Type="http://schemas.openxmlformats.org/officeDocument/2006/relationships/image" Target="../media/image19.wmf"/><Relationship Id="rId14" Type="http://schemas.openxmlformats.org/officeDocument/2006/relationships/oleObject" Target="../embeddings/oleObject12.bin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wmf"/><Relationship Id="rId2" Type="http://schemas.openxmlformats.org/officeDocument/2006/relationships/oleObject" Target="../embeddings/oleObject14.bin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5.emf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wm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5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wmf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43.sv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wmf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wmf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emf"/><Relationship Id="rId2" Type="http://schemas.openxmlformats.org/officeDocument/2006/relationships/image" Target="../media/image52.wm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wmf"/><Relationship Id="rId2" Type="http://schemas.openxmlformats.org/officeDocument/2006/relationships/image" Target="../media/image61.wm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3.wmf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wmf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6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emf"/><Relationship Id="rId2" Type="http://schemas.openxmlformats.org/officeDocument/2006/relationships/image" Target="../media/image67.emf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1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72.png"/><Relationship Id="rId7" Type="http://schemas.openxmlformats.org/officeDocument/2006/relationships/image" Target="../media/image7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73.png"/><Relationship Id="rId9" Type="http://schemas.openxmlformats.org/officeDocument/2006/relationships/image" Target="../media/image78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2.png"/><Relationship Id="rId4" Type="http://schemas.openxmlformats.org/officeDocument/2006/relationships/image" Target="../media/image8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4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8.png"/><Relationship Id="rId5" Type="http://schemas.openxmlformats.org/officeDocument/2006/relationships/image" Target="../media/image87.png"/><Relationship Id="rId4" Type="http://schemas.openxmlformats.org/officeDocument/2006/relationships/image" Target="../media/image86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901462" y="3063875"/>
            <a:ext cx="9290538" cy="221456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Titre 1"/>
          <p:cNvSpPr txBox="1">
            <a:spLocks/>
          </p:cNvSpPr>
          <p:nvPr/>
        </p:nvSpPr>
        <p:spPr>
          <a:xfrm>
            <a:off x="3759229" y="3306355"/>
            <a:ext cx="5572713" cy="110349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>
              <a:spcAft>
                <a:spcPct val="0"/>
              </a:spcAft>
            </a:pPr>
            <a:r>
              <a:rPr lang="en-US" altLang="fr-FR" sz="3200" b="1" dirty="0">
                <a:solidFill>
                  <a:prstClr val="white"/>
                </a:solidFill>
                <a:latin typeface="Myriad Pro" pitchFamily="125" charset="0"/>
              </a:rPr>
              <a:t>Energy Conversion I</a:t>
            </a:r>
          </a:p>
        </p:txBody>
      </p:sp>
      <p:sp>
        <p:nvSpPr>
          <p:cNvPr id="6" name="Titre 1"/>
          <p:cNvSpPr txBox="1">
            <a:spLocks/>
          </p:cNvSpPr>
          <p:nvPr/>
        </p:nvSpPr>
        <p:spPr>
          <a:xfrm>
            <a:off x="3759229" y="4444291"/>
            <a:ext cx="5572713" cy="43206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fontAlgn="base">
              <a:spcAft>
                <a:spcPct val="0"/>
              </a:spcAft>
            </a:pPr>
            <a:r>
              <a:rPr lang="en-US" altLang="fr-FR" sz="2400" dirty="0">
                <a:solidFill>
                  <a:prstClr val="white"/>
                </a:solidFill>
                <a:latin typeface="Myriad Pro" pitchFamily="125" charset="0"/>
              </a:rPr>
              <a:t>alexis.martin@ensea.fr</a:t>
            </a:r>
          </a:p>
          <a:p>
            <a:pPr algn="l" fontAlgn="base">
              <a:spcAft>
                <a:spcPct val="0"/>
              </a:spcAft>
            </a:pPr>
            <a:r>
              <a:rPr lang="en-US" altLang="fr-FR" sz="2400" dirty="0">
                <a:solidFill>
                  <a:prstClr val="white"/>
                </a:solidFill>
                <a:latin typeface="Myriad Pro" pitchFamily="125" charset="0"/>
              </a:rPr>
              <a:t>Desk D216</a:t>
            </a:r>
          </a:p>
        </p:txBody>
      </p:sp>
      <p:pic>
        <p:nvPicPr>
          <p:cNvPr id="7" name="Image 6" descr="Logo ENSEA 2021 quadri.psd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0267" y="635245"/>
            <a:ext cx="1609725" cy="1739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9416157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ZoneTexte 13"/>
          <p:cNvSpPr txBox="1"/>
          <p:nvPr/>
        </p:nvSpPr>
        <p:spPr>
          <a:xfrm>
            <a:off x="2110672" y="1747906"/>
            <a:ext cx="808461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Non isolated choppers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Switch mode power supplies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FF0000"/>
                </a:solidFill>
              </a:rPr>
              <a:t>Power components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Passive components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400" dirty="0"/>
              <a:t>Coil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400" dirty="0"/>
              <a:t>Transformer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400" dirty="0"/>
              <a:t>Capacitor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Active components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400" dirty="0"/>
              <a:t>Diodes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400" dirty="0"/>
              <a:t>Transistors</a:t>
            </a:r>
            <a:endParaRPr lang="fr-FR" sz="2400" dirty="0"/>
          </a:p>
        </p:txBody>
      </p:sp>
      <p:sp>
        <p:nvSpPr>
          <p:cNvPr id="14" name="Sous-titre 2"/>
          <p:cNvSpPr txBox="1">
            <a:spLocks/>
          </p:cNvSpPr>
          <p:nvPr/>
        </p:nvSpPr>
        <p:spPr>
          <a:xfrm>
            <a:off x="230707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Layout</a:t>
            </a:r>
            <a:endParaRPr lang="fr-FR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</p:spTree>
    <p:extLst>
      <p:ext uri="{BB962C8B-B14F-4D97-AF65-F5344CB8AC3E}">
        <p14:creationId xmlns:p14="http://schemas.microsoft.com/office/powerpoint/2010/main" val="24825071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900363" y="2794001"/>
            <a:ext cx="9291637" cy="133773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 bwMode="auto">
          <a:xfrm>
            <a:off x="3438525" y="2760135"/>
            <a:ext cx="3984625" cy="1337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  <a:cs typeface="ヒラギノ角ゴ Pro W3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9pPr>
          </a:lstStyle>
          <a:p>
            <a:pPr lvl="0" defTabSz="457200" eaLnBrk="1" hangingPunct="1">
              <a:defRPr/>
            </a:pPr>
            <a:r>
              <a:rPr lang="en-US" sz="2200" dirty="0">
                <a:solidFill>
                  <a:prstClr val="white"/>
                </a:solidFill>
                <a:latin typeface="Myriad Pro" charset="0"/>
                <a:cs typeface="Myriad Pro" charset="0"/>
              </a:rPr>
              <a:t>Passive components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ZoneTexte 8"/>
          <p:cNvSpPr txBox="1"/>
          <p:nvPr/>
        </p:nvSpPr>
        <p:spPr>
          <a:xfrm>
            <a:off x="0" y="0"/>
            <a:ext cx="2479964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42995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Iron core coil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2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2580851"/>
              </p:ext>
            </p:extLst>
          </p:nvPr>
        </p:nvGraphicFramePr>
        <p:xfrm>
          <a:off x="3416657" y="1753281"/>
          <a:ext cx="4103688" cy="2305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2" imgW="3240024" imgH="1819656" progId="Word.Picture.8">
                  <p:embed/>
                </p:oleObj>
              </mc:Choice>
              <mc:Fallback>
                <p:oleObj name="Image" r:id="rId2" imgW="3240024" imgH="1819656" progId="Word.Picture.8">
                  <p:embed/>
                  <p:pic>
                    <p:nvPicPr>
                      <p:cNvPr id="22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16657" y="1753281"/>
                        <a:ext cx="4103688" cy="23050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50908420"/>
              </p:ext>
            </p:extLst>
          </p:nvPr>
        </p:nvGraphicFramePr>
        <p:xfrm>
          <a:off x="8468082" y="1858056"/>
          <a:ext cx="1727200" cy="809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748975" imgH="355446" progId="Equation.3">
                  <p:embed/>
                </p:oleObj>
              </mc:Choice>
              <mc:Fallback>
                <p:oleObj name="Equation" r:id="rId4" imgW="748975" imgH="355446" progId="Equation.3">
                  <p:embed/>
                  <p:pic>
                    <p:nvPicPr>
                      <p:cNvPr id="23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468082" y="1858056"/>
                        <a:ext cx="1727200" cy="8096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" name="Object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96867202"/>
              </p:ext>
            </p:extLst>
          </p:nvPr>
        </p:nvGraphicFramePr>
        <p:xfrm>
          <a:off x="9044345" y="2723243"/>
          <a:ext cx="863600" cy="730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368140" imgH="317362" progId="Equation.3">
                  <p:embed/>
                </p:oleObj>
              </mc:Choice>
              <mc:Fallback>
                <p:oleObj name="Equation" r:id="rId6" imgW="368140" imgH="317362" progId="Equation.3">
                  <p:embed/>
                  <p:pic>
                    <p:nvPicPr>
                      <p:cNvPr id="24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044345" y="2723243"/>
                        <a:ext cx="863600" cy="7302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" name="Rectangle 9"/>
          <p:cNvSpPr>
            <a:spLocks noChangeArrowheads="1"/>
          </p:cNvSpPr>
          <p:nvPr/>
        </p:nvSpPr>
        <p:spPr bwMode="auto">
          <a:xfrm>
            <a:off x="3427770" y="4788581"/>
            <a:ext cx="4103687" cy="13239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 typeface="Symbol" panose="05050102010706020507" pitchFamily="18" charset="2"/>
              <a:buNone/>
            </a:pPr>
            <a:r>
              <a:rPr lang="en-CA" altLang="fr-FR" sz="1800" b="1" dirty="0">
                <a:solidFill>
                  <a:schemeClr val="tx1"/>
                </a:solidFill>
                <a:latin typeface="Symbol" panose="05050102010706020507" pitchFamily="18" charset="2"/>
              </a:rPr>
              <a:t>j</a:t>
            </a:r>
            <a:r>
              <a:rPr lang="en-CA" altLang="fr-FR" sz="2000" b="1" dirty="0">
                <a:solidFill>
                  <a:schemeClr val="tx1"/>
                </a:solidFill>
                <a:latin typeface="Times New Roman" panose="02020603050405020304" pitchFamily="18" charset="0"/>
              </a:rPr>
              <a:t>= B.S  : elementary flux (real flux)</a:t>
            </a:r>
          </a:p>
          <a:p>
            <a:pPr eaLnBrk="1" hangingPunct="1">
              <a:spcBef>
                <a:spcPct val="0"/>
              </a:spcBef>
              <a:buClrTx/>
              <a:buSzTx/>
              <a:buFont typeface="Symbol" panose="05050102010706020507" pitchFamily="18" charset="2"/>
              <a:buNone/>
            </a:pPr>
            <a:endParaRPr lang="en-CA" altLang="fr-FR" sz="2000" b="1" dirty="0">
              <a:solidFill>
                <a:schemeClr val="tx1"/>
              </a:solidFill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ClrTx/>
              <a:buSzTx/>
              <a:buFont typeface="Symbol" panose="05050102010706020507" pitchFamily="18" charset="2"/>
              <a:buNone/>
            </a:pPr>
            <a:r>
              <a:rPr lang="en-CA" altLang="fr-FR" sz="1800" b="1" dirty="0">
                <a:solidFill>
                  <a:schemeClr val="tx1"/>
                </a:solidFill>
                <a:latin typeface="Symbol" panose="05050102010706020507" pitchFamily="18" charset="2"/>
              </a:rPr>
              <a:t>F</a:t>
            </a:r>
            <a:r>
              <a:rPr lang="en-CA" altLang="fr-FR" sz="2000" b="1" dirty="0">
                <a:solidFill>
                  <a:schemeClr val="tx1"/>
                </a:solidFill>
                <a:latin typeface="Times New Roman" panose="02020603050405020304" pitchFamily="18" charset="0"/>
              </a:rPr>
              <a:t> = </a:t>
            </a:r>
            <a:r>
              <a:rPr lang="en-CA" altLang="fr-FR" sz="2000" b="1" dirty="0" err="1">
                <a:solidFill>
                  <a:schemeClr val="tx1"/>
                </a:solidFill>
                <a:latin typeface="Times New Roman" panose="02020603050405020304" pitchFamily="18" charset="0"/>
              </a:rPr>
              <a:t>N.</a:t>
            </a:r>
            <a:r>
              <a:rPr lang="en-CA" altLang="fr-FR" sz="2000" b="1" dirty="0" err="1">
                <a:solidFill>
                  <a:schemeClr val="tx1"/>
                </a:solidFill>
                <a:latin typeface="Symbol" panose="05050102010706020507" pitchFamily="18" charset="2"/>
              </a:rPr>
              <a:t>j</a:t>
            </a:r>
            <a:r>
              <a:rPr lang="en-CA" altLang="fr-FR" sz="2000" b="1" dirty="0">
                <a:solidFill>
                  <a:schemeClr val="tx1"/>
                </a:solidFill>
                <a:latin typeface="Times New Roman" panose="02020603050405020304" pitchFamily="18" charset="0"/>
              </a:rPr>
              <a:t> = L.I   : “total flux” (sawn by the electrical circuit)</a:t>
            </a:r>
            <a:endParaRPr lang="en-CA" altLang="fr-FR" sz="1800" b="1" dirty="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/>
              <p:cNvSpPr txBox="1"/>
              <p:nvPr/>
            </p:nvSpPr>
            <p:spPr>
              <a:xfrm>
                <a:off x="8031662" y="3618146"/>
                <a:ext cx="3214791" cy="97821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000" b="1" i="1" smtClean="0"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fr-FR" sz="2000" b="1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sz="2000" b="1" i="1" smtClean="0">
                          <a:latin typeface="Cambria Math" panose="02040503050406030204" pitchFamily="18" charset="0"/>
                        </a:rPr>
                        <m:t>𝑰</m:t>
                      </m:r>
                      <m:r>
                        <a:rPr lang="fr-FR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fr-FR" sz="20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limLoc m:val="undOvr"/>
                              <m:ctrlPr>
                                <a:rPr lang="fr-FR" sz="2000" b="1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4"/>
                                </m:rPr>
                                <a:rPr lang="fr-FR" sz="2000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  <m:r>
                                <a:rPr lang="fr-FR" sz="2000" b="1" i="1">
                                  <a:latin typeface="Cambria Math" panose="02040503050406030204" pitchFamily="18" charset="0"/>
                                </a:rPr>
                                <m:t>𝒊𝒓𝒄𝒖𝒊𝒕</m:t>
                              </m:r>
                            </m:sub>
                            <m:sup>
                              <m:r>
                                <a:rPr lang="fr-FR" sz="2000" b="1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fr-FR" sz="2000" b="1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2000" b="1" i="1">
                                      <a:latin typeface="Cambria Math" panose="02040503050406030204" pitchFamily="18" charset="0"/>
                                    </a:rPr>
                                    <m:t>𝒅𝒍</m:t>
                                  </m:r>
                                </m:num>
                                <m:den>
                                  <m:r>
                                    <a:rPr lang="fr-FR" sz="2000" b="1" i="1">
                                      <a:latin typeface="Cambria Math" panose="02040503050406030204" pitchFamily="18" charset="0"/>
                                    </a:rPr>
                                    <m:t>𝝁</m:t>
                                  </m:r>
                                  <m:r>
                                    <a:rPr lang="fr-FR" sz="2000" b="1" i="1"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  <m:r>
                                    <a:rPr lang="fr-FR" sz="2000" b="1" i="1">
                                      <a:latin typeface="Cambria Math" panose="02040503050406030204" pitchFamily="18" charset="0"/>
                                    </a:rPr>
                                    <m:t>𝑺</m:t>
                                  </m:r>
                                </m:den>
                              </m:f>
                            </m:e>
                          </m:nary>
                        </m:e>
                      </m:d>
                      <m:r>
                        <a:rPr lang="fr-FR" sz="2000" b="1" i="1" smtClean="0">
                          <a:latin typeface="Cambria Math" panose="02040503050406030204" pitchFamily="18" charset="0"/>
                        </a:rPr>
                        <m:t>. </m:t>
                      </m:r>
                      <m:r>
                        <a:rPr lang="fr-FR" sz="2000" b="1" i="1" smtClean="0">
                          <a:latin typeface="Cambria Math" panose="02040503050406030204" pitchFamily="18" charset="0"/>
                        </a:rPr>
                        <m:t>𝝋</m:t>
                      </m:r>
                      <m:r>
                        <a:rPr lang="fr-FR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000" b="1" i="1" smtClean="0"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fr-FR" sz="2000" b="1" i="1" smtClean="0">
                          <a:latin typeface="Cambria Math" panose="02040503050406030204" pitchFamily="18" charset="0"/>
                        </a:rPr>
                        <m:t>. </m:t>
                      </m:r>
                      <m:r>
                        <a:rPr lang="fr-FR" sz="2000" b="1" i="1" smtClean="0">
                          <a:latin typeface="Cambria Math" panose="02040503050406030204" pitchFamily="18" charset="0"/>
                        </a:rPr>
                        <m:t>𝝋</m:t>
                      </m:r>
                    </m:oMath>
                  </m:oMathPara>
                </a14:m>
                <a:endParaRPr lang="fr-FR" sz="2000" b="1" dirty="0"/>
              </a:p>
            </p:txBody>
          </p:sp>
        </mc:Choice>
        <mc:Fallback xmlns="">
          <p:sp>
            <p:nvSpPr>
              <p:cNvPr id="2" name="ZoneTexte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1662" y="3618146"/>
                <a:ext cx="3214791" cy="97821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ZoneTexte 2"/>
              <p:cNvSpPr txBox="1"/>
              <p:nvPr/>
            </p:nvSpPr>
            <p:spPr>
              <a:xfrm>
                <a:off x="8031662" y="5030224"/>
                <a:ext cx="3562323" cy="1152000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32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32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b>
                          <m:r>
                            <a:rPr lang="fr-FR" sz="32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32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32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32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3200" b="1" i="1" smtClean="0"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  <m:sup>
                              <m:r>
                                <a:rPr lang="fr-FR" sz="32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num>
                        <m:den>
                          <m:r>
                            <a:rPr lang="fr-FR" sz="3200" b="1" i="1" smtClean="0">
                              <a:latin typeface="Cambria Math" panose="02040503050406030204" pitchFamily="18" charset="0"/>
                            </a:rPr>
                            <m:t>𝑹</m:t>
                          </m:r>
                        </m:den>
                      </m:f>
                      <m:r>
                        <a:rPr lang="fr-FR" sz="3200" b="1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sz="32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3200" b="1" i="1" smtClean="0">
                              <a:latin typeface="Cambria Math" panose="02040503050406030204" pitchFamily="18" charset="0"/>
                            </a:rPr>
                            <m:t>𝑵</m:t>
                          </m:r>
                        </m:e>
                        <m:sup>
                          <m:r>
                            <a:rPr lang="fr-FR" sz="32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fr-FR" sz="3200" b="1" i="1" smtClean="0">
                          <a:latin typeface="Cambria Math" panose="02040503050406030204" pitchFamily="18" charset="0"/>
                        </a:rPr>
                        <m:t> . </m:t>
                      </m:r>
                      <m:sSub>
                        <m:sSubPr>
                          <m:ctrlPr>
                            <a:rPr lang="fr-FR" sz="32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3200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fr-FR" sz="32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</m:oMath>
                  </m:oMathPara>
                </a14:m>
                <a:endParaRPr lang="fr-FR" sz="3200" b="1" dirty="0"/>
              </a:p>
            </p:txBody>
          </p:sp>
        </mc:Choice>
        <mc:Fallback xmlns="">
          <p:sp>
            <p:nvSpPr>
              <p:cNvPr id="3" name="ZoneTexte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1662" y="5030224"/>
                <a:ext cx="3562323" cy="115200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ZoneTexte 27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rgbClr val="FF0000"/>
                </a:solidFill>
              </a:rPr>
              <a:t>Coil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7767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Hysteresis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Object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00455507"/>
              </p:ext>
            </p:extLst>
          </p:nvPr>
        </p:nvGraphicFramePr>
        <p:xfrm>
          <a:off x="3094264" y="1426709"/>
          <a:ext cx="4895850" cy="3986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2" imgW="4453128" imgH="3636264" progId="Word.Picture.8">
                  <p:embed/>
                </p:oleObj>
              </mc:Choice>
              <mc:Fallback>
                <p:oleObj name="Image" r:id="rId2" imgW="4453128" imgH="3636264" progId="Word.Picture.8">
                  <p:embed/>
                  <p:pic>
                    <p:nvPicPr>
                      <p:cNvPr id="6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94264" y="1426709"/>
                        <a:ext cx="4895850" cy="39862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7" name="Group 9"/>
          <p:cNvGrpSpPr>
            <a:grpSpLocks/>
          </p:cNvGrpSpPr>
          <p:nvPr/>
        </p:nvGrpSpPr>
        <p:grpSpPr bwMode="auto">
          <a:xfrm>
            <a:off x="8710839" y="1807709"/>
            <a:ext cx="2652713" cy="3927474"/>
            <a:chOff x="3878" y="1221"/>
            <a:chExt cx="1671" cy="2474"/>
          </a:xfrm>
        </p:grpSpPr>
        <p:sp>
          <p:nvSpPr>
            <p:cNvPr id="10" name="Line 10"/>
            <p:cNvSpPr>
              <a:spLocks noChangeShapeType="1"/>
            </p:cNvSpPr>
            <p:nvPr/>
          </p:nvSpPr>
          <p:spPr bwMode="auto">
            <a:xfrm flipV="1">
              <a:off x="4604" y="1434"/>
              <a:ext cx="0" cy="167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" name="Line 11"/>
            <p:cNvSpPr>
              <a:spLocks noChangeShapeType="1"/>
            </p:cNvSpPr>
            <p:nvPr/>
          </p:nvSpPr>
          <p:spPr bwMode="auto">
            <a:xfrm>
              <a:off x="3878" y="2296"/>
              <a:ext cx="158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" name="Line 12"/>
            <p:cNvSpPr>
              <a:spLocks noChangeShapeType="1"/>
            </p:cNvSpPr>
            <p:nvPr/>
          </p:nvSpPr>
          <p:spPr bwMode="auto">
            <a:xfrm flipH="1">
              <a:off x="4195" y="1570"/>
              <a:ext cx="817" cy="1452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Text Box 13"/>
            <p:cNvSpPr txBox="1">
              <a:spLocks noChangeArrowheads="1"/>
            </p:cNvSpPr>
            <p:nvPr/>
          </p:nvSpPr>
          <p:spPr bwMode="auto">
            <a:xfrm>
              <a:off x="4500" y="1221"/>
              <a:ext cx="21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CA" altLang="fr-FR" sz="1800">
                  <a:solidFill>
                    <a:schemeClr val="tx1"/>
                  </a:solidFill>
                  <a:latin typeface="Times New Roman" panose="02020603050405020304" pitchFamily="18" charset="0"/>
                </a:rPr>
                <a:t>B</a:t>
              </a:r>
            </a:p>
          </p:txBody>
        </p:sp>
        <p:sp>
          <p:nvSpPr>
            <p:cNvPr id="14" name="Text Box 14"/>
            <p:cNvSpPr txBox="1">
              <a:spLocks noChangeArrowheads="1"/>
            </p:cNvSpPr>
            <p:nvPr/>
          </p:nvSpPr>
          <p:spPr bwMode="auto">
            <a:xfrm>
              <a:off x="5329" y="2024"/>
              <a:ext cx="22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CA" altLang="fr-FR" sz="1800">
                  <a:solidFill>
                    <a:schemeClr val="tx1"/>
                  </a:solidFill>
                  <a:latin typeface="Times New Roman" panose="02020603050405020304" pitchFamily="18" charset="0"/>
                </a:rPr>
                <a:t>H</a:t>
              </a:r>
            </a:p>
          </p:txBody>
        </p:sp>
        <p:sp>
          <p:nvSpPr>
            <p:cNvPr id="15" name="Text Box 15"/>
            <p:cNvSpPr txBox="1">
              <a:spLocks noChangeArrowheads="1"/>
            </p:cNvSpPr>
            <p:nvPr/>
          </p:nvSpPr>
          <p:spPr bwMode="auto">
            <a:xfrm>
              <a:off x="4140" y="3249"/>
              <a:ext cx="1056" cy="44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CA" altLang="fr-FR" sz="2000" b="1" i="1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Ideal</a:t>
              </a:r>
            </a:p>
            <a:p>
              <a:pPr algn="ct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CA" altLang="fr-FR" sz="2000" b="1" i="1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Characteristic</a:t>
              </a:r>
            </a:p>
          </p:txBody>
        </p:sp>
      </p:grpSp>
      <p:sp>
        <p:nvSpPr>
          <p:cNvPr id="16" name="ZoneTexte 15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rgbClr val="FF0000"/>
                </a:solidFill>
              </a:rPr>
              <a:t>Coil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45967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Stored energy – Air-gap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Box 8"/>
          <p:cNvSpPr txBox="1">
            <a:spLocks noChangeArrowheads="1"/>
          </p:cNvSpPr>
          <p:nvPr/>
        </p:nvSpPr>
        <p:spPr bwMode="auto">
          <a:xfrm>
            <a:off x="3190554" y="1815646"/>
            <a:ext cx="3462807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0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Magnetic energy density stored</a:t>
            </a:r>
          </a:p>
        </p:txBody>
      </p:sp>
      <p:graphicFrame>
        <p:nvGraphicFramePr>
          <p:cNvPr id="7" name="Object 1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86365152"/>
              </p:ext>
            </p:extLst>
          </p:nvPr>
        </p:nvGraphicFramePr>
        <p:xfrm>
          <a:off x="8878567" y="1599746"/>
          <a:ext cx="1403350" cy="6937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825142" imgH="406224" progId="Equation.3">
                  <p:embed/>
                </p:oleObj>
              </mc:Choice>
              <mc:Fallback>
                <p:oleObj name="Equation" r:id="rId2" imgW="825142" imgH="406224" progId="Equation.3">
                  <p:embed/>
                  <p:pic>
                    <p:nvPicPr>
                      <p:cNvPr id="7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878567" y="1599746"/>
                        <a:ext cx="1403350" cy="6937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Text Box 11"/>
          <p:cNvSpPr txBox="1">
            <a:spLocks noChangeArrowheads="1"/>
          </p:cNvSpPr>
          <p:nvPr/>
        </p:nvSpPr>
        <p:spPr bwMode="auto">
          <a:xfrm>
            <a:off x="3261992" y="2607809"/>
            <a:ext cx="2783134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000" b="1" i="1">
                <a:solidFill>
                  <a:schemeClr val="tx1"/>
                </a:solidFill>
                <a:latin typeface="Times New Roman" panose="02020603050405020304" pitchFamily="18" charset="0"/>
              </a:rPr>
              <a:t>Example : Ferrinox B52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000" b="1" i="1">
                <a:solidFill>
                  <a:schemeClr val="tx1"/>
                </a:solidFill>
                <a:latin typeface="Times New Roman" panose="02020603050405020304" pitchFamily="18" charset="0"/>
              </a:rPr>
              <a:t>B = 0,4 T</a:t>
            </a:r>
          </a:p>
          <a:p>
            <a:pPr eaLnBrk="1" hangingPunct="1">
              <a:spcBef>
                <a:spcPct val="0"/>
              </a:spcBef>
              <a:buClrTx/>
              <a:buSzTx/>
              <a:buFont typeface="Symbol" panose="05050102010706020507" pitchFamily="18" charset="2"/>
              <a:buChar char="m"/>
            </a:pPr>
            <a:r>
              <a:rPr lang="en-CA" altLang="fr-FR" sz="2000" b="1" i="1">
                <a:solidFill>
                  <a:schemeClr val="tx1"/>
                </a:solidFill>
                <a:latin typeface="Times New Roman" panose="02020603050405020304" pitchFamily="18" charset="0"/>
              </a:rPr>
              <a:t>= </a:t>
            </a:r>
            <a:r>
              <a:rPr lang="en-CA" altLang="fr-FR" sz="2000" b="1" i="1">
                <a:solidFill>
                  <a:schemeClr val="tx1"/>
                </a:solidFill>
                <a:latin typeface="Symbol" panose="05050102010706020507" pitchFamily="18" charset="2"/>
              </a:rPr>
              <a:t>m</a:t>
            </a:r>
            <a:r>
              <a:rPr lang="en-CA" altLang="fr-FR" sz="2000" b="1" i="1" baseline="-25000">
                <a:solidFill>
                  <a:schemeClr val="tx1"/>
                </a:solidFill>
                <a:latin typeface="Times New Roman" panose="02020603050405020304" pitchFamily="18" charset="0"/>
              </a:rPr>
              <a:t>0</a:t>
            </a:r>
            <a:r>
              <a:rPr lang="en-CA" altLang="fr-FR" sz="2000" b="1" i="1">
                <a:solidFill>
                  <a:schemeClr val="tx1"/>
                </a:solidFill>
                <a:latin typeface="Times New Roman" panose="02020603050405020304" pitchFamily="18" charset="0"/>
              </a:rPr>
              <a:t>.</a:t>
            </a:r>
            <a:r>
              <a:rPr lang="en-CA" altLang="fr-FR" sz="2000" b="1" i="1">
                <a:solidFill>
                  <a:schemeClr val="tx1"/>
                </a:solidFill>
                <a:latin typeface="Symbol" panose="05050102010706020507" pitchFamily="18" charset="2"/>
              </a:rPr>
              <a:t>m</a:t>
            </a:r>
            <a:r>
              <a:rPr lang="en-CA" altLang="fr-FR" sz="2000" b="1" i="1" baseline="-25000">
                <a:solidFill>
                  <a:schemeClr val="tx1"/>
                </a:solidFill>
                <a:latin typeface="Times New Roman" panose="02020603050405020304" pitchFamily="18" charset="0"/>
              </a:rPr>
              <a:t>r</a:t>
            </a:r>
            <a:r>
              <a:rPr lang="en-CA" altLang="fr-FR" sz="2000" b="1" i="1">
                <a:solidFill>
                  <a:schemeClr val="tx1"/>
                </a:solidFill>
                <a:latin typeface="Times New Roman" panose="02020603050405020304" pitchFamily="18" charset="0"/>
              </a:rPr>
              <a:t> = 2,5 10</a:t>
            </a:r>
            <a:r>
              <a:rPr lang="en-CA" altLang="fr-FR" sz="2000" b="1" i="1" baseline="30000">
                <a:solidFill>
                  <a:schemeClr val="tx1"/>
                </a:solidFill>
                <a:latin typeface="Times New Roman" panose="02020603050405020304" pitchFamily="18" charset="0"/>
              </a:rPr>
              <a:t>-3</a:t>
            </a:r>
            <a:r>
              <a:rPr lang="en-CA" altLang="fr-FR" sz="2000" b="1" i="1">
                <a:solidFill>
                  <a:schemeClr val="tx1"/>
                </a:solidFill>
                <a:latin typeface="Times New Roman" panose="02020603050405020304" pitchFamily="18" charset="0"/>
              </a:rPr>
              <a:t> H.m</a:t>
            </a:r>
            <a:r>
              <a:rPr lang="en-CA" altLang="fr-FR" sz="2000" b="1" i="1" baseline="30000">
                <a:solidFill>
                  <a:schemeClr val="tx1"/>
                </a:solidFill>
                <a:latin typeface="Times New Roman" panose="02020603050405020304" pitchFamily="18" charset="0"/>
              </a:rPr>
              <a:t>-1</a:t>
            </a:r>
          </a:p>
        </p:txBody>
      </p:sp>
      <p:sp>
        <p:nvSpPr>
          <p:cNvPr id="11" name="Text Box 12"/>
          <p:cNvSpPr txBox="1">
            <a:spLocks noChangeArrowheads="1"/>
          </p:cNvSpPr>
          <p:nvPr/>
        </p:nvSpPr>
        <p:spPr bwMode="auto">
          <a:xfrm>
            <a:off x="6556054" y="2841171"/>
            <a:ext cx="2395538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2000" b="1">
                <a:solidFill>
                  <a:srgbClr val="0033CC"/>
                </a:solidFill>
                <a:latin typeface="Symbol" panose="05050102010706020507" pitchFamily="18" charset="2"/>
              </a:rPr>
              <a:t>w</a:t>
            </a:r>
            <a:r>
              <a:rPr lang="fr-FR" altLang="fr-FR" sz="2000" b="1" baseline="-25000">
                <a:solidFill>
                  <a:srgbClr val="0033CC"/>
                </a:solidFill>
                <a:latin typeface="Times New Roman" panose="02020603050405020304" pitchFamily="18" charset="0"/>
              </a:rPr>
              <a:t>mag</a:t>
            </a:r>
            <a:r>
              <a:rPr lang="fr-FR" altLang="fr-FR" sz="2000" b="1">
                <a:solidFill>
                  <a:srgbClr val="0033CC"/>
                </a:solidFill>
                <a:latin typeface="Times New Roman" panose="02020603050405020304" pitchFamily="18" charset="0"/>
              </a:rPr>
              <a:t> = 32 J/m</a:t>
            </a:r>
            <a:r>
              <a:rPr lang="fr-FR" altLang="fr-FR" sz="2000" b="1" baseline="30000">
                <a:solidFill>
                  <a:srgbClr val="0033CC"/>
                </a:solidFill>
                <a:latin typeface="Times New Roman" panose="02020603050405020304" pitchFamily="18" charset="0"/>
              </a:rPr>
              <a:t>3</a:t>
            </a:r>
          </a:p>
        </p:txBody>
      </p:sp>
      <p:sp>
        <p:nvSpPr>
          <p:cNvPr id="12" name="Text Box 13"/>
          <p:cNvSpPr txBox="1">
            <a:spLocks noChangeArrowheads="1"/>
          </p:cNvSpPr>
          <p:nvPr/>
        </p:nvSpPr>
        <p:spPr bwMode="auto">
          <a:xfrm>
            <a:off x="3261992" y="3900034"/>
            <a:ext cx="3230372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000" b="1" i="1">
                <a:solidFill>
                  <a:schemeClr val="tx1"/>
                </a:solidFill>
                <a:latin typeface="Times New Roman" panose="02020603050405020304" pitchFamily="18" charset="0"/>
              </a:rPr>
              <a:t>Air-gap : </a:t>
            </a:r>
            <a:r>
              <a:rPr lang="en-CA" altLang="fr-FR" sz="2000" b="1" i="1">
                <a:solidFill>
                  <a:schemeClr val="tx1"/>
                </a:solidFill>
                <a:latin typeface="Symbol" panose="05050102010706020507" pitchFamily="18" charset="2"/>
              </a:rPr>
              <a:t>m</a:t>
            </a:r>
            <a:r>
              <a:rPr lang="en-CA" altLang="fr-FR" sz="2000" b="1" i="1">
                <a:solidFill>
                  <a:schemeClr val="tx1"/>
                </a:solidFill>
                <a:latin typeface="Times New Roman" panose="02020603050405020304" pitchFamily="18" charset="0"/>
              </a:rPr>
              <a:t>0 = 4</a:t>
            </a:r>
            <a:r>
              <a:rPr lang="en-CA" altLang="fr-FR" sz="2000" b="1" i="1">
                <a:solidFill>
                  <a:schemeClr val="tx1"/>
                </a:solidFill>
                <a:latin typeface="Symbol" panose="05050102010706020507" pitchFamily="18" charset="2"/>
              </a:rPr>
              <a:t>p</a:t>
            </a:r>
            <a:r>
              <a:rPr lang="en-CA" altLang="fr-FR" sz="2000" b="1" i="1">
                <a:solidFill>
                  <a:schemeClr val="tx1"/>
                </a:solidFill>
                <a:latin typeface="Times New Roman" panose="02020603050405020304" pitchFamily="18" charset="0"/>
              </a:rPr>
              <a:t>.10</a:t>
            </a:r>
            <a:r>
              <a:rPr lang="en-CA" altLang="fr-FR" sz="2000" b="1" i="1" baseline="30000">
                <a:solidFill>
                  <a:schemeClr val="tx1"/>
                </a:solidFill>
                <a:latin typeface="Times New Roman" panose="02020603050405020304" pitchFamily="18" charset="0"/>
              </a:rPr>
              <a:t>-7</a:t>
            </a:r>
            <a:r>
              <a:rPr lang="en-CA" altLang="fr-FR" sz="2000" b="1" i="1">
                <a:solidFill>
                  <a:schemeClr val="tx1"/>
                </a:solidFill>
                <a:latin typeface="Times New Roman" panose="02020603050405020304" pitchFamily="18" charset="0"/>
              </a:rPr>
              <a:t> H.m-1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CA" altLang="fr-FR" sz="2000" b="1" i="1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13" name="Text Box 14"/>
          <p:cNvSpPr txBox="1">
            <a:spLocks noChangeArrowheads="1"/>
          </p:cNvSpPr>
          <p:nvPr/>
        </p:nvSpPr>
        <p:spPr bwMode="auto">
          <a:xfrm>
            <a:off x="6556054" y="3896859"/>
            <a:ext cx="2395538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2000" b="1">
                <a:solidFill>
                  <a:srgbClr val="0033CC"/>
                </a:solidFill>
                <a:latin typeface="Symbol" panose="05050102010706020507" pitchFamily="18" charset="2"/>
              </a:rPr>
              <a:t>w</a:t>
            </a:r>
            <a:r>
              <a:rPr lang="fr-FR" altLang="fr-FR" sz="2000" b="1" baseline="-25000">
                <a:solidFill>
                  <a:srgbClr val="0033CC"/>
                </a:solidFill>
                <a:latin typeface="Times New Roman" panose="02020603050405020304" pitchFamily="18" charset="0"/>
              </a:rPr>
              <a:t>mag</a:t>
            </a:r>
            <a:r>
              <a:rPr lang="fr-FR" altLang="fr-FR" sz="2000" b="1">
                <a:solidFill>
                  <a:srgbClr val="0033CC"/>
                </a:solidFill>
                <a:latin typeface="Times New Roman" panose="02020603050405020304" pitchFamily="18" charset="0"/>
              </a:rPr>
              <a:t> = 65 kJ/m</a:t>
            </a:r>
            <a:r>
              <a:rPr lang="fr-FR" altLang="fr-FR" sz="2000" b="1" baseline="30000">
                <a:solidFill>
                  <a:srgbClr val="0033CC"/>
                </a:solidFill>
                <a:latin typeface="Times New Roman" panose="02020603050405020304" pitchFamily="18" charset="0"/>
              </a:rPr>
              <a:t>3</a:t>
            </a:r>
          </a:p>
        </p:txBody>
      </p:sp>
      <p:grpSp>
        <p:nvGrpSpPr>
          <p:cNvPr id="14" name="Group 15"/>
          <p:cNvGrpSpPr>
            <a:grpSpLocks/>
          </p:cNvGrpSpPr>
          <p:nvPr/>
        </p:nvGrpSpPr>
        <p:grpSpPr bwMode="auto">
          <a:xfrm>
            <a:off x="4010611" y="4987900"/>
            <a:ext cx="5880100" cy="647700"/>
            <a:chOff x="1020" y="3022"/>
            <a:chExt cx="3704" cy="408"/>
          </a:xfrm>
        </p:grpSpPr>
        <p:sp>
          <p:nvSpPr>
            <p:cNvPr id="15" name="Text Box 16"/>
            <p:cNvSpPr txBox="1">
              <a:spLocks noChangeArrowheads="1"/>
            </p:cNvSpPr>
            <p:nvPr/>
          </p:nvSpPr>
          <p:spPr bwMode="auto">
            <a:xfrm>
              <a:off x="2109" y="3067"/>
              <a:ext cx="2615" cy="33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CA" altLang="fr-FR" sz="2800" b="1" i="1" dirty="0">
                  <a:solidFill>
                    <a:srgbClr val="0033CC"/>
                  </a:solidFill>
                  <a:latin typeface="Times New Roman" panose="02020603050405020304" pitchFamily="18" charset="0"/>
                </a:rPr>
                <a:t>Store energy in the air-gap</a:t>
              </a:r>
            </a:p>
          </p:txBody>
        </p:sp>
        <p:sp>
          <p:nvSpPr>
            <p:cNvPr id="16" name="AutoShape 17"/>
            <p:cNvSpPr>
              <a:spLocks noChangeArrowheads="1"/>
            </p:cNvSpPr>
            <p:nvPr/>
          </p:nvSpPr>
          <p:spPr bwMode="auto">
            <a:xfrm>
              <a:off x="1020" y="3022"/>
              <a:ext cx="681" cy="408"/>
            </a:xfrm>
            <a:prstGeom prst="rightArrow">
              <a:avLst>
                <a:gd name="adj1" fmla="val 50000"/>
                <a:gd name="adj2" fmla="val 41728"/>
              </a:avLst>
            </a:prstGeom>
            <a:solidFill>
              <a:srgbClr val="0000FF"/>
            </a:solidFill>
            <a:ln w="9525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n-CA" altLang="fr-FR" sz="20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</p:grpSp>
      <p:sp>
        <p:nvSpPr>
          <p:cNvPr id="17" name="ZoneTexte 16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rgbClr val="FF0000"/>
                </a:solidFill>
              </a:rPr>
              <a:t>Coil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0659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Magnetic circuit example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7" descr="pot 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96865" y="1453389"/>
            <a:ext cx="3716951" cy="3951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8" descr="pot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49771" y="1324655"/>
            <a:ext cx="2866572" cy="49141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 Box 9"/>
          <p:cNvSpPr txBox="1">
            <a:spLocks noChangeArrowheads="1"/>
          </p:cNvSpPr>
          <p:nvPr/>
        </p:nvSpPr>
        <p:spPr bwMode="auto">
          <a:xfrm>
            <a:off x="4423885" y="5648307"/>
            <a:ext cx="1827294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i="1">
                <a:solidFill>
                  <a:schemeClr val="tx1"/>
                </a:solidFill>
                <a:latin typeface="Times New Roman" panose="02020603050405020304" pitchFamily="18" charset="0"/>
              </a:rPr>
              <a:t>ETD series</a:t>
            </a:r>
          </a:p>
        </p:txBody>
      </p:sp>
      <p:sp>
        <p:nvSpPr>
          <p:cNvPr id="11" name="ZoneTexte 10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rgbClr val="FF0000"/>
                </a:solidFill>
              </a:rPr>
              <a:t>Coil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6871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With air-gap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Line 3"/>
          <p:cNvSpPr>
            <a:spLocks noChangeShapeType="1"/>
          </p:cNvSpPr>
          <p:nvPr/>
        </p:nvSpPr>
        <p:spPr bwMode="auto">
          <a:xfrm>
            <a:off x="3499179" y="2039856"/>
            <a:ext cx="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Freeform 4"/>
          <p:cNvSpPr>
            <a:spLocks/>
          </p:cNvSpPr>
          <p:nvPr/>
        </p:nvSpPr>
        <p:spPr bwMode="auto">
          <a:xfrm>
            <a:off x="4146878" y="3889950"/>
            <a:ext cx="4876240" cy="2185418"/>
          </a:xfrm>
          <a:custGeom>
            <a:avLst/>
            <a:gdLst>
              <a:gd name="T0" fmla="*/ 2147483646 w 1406"/>
              <a:gd name="T1" fmla="*/ 0 h 681"/>
              <a:gd name="T2" fmla="*/ 2147483646 w 1406"/>
              <a:gd name="T3" fmla="*/ 0 h 681"/>
              <a:gd name="T4" fmla="*/ 2147483646 w 1406"/>
              <a:gd name="T5" fmla="*/ 2147483646 h 681"/>
              <a:gd name="T6" fmla="*/ 2147483646 w 1406"/>
              <a:gd name="T7" fmla="*/ 2147483646 h 681"/>
              <a:gd name="T8" fmla="*/ 2147483646 w 1406"/>
              <a:gd name="T9" fmla="*/ 2147483646 h 681"/>
              <a:gd name="T10" fmla="*/ 2147483646 w 1406"/>
              <a:gd name="T11" fmla="*/ 2147483646 h 681"/>
              <a:gd name="T12" fmla="*/ 2147483646 w 1406"/>
              <a:gd name="T13" fmla="*/ 2147483646 h 681"/>
              <a:gd name="T14" fmla="*/ 2147483646 w 1406"/>
              <a:gd name="T15" fmla="*/ 2147483646 h 681"/>
              <a:gd name="T16" fmla="*/ 2147483646 w 1406"/>
              <a:gd name="T17" fmla="*/ 0 h 681"/>
              <a:gd name="T18" fmla="*/ 2147483646 w 1406"/>
              <a:gd name="T19" fmla="*/ 0 h 681"/>
              <a:gd name="T20" fmla="*/ 2147483646 w 1406"/>
              <a:gd name="T21" fmla="*/ 0 h 681"/>
              <a:gd name="T22" fmla="*/ 2147483646 w 1406"/>
              <a:gd name="T23" fmla="*/ 2147483646 h 681"/>
              <a:gd name="T24" fmla="*/ 0 w 1406"/>
              <a:gd name="T25" fmla="*/ 2147483646 h 681"/>
              <a:gd name="T26" fmla="*/ 0 w 1406"/>
              <a:gd name="T27" fmla="*/ 0 h 681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</a:gdLst>
            <a:ahLst/>
            <a:cxnLst>
              <a:cxn ang="T28">
                <a:pos x="T0" y="T1"/>
              </a:cxn>
              <a:cxn ang="T29">
                <a:pos x="T2" y="T3"/>
              </a:cxn>
              <a:cxn ang="T30">
                <a:pos x="T4" y="T5"/>
              </a:cxn>
              <a:cxn ang="T31">
                <a:pos x="T6" y="T7"/>
              </a:cxn>
              <a:cxn ang="T32">
                <a:pos x="T8" y="T9"/>
              </a:cxn>
              <a:cxn ang="T33">
                <a:pos x="T10" y="T11"/>
              </a:cxn>
              <a:cxn ang="T34">
                <a:pos x="T12" y="T13"/>
              </a:cxn>
              <a:cxn ang="T35">
                <a:pos x="T14" y="T15"/>
              </a:cxn>
              <a:cxn ang="T36">
                <a:pos x="T16" y="T17"/>
              </a:cxn>
              <a:cxn ang="T37">
                <a:pos x="T18" y="T19"/>
              </a:cxn>
              <a:cxn ang="T38">
                <a:pos x="T20" y="T21"/>
              </a:cxn>
              <a:cxn ang="T39">
                <a:pos x="T22" y="T23"/>
              </a:cxn>
              <a:cxn ang="T40">
                <a:pos x="T24" y="T25"/>
              </a:cxn>
              <a:cxn ang="T41">
                <a:pos x="T26" y="T27"/>
              </a:cxn>
            </a:cxnLst>
            <a:rect l="0" t="0" r="r" b="b"/>
            <a:pathLst>
              <a:path w="1406" h="681">
                <a:moveTo>
                  <a:pt x="45" y="0"/>
                </a:moveTo>
                <a:lnTo>
                  <a:pt x="272" y="0"/>
                </a:lnTo>
                <a:lnTo>
                  <a:pt x="272" y="454"/>
                </a:lnTo>
                <a:lnTo>
                  <a:pt x="499" y="454"/>
                </a:lnTo>
                <a:lnTo>
                  <a:pt x="499" y="46"/>
                </a:lnTo>
                <a:lnTo>
                  <a:pt x="907" y="46"/>
                </a:lnTo>
                <a:lnTo>
                  <a:pt x="907" y="454"/>
                </a:lnTo>
                <a:lnTo>
                  <a:pt x="1134" y="454"/>
                </a:lnTo>
                <a:lnTo>
                  <a:pt x="1134" y="0"/>
                </a:lnTo>
                <a:lnTo>
                  <a:pt x="1361" y="0"/>
                </a:lnTo>
                <a:lnTo>
                  <a:pt x="1406" y="0"/>
                </a:lnTo>
                <a:lnTo>
                  <a:pt x="1406" y="681"/>
                </a:lnTo>
                <a:lnTo>
                  <a:pt x="0" y="681"/>
                </a:lnTo>
                <a:lnTo>
                  <a:pt x="0" y="0"/>
                </a:lnTo>
              </a:path>
            </a:pathLst>
          </a:custGeom>
          <a:solidFill>
            <a:schemeClr val="accent6">
              <a:lumMod val="60000"/>
              <a:lumOff val="40000"/>
            </a:schemeClr>
          </a:solidFill>
          <a:ln w="9525">
            <a:noFill/>
            <a:round/>
            <a:headEnd/>
            <a:tailEnd/>
          </a:ln>
          <a:effectLst/>
        </p:spPr>
        <p:txBody>
          <a:bodyPr/>
          <a:lstStyle/>
          <a:p>
            <a:endParaRPr lang="fr-FR"/>
          </a:p>
        </p:txBody>
      </p:sp>
      <p:sp>
        <p:nvSpPr>
          <p:cNvPr id="10" name="Freeform 5"/>
          <p:cNvSpPr>
            <a:spLocks/>
          </p:cNvSpPr>
          <p:nvPr/>
        </p:nvSpPr>
        <p:spPr bwMode="auto">
          <a:xfrm rot="10800000">
            <a:off x="4146878" y="1706481"/>
            <a:ext cx="4876240" cy="2185418"/>
          </a:xfrm>
          <a:custGeom>
            <a:avLst/>
            <a:gdLst>
              <a:gd name="T0" fmla="*/ 2147483646 w 1406"/>
              <a:gd name="T1" fmla="*/ 0 h 681"/>
              <a:gd name="T2" fmla="*/ 2147483646 w 1406"/>
              <a:gd name="T3" fmla="*/ 0 h 681"/>
              <a:gd name="T4" fmla="*/ 2147483646 w 1406"/>
              <a:gd name="T5" fmla="*/ 2147483646 h 681"/>
              <a:gd name="T6" fmla="*/ 2147483646 w 1406"/>
              <a:gd name="T7" fmla="*/ 2147483646 h 681"/>
              <a:gd name="T8" fmla="*/ 2147483646 w 1406"/>
              <a:gd name="T9" fmla="*/ 2147483646 h 681"/>
              <a:gd name="T10" fmla="*/ 2147483646 w 1406"/>
              <a:gd name="T11" fmla="*/ 2147483646 h 681"/>
              <a:gd name="T12" fmla="*/ 2147483646 w 1406"/>
              <a:gd name="T13" fmla="*/ 2147483646 h 681"/>
              <a:gd name="T14" fmla="*/ 2147483646 w 1406"/>
              <a:gd name="T15" fmla="*/ 2147483646 h 681"/>
              <a:gd name="T16" fmla="*/ 2147483646 w 1406"/>
              <a:gd name="T17" fmla="*/ 0 h 681"/>
              <a:gd name="T18" fmla="*/ 2147483646 w 1406"/>
              <a:gd name="T19" fmla="*/ 0 h 681"/>
              <a:gd name="T20" fmla="*/ 2147483646 w 1406"/>
              <a:gd name="T21" fmla="*/ 0 h 681"/>
              <a:gd name="T22" fmla="*/ 2147483646 w 1406"/>
              <a:gd name="T23" fmla="*/ 2147483646 h 681"/>
              <a:gd name="T24" fmla="*/ 0 w 1406"/>
              <a:gd name="T25" fmla="*/ 2147483646 h 681"/>
              <a:gd name="T26" fmla="*/ 0 w 1406"/>
              <a:gd name="T27" fmla="*/ 0 h 681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</a:gdLst>
            <a:ahLst/>
            <a:cxnLst>
              <a:cxn ang="T28">
                <a:pos x="T0" y="T1"/>
              </a:cxn>
              <a:cxn ang="T29">
                <a:pos x="T2" y="T3"/>
              </a:cxn>
              <a:cxn ang="T30">
                <a:pos x="T4" y="T5"/>
              </a:cxn>
              <a:cxn ang="T31">
                <a:pos x="T6" y="T7"/>
              </a:cxn>
              <a:cxn ang="T32">
                <a:pos x="T8" y="T9"/>
              </a:cxn>
              <a:cxn ang="T33">
                <a:pos x="T10" y="T11"/>
              </a:cxn>
              <a:cxn ang="T34">
                <a:pos x="T12" y="T13"/>
              </a:cxn>
              <a:cxn ang="T35">
                <a:pos x="T14" y="T15"/>
              </a:cxn>
              <a:cxn ang="T36">
                <a:pos x="T16" y="T17"/>
              </a:cxn>
              <a:cxn ang="T37">
                <a:pos x="T18" y="T19"/>
              </a:cxn>
              <a:cxn ang="T38">
                <a:pos x="T20" y="T21"/>
              </a:cxn>
              <a:cxn ang="T39">
                <a:pos x="T22" y="T23"/>
              </a:cxn>
              <a:cxn ang="T40">
                <a:pos x="T24" y="T25"/>
              </a:cxn>
              <a:cxn ang="T41">
                <a:pos x="T26" y="T27"/>
              </a:cxn>
            </a:cxnLst>
            <a:rect l="0" t="0" r="r" b="b"/>
            <a:pathLst>
              <a:path w="1406" h="681">
                <a:moveTo>
                  <a:pt x="45" y="0"/>
                </a:moveTo>
                <a:lnTo>
                  <a:pt x="272" y="0"/>
                </a:lnTo>
                <a:lnTo>
                  <a:pt x="272" y="454"/>
                </a:lnTo>
                <a:lnTo>
                  <a:pt x="499" y="454"/>
                </a:lnTo>
                <a:lnTo>
                  <a:pt x="499" y="46"/>
                </a:lnTo>
                <a:lnTo>
                  <a:pt x="907" y="46"/>
                </a:lnTo>
                <a:lnTo>
                  <a:pt x="907" y="454"/>
                </a:lnTo>
                <a:lnTo>
                  <a:pt x="1134" y="454"/>
                </a:lnTo>
                <a:lnTo>
                  <a:pt x="1134" y="0"/>
                </a:lnTo>
                <a:lnTo>
                  <a:pt x="1361" y="0"/>
                </a:lnTo>
                <a:lnTo>
                  <a:pt x="1406" y="0"/>
                </a:lnTo>
                <a:lnTo>
                  <a:pt x="1406" y="681"/>
                </a:lnTo>
                <a:lnTo>
                  <a:pt x="0" y="681"/>
                </a:lnTo>
                <a:lnTo>
                  <a:pt x="0" y="0"/>
                </a:lnTo>
              </a:path>
            </a:pathLst>
          </a:custGeom>
          <a:solidFill>
            <a:schemeClr val="accent6">
              <a:lumMod val="60000"/>
              <a:lumOff val="40000"/>
            </a:schemeClr>
          </a:solidFill>
          <a:ln w="9525">
            <a:noFill/>
            <a:round/>
            <a:headEnd/>
            <a:tailEnd/>
          </a:ln>
          <a:effectLst/>
        </p:spPr>
        <p:txBody>
          <a:bodyPr/>
          <a:lstStyle/>
          <a:p>
            <a:endParaRPr lang="fr-FR"/>
          </a:p>
        </p:txBody>
      </p:sp>
      <p:grpSp>
        <p:nvGrpSpPr>
          <p:cNvPr id="18" name="Group 13"/>
          <p:cNvGrpSpPr>
            <a:grpSpLocks/>
          </p:cNvGrpSpPr>
          <p:nvPr/>
        </p:nvGrpSpPr>
        <p:grpSpPr bwMode="auto">
          <a:xfrm>
            <a:off x="5571020" y="2582630"/>
            <a:ext cx="2049687" cy="2618650"/>
            <a:chOff x="1746" y="2001"/>
            <a:chExt cx="590" cy="816"/>
          </a:xfrm>
        </p:grpSpPr>
        <p:sp>
          <p:nvSpPr>
            <p:cNvPr id="19" name="Oval 14"/>
            <p:cNvSpPr>
              <a:spLocks noChangeArrowheads="1"/>
            </p:cNvSpPr>
            <p:nvPr/>
          </p:nvSpPr>
          <p:spPr bwMode="auto">
            <a:xfrm>
              <a:off x="1746" y="2001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0" name="Oval 15"/>
            <p:cNvSpPr>
              <a:spLocks noChangeArrowheads="1"/>
            </p:cNvSpPr>
            <p:nvPr/>
          </p:nvSpPr>
          <p:spPr bwMode="auto">
            <a:xfrm>
              <a:off x="1746" y="2069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1" name="Oval 16"/>
            <p:cNvSpPr>
              <a:spLocks noChangeArrowheads="1"/>
            </p:cNvSpPr>
            <p:nvPr/>
          </p:nvSpPr>
          <p:spPr bwMode="auto">
            <a:xfrm>
              <a:off x="1746" y="2137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2" name="Oval 17"/>
            <p:cNvSpPr>
              <a:spLocks noChangeArrowheads="1"/>
            </p:cNvSpPr>
            <p:nvPr/>
          </p:nvSpPr>
          <p:spPr bwMode="auto">
            <a:xfrm>
              <a:off x="1746" y="2205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3" name="Oval 18"/>
            <p:cNvSpPr>
              <a:spLocks noChangeArrowheads="1"/>
            </p:cNvSpPr>
            <p:nvPr/>
          </p:nvSpPr>
          <p:spPr bwMode="auto">
            <a:xfrm>
              <a:off x="1746" y="2273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4" name="Oval 19"/>
            <p:cNvSpPr>
              <a:spLocks noChangeArrowheads="1"/>
            </p:cNvSpPr>
            <p:nvPr/>
          </p:nvSpPr>
          <p:spPr bwMode="auto">
            <a:xfrm>
              <a:off x="1746" y="2341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5" name="Oval 20"/>
            <p:cNvSpPr>
              <a:spLocks noChangeArrowheads="1"/>
            </p:cNvSpPr>
            <p:nvPr/>
          </p:nvSpPr>
          <p:spPr bwMode="auto">
            <a:xfrm>
              <a:off x="1746" y="2409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6" name="Oval 21"/>
            <p:cNvSpPr>
              <a:spLocks noChangeArrowheads="1"/>
            </p:cNvSpPr>
            <p:nvPr/>
          </p:nvSpPr>
          <p:spPr bwMode="auto">
            <a:xfrm>
              <a:off x="1746" y="2477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7" name="Oval 22"/>
            <p:cNvSpPr>
              <a:spLocks noChangeArrowheads="1"/>
            </p:cNvSpPr>
            <p:nvPr/>
          </p:nvSpPr>
          <p:spPr bwMode="auto">
            <a:xfrm>
              <a:off x="1746" y="2545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8" name="Oval 23"/>
            <p:cNvSpPr>
              <a:spLocks noChangeArrowheads="1"/>
            </p:cNvSpPr>
            <p:nvPr/>
          </p:nvSpPr>
          <p:spPr bwMode="auto">
            <a:xfrm>
              <a:off x="1746" y="2613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9" name="Oval 24"/>
            <p:cNvSpPr>
              <a:spLocks noChangeArrowheads="1"/>
            </p:cNvSpPr>
            <p:nvPr/>
          </p:nvSpPr>
          <p:spPr bwMode="auto">
            <a:xfrm>
              <a:off x="1746" y="2681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0" name="Oval 25"/>
            <p:cNvSpPr>
              <a:spLocks noChangeArrowheads="1"/>
            </p:cNvSpPr>
            <p:nvPr/>
          </p:nvSpPr>
          <p:spPr bwMode="auto">
            <a:xfrm>
              <a:off x="1746" y="2749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1" name="Oval 26"/>
            <p:cNvSpPr>
              <a:spLocks noChangeArrowheads="1"/>
            </p:cNvSpPr>
            <p:nvPr/>
          </p:nvSpPr>
          <p:spPr bwMode="auto">
            <a:xfrm>
              <a:off x="2268" y="2001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2" name="Oval 27"/>
            <p:cNvSpPr>
              <a:spLocks noChangeArrowheads="1"/>
            </p:cNvSpPr>
            <p:nvPr/>
          </p:nvSpPr>
          <p:spPr bwMode="auto">
            <a:xfrm>
              <a:off x="2268" y="2069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3" name="Oval 28"/>
            <p:cNvSpPr>
              <a:spLocks noChangeArrowheads="1"/>
            </p:cNvSpPr>
            <p:nvPr/>
          </p:nvSpPr>
          <p:spPr bwMode="auto">
            <a:xfrm>
              <a:off x="2268" y="2137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4" name="Oval 29"/>
            <p:cNvSpPr>
              <a:spLocks noChangeArrowheads="1"/>
            </p:cNvSpPr>
            <p:nvPr/>
          </p:nvSpPr>
          <p:spPr bwMode="auto">
            <a:xfrm>
              <a:off x="2268" y="2205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5" name="Oval 30"/>
            <p:cNvSpPr>
              <a:spLocks noChangeArrowheads="1"/>
            </p:cNvSpPr>
            <p:nvPr/>
          </p:nvSpPr>
          <p:spPr bwMode="auto">
            <a:xfrm>
              <a:off x="2268" y="2273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6" name="Oval 31"/>
            <p:cNvSpPr>
              <a:spLocks noChangeArrowheads="1"/>
            </p:cNvSpPr>
            <p:nvPr/>
          </p:nvSpPr>
          <p:spPr bwMode="auto">
            <a:xfrm>
              <a:off x="2268" y="2341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7" name="Oval 32"/>
            <p:cNvSpPr>
              <a:spLocks noChangeArrowheads="1"/>
            </p:cNvSpPr>
            <p:nvPr/>
          </p:nvSpPr>
          <p:spPr bwMode="auto">
            <a:xfrm>
              <a:off x="2268" y="2409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8" name="Oval 33"/>
            <p:cNvSpPr>
              <a:spLocks noChangeArrowheads="1"/>
            </p:cNvSpPr>
            <p:nvPr/>
          </p:nvSpPr>
          <p:spPr bwMode="auto">
            <a:xfrm>
              <a:off x="2268" y="2477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9" name="Oval 34"/>
            <p:cNvSpPr>
              <a:spLocks noChangeArrowheads="1"/>
            </p:cNvSpPr>
            <p:nvPr/>
          </p:nvSpPr>
          <p:spPr bwMode="auto">
            <a:xfrm>
              <a:off x="2268" y="2545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0" name="Oval 35"/>
            <p:cNvSpPr>
              <a:spLocks noChangeArrowheads="1"/>
            </p:cNvSpPr>
            <p:nvPr/>
          </p:nvSpPr>
          <p:spPr bwMode="auto">
            <a:xfrm>
              <a:off x="2268" y="2613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1" name="Oval 36"/>
            <p:cNvSpPr>
              <a:spLocks noChangeArrowheads="1"/>
            </p:cNvSpPr>
            <p:nvPr/>
          </p:nvSpPr>
          <p:spPr bwMode="auto">
            <a:xfrm>
              <a:off x="2268" y="2681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2" name="Oval 37"/>
            <p:cNvSpPr>
              <a:spLocks noChangeArrowheads="1"/>
            </p:cNvSpPr>
            <p:nvPr/>
          </p:nvSpPr>
          <p:spPr bwMode="auto">
            <a:xfrm>
              <a:off x="2268" y="2749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43" name="Group 38"/>
          <p:cNvGrpSpPr>
            <a:grpSpLocks/>
          </p:cNvGrpSpPr>
          <p:nvPr/>
        </p:nvGrpSpPr>
        <p:grpSpPr bwMode="auto">
          <a:xfrm>
            <a:off x="5131786" y="2571880"/>
            <a:ext cx="2920013" cy="2618650"/>
            <a:chOff x="1633" y="2024"/>
            <a:chExt cx="815" cy="816"/>
          </a:xfrm>
        </p:grpSpPr>
        <p:sp>
          <p:nvSpPr>
            <p:cNvPr id="44" name="AutoShape 39"/>
            <p:cNvSpPr>
              <a:spLocks noChangeArrowheads="1"/>
            </p:cNvSpPr>
            <p:nvPr/>
          </p:nvSpPr>
          <p:spPr bwMode="auto">
            <a:xfrm>
              <a:off x="1633" y="2024"/>
              <a:ext cx="90" cy="136"/>
            </a:xfrm>
            <a:prstGeom prst="roundRect">
              <a:avLst>
                <a:gd name="adj" fmla="val 16667"/>
              </a:avLst>
            </a:pr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5" name="AutoShape 40"/>
            <p:cNvSpPr>
              <a:spLocks noChangeArrowheads="1"/>
            </p:cNvSpPr>
            <p:nvPr/>
          </p:nvSpPr>
          <p:spPr bwMode="auto">
            <a:xfrm>
              <a:off x="1633" y="2160"/>
              <a:ext cx="90" cy="136"/>
            </a:xfrm>
            <a:prstGeom prst="roundRect">
              <a:avLst>
                <a:gd name="adj" fmla="val 16667"/>
              </a:avLst>
            </a:pr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6" name="AutoShape 41"/>
            <p:cNvSpPr>
              <a:spLocks noChangeArrowheads="1"/>
            </p:cNvSpPr>
            <p:nvPr/>
          </p:nvSpPr>
          <p:spPr bwMode="auto">
            <a:xfrm>
              <a:off x="1633" y="2296"/>
              <a:ext cx="90" cy="136"/>
            </a:xfrm>
            <a:prstGeom prst="roundRect">
              <a:avLst>
                <a:gd name="adj" fmla="val 16667"/>
              </a:avLst>
            </a:pr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7" name="AutoShape 42"/>
            <p:cNvSpPr>
              <a:spLocks noChangeArrowheads="1"/>
            </p:cNvSpPr>
            <p:nvPr/>
          </p:nvSpPr>
          <p:spPr bwMode="auto">
            <a:xfrm>
              <a:off x="1633" y="2432"/>
              <a:ext cx="90" cy="136"/>
            </a:xfrm>
            <a:prstGeom prst="roundRect">
              <a:avLst>
                <a:gd name="adj" fmla="val 16667"/>
              </a:avLst>
            </a:pr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8" name="AutoShape 43"/>
            <p:cNvSpPr>
              <a:spLocks noChangeArrowheads="1"/>
            </p:cNvSpPr>
            <p:nvPr/>
          </p:nvSpPr>
          <p:spPr bwMode="auto">
            <a:xfrm>
              <a:off x="1633" y="2568"/>
              <a:ext cx="90" cy="136"/>
            </a:xfrm>
            <a:prstGeom prst="roundRect">
              <a:avLst>
                <a:gd name="adj" fmla="val 16667"/>
              </a:avLst>
            </a:pr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9" name="AutoShape 44"/>
            <p:cNvSpPr>
              <a:spLocks noChangeArrowheads="1"/>
            </p:cNvSpPr>
            <p:nvPr/>
          </p:nvSpPr>
          <p:spPr bwMode="auto">
            <a:xfrm>
              <a:off x="1633" y="2704"/>
              <a:ext cx="90" cy="136"/>
            </a:xfrm>
            <a:prstGeom prst="roundRect">
              <a:avLst>
                <a:gd name="adj" fmla="val 16667"/>
              </a:avLst>
            </a:pr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0" name="AutoShape 45"/>
            <p:cNvSpPr>
              <a:spLocks noChangeArrowheads="1"/>
            </p:cNvSpPr>
            <p:nvPr/>
          </p:nvSpPr>
          <p:spPr bwMode="auto">
            <a:xfrm>
              <a:off x="2358" y="2024"/>
              <a:ext cx="90" cy="136"/>
            </a:xfrm>
            <a:prstGeom prst="roundRect">
              <a:avLst>
                <a:gd name="adj" fmla="val 16667"/>
              </a:avLst>
            </a:pr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1" name="AutoShape 46"/>
            <p:cNvSpPr>
              <a:spLocks noChangeArrowheads="1"/>
            </p:cNvSpPr>
            <p:nvPr/>
          </p:nvSpPr>
          <p:spPr bwMode="auto">
            <a:xfrm>
              <a:off x="2358" y="2160"/>
              <a:ext cx="90" cy="136"/>
            </a:xfrm>
            <a:prstGeom prst="roundRect">
              <a:avLst>
                <a:gd name="adj" fmla="val 16667"/>
              </a:avLst>
            </a:pr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2" name="AutoShape 47"/>
            <p:cNvSpPr>
              <a:spLocks noChangeArrowheads="1"/>
            </p:cNvSpPr>
            <p:nvPr/>
          </p:nvSpPr>
          <p:spPr bwMode="auto">
            <a:xfrm>
              <a:off x="2358" y="2296"/>
              <a:ext cx="90" cy="136"/>
            </a:xfrm>
            <a:prstGeom prst="roundRect">
              <a:avLst>
                <a:gd name="adj" fmla="val 16667"/>
              </a:avLst>
            </a:pr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3" name="AutoShape 48"/>
            <p:cNvSpPr>
              <a:spLocks noChangeArrowheads="1"/>
            </p:cNvSpPr>
            <p:nvPr/>
          </p:nvSpPr>
          <p:spPr bwMode="auto">
            <a:xfrm>
              <a:off x="2358" y="2432"/>
              <a:ext cx="90" cy="136"/>
            </a:xfrm>
            <a:prstGeom prst="roundRect">
              <a:avLst>
                <a:gd name="adj" fmla="val 16667"/>
              </a:avLst>
            </a:pr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4" name="AutoShape 49"/>
            <p:cNvSpPr>
              <a:spLocks noChangeArrowheads="1"/>
            </p:cNvSpPr>
            <p:nvPr/>
          </p:nvSpPr>
          <p:spPr bwMode="auto">
            <a:xfrm>
              <a:off x="2358" y="2568"/>
              <a:ext cx="90" cy="136"/>
            </a:xfrm>
            <a:prstGeom prst="roundRect">
              <a:avLst>
                <a:gd name="adj" fmla="val 16667"/>
              </a:avLst>
            </a:pr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5" name="AutoShape 50"/>
            <p:cNvSpPr>
              <a:spLocks noChangeArrowheads="1"/>
            </p:cNvSpPr>
            <p:nvPr/>
          </p:nvSpPr>
          <p:spPr bwMode="auto">
            <a:xfrm>
              <a:off x="2358" y="2704"/>
              <a:ext cx="90" cy="136"/>
            </a:xfrm>
            <a:prstGeom prst="roundRect">
              <a:avLst>
                <a:gd name="adj" fmla="val 16667"/>
              </a:avLst>
            </a:pr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56" name="Group 51"/>
          <p:cNvGrpSpPr>
            <a:grpSpLocks/>
          </p:cNvGrpSpPr>
          <p:nvPr/>
        </p:nvGrpSpPr>
        <p:grpSpPr bwMode="auto">
          <a:xfrm>
            <a:off x="5494722" y="2533515"/>
            <a:ext cx="2205753" cy="2766270"/>
            <a:chOff x="1723" y="2001"/>
            <a:chExt cx="636" cy="862"/>
          </a:xfrm>
        </p:grpSpPr>
        <p:sp>
          <p:nvSpPr>
            <p:cNvPr id="57" name="Rectangle 52"/>
            <p:cNvSpPr>
              <a:spLocks noChangeArrowheads="1"/>
            </p:cNvSpPr>
            <p:nvPr/>
          </p:nvSpPr>
          <p:spPr bwMode="auto">
            <a:xfrm>
              <a:off x="1723" y="2001"/>
              <a:ext cx="23" cy="862"/>
            </a:xfrm>
            <a:prstGeom prst="rect">
              <a:avLst/>
            </a:prstGeom>
            <a:solidFill>
              <a:srgbClr val="FF99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FF99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8" name="Rectangle 53"/>
            <p:cNvSpPr>
              <a:spLocks noChangeArrowheads="1"/>
            </p:cNvSpPr>
            <p:nvPr/>
          </p:nvSpPr>
          <p:spPr bwMode="auto">
            <a:xfrm>
              <a:off x="2336" y="2001"/>
              <a:ext cx="23" cy="862"/>
            </a:xfrm>
            <a:prstGeom prst="rect">
              <a:avLst/>
            </a:prstGeom>
            <a:solidFill>
              <a:srgbClr val="FF99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FF99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</p:grpSp>
      <p:sp>
        <p:nvSpPr>
          <p:cNvPr id="59" name="Rectangle 54"/>
          <p:cNvSpPr>
            <a:spLocks noChangeArrowheads="1"/>
          </p:cNvSpPr>
          <p:nvPr/>
        </p:nvSpPr>
        <p:spPr bwMode="auto">
          <a:xfrm>
            <a:off x="4146878" y="1706480"/>
            <a:ext cx="4876240" cy="4368888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grpSp>
        <p:nvGrpSpPr>
          <p:cNvPr id="61" name="Group 56"/>
          <p:cNvGrpSpPr>
            <a:grpSpLocks/>
          </p:cNvGrpSpPr>
          <p:nvPr/>
        </p:nvGrpSpPr>
        <p:grpSpPr bwMode="auto">
          <a:xfrm>
            <a:off x="4504004" y="2163969"/>
            <a:ext cx="4248501" cy="3491533"/>
            <a:chOff x="1111" y="1684"/>
            <a:chExt cx="1225" cy="1088"/>
          </a:xfrm>
        </p:grpSpPr>
        <p:sp>
          <p:nvSpPr>
            <p:cNvPr id="62" name="AutoShape 57"/>
            <p:cNvSpPr>
              <a:spLocks noChangeArrowheads="1"/>
            </p:cNvSpPr>
            <p:nvPr/>
          </p:nvSpPr>
          <p:spPr bwMode="auto">
            <a:xfrm>
              <a:off x="1769" y="1684"/>
              <a:ext cx="567" cy="1088"/>
            </a:xfrm>
            <a:prstGeom prst="roundRect">
              <a:avLst>
                <a:gd name="adj" fmla="val 22926"/>
              </a:avLst>
            </a:prstGeom>
            <a:noFill/>
            <a:ln w="19050">
              <a:solidFill>
                <a:schemeClr val="folHlink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3" name="AutoShape 58"/>
            <p:cNvSpPr>
              <a:spLocks noChangeArrowheads="1"/>
            </p:cNvSpPr>
            <p:nvPr/>
          </p:nvSpPr>
          <p:spPr bwMode="auto">
            <a:xfrm>
              <a:off x="1111" y="1684"/>
              <a:ext cx="567" cy="1088"/>
            </a:xfrm>
            <a:prstGeom prst="roundRect">
              <a:avLst>
                <a:gd name="adj" fmla="val 22926"/>
              </a:avLst>
            </a:prstGeom>
            <a:noFill/>
            <a:ln w="19050">
              <a:solidFill>
                <a:schemeClr val="folHlink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2" name="Groupe 1"/>
          <p:cNvGrpSpPr/>
          <p:nvPr/>
        </p:nvGrpSpPr>
        <p:grpSpPr>
          <a:xfrm>
            <a:off x="5010451" y="2434610"/>
            <a:ext cx="3149094" cy="2910679"/>
            <a:chOff x="5010451" y="2434610"/>
            <a:chExt cx="3149094" cy="2910679"/>
          </a:xfrm>
          <a:solidFill>
            <a:schemeClr val="bg2">
              <a:lumMod val="75000"/>
            </a:schemeClr>
          </a:solidFill>
        </p:grpSpPr>
        <p:grpSp>
          <p:nvGrpSpPr>
            <p:cNvPr id="11" name="Group 6"/>
            <p:cNvGrpSpPr>
              <a:grpSpLocks/>
            </p:cNvGrpSpPr>
            <p:nvPr/>
          </p:nvGrpSpPr>
          <p:grpSpPr bwMode="auto">
            <a:xfrm>
              <a:off x="5090219" y="2434610"/>
              <a:ext cx="2989558" cy="2910679"/>
              <a:chOff x="1610" y="1979"/>
              <a:chExt cx="862" cy="907"/>
            </a:xfrm>
            <a:grpFill/>
          </p:grpSpPr>
          <p:sp>
            <p:nvSpPr>
              <p:cNvPr id="12" name="Rectangle 7"/>
              <p:cNvSpPr>
                <a:spLocks noChangeArrowheads="1"/>
              </p:cNvSpPr>
              <p:nvPr/>
            </p:nvSpPr>
            <p:spPr bwMode="auto">
              <a:xfrm>
                <a:off x="1814" y="1979"/>
                <a:ext cx="23" cy="907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3" name="Rectangle 8"/>
              <p:cNvSpPr>
                <a:spLocks noChangeArrowheads="1"/>
              </p:cNvSpPr>
              <p:nvPr/>
            </p:nvSpPr>
            <p:spPr bwMode="auto">
              <a:xfrm>
                <a:off x="1610" y="1979"/>
                <a:ext cx="204" cy="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4" name="Rectangle 9"/>
              <p:cNvSpPr>
                <a:spLocks noChangeArrowheads="1"/>
              </p:cNvSpPr>
              <p:nvPr/>
            </p:nvSpPr>
            <p:spPr bwMode="auto">
              <a:xfrm>
                <a:off x="1610" y="2863"/>
                <a:ext cx="204" cy="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5" name="Rectangle 10"/>
              <p:cNvSpPr>
                <a:spLocks noChangeArrowheads="1"/>
              </p:cNvSpPr>
              <p:nvPr/>
            </p:nvSpPr>
            <p:spPr bwMode="auto">
              <a:xfrm>
                <a:off x="2268" y="1979"/>
                <a:ext cx="204" cy="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6" name="Rectangle 11"/>
              <p:cNvSpPr>
                <a:spLocks noChangeArrowheads="1"/>
              </p:cNvSpPr>
              <p:nvPr/>
            </p:nvSpPr>
            <p:spPr bwMode="auto">
              <a:xfrm>
                <a:off x="2268" y="2863"/>
                <a:ext cx="204" cy="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7" name="Rectangle 12"/>
              <p:cNvSpPr>
                <a:spLocks noChangeArrowheads="1"/>
              </p:cNvSpPr>
              <p:nvPr/>
            </p:nvSpPr>
            <p:spPr bwMode="auto">
              <a:xfrm>
                <a:off x="2245" y="1979"/>
                <a:ext cx="23" cy="907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</p:grpSp>
        <p:sp>
          <p:nvSpPr>
            <p:cNvPr id="65" name="Rectangle 12"/>
            <p:cNvSpPr>
              <a:spLocks noChangeArrowheads="1"/>
            </p:cNvSpPr>
            <p:nvPr/>
          </p:nvSpPr>
          <p:spPr bwMode="auto">
            <a:xfrm>
              <a:off x="8079777" y="2437929"/>
              <a:ext cx="79768" cy="2902816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6" name="Rectangle 12"/>
            <p:cNvSpPr>
              <a:spLocks noChangeArrowheads="1"/>
            </p:cNvSpPr>
            <p:nvPr/>
          </p:nvSpPr>
          <p:spPr bwMode="auto">
            <a:xfrm>
              <a:off x="5010451" y="2434610"/>
              <a:ext cx="79768" cy="2906135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</p:grpSp>
      <p:sp>
        <p:nvSpPr>
          <p:cNvPr id="64" name="AutoShape 59"/>
          <p:cNvSpPr>
            <a:spLocks/>
          </p:cNvSpPr>
          <p:nvPr/>
        </p:nvSpPr>
        <p:spPr bwMode="auto">
          <a:xfrm>
            <a:off x="10195282" y="5230557"/>
            <a:ext cx="1008062" cy="366712"/>
          </a:xfrm>
          <a:prstGeom prst="callout2">
            <a:avLst>
              <a:gd name="adj1" fmla="val 31167"/>
              <a:gd name="adj2" fmla="val -8333"/>
              <a:gd name="adj3" fmla="val 31167"/>
              <a:gd name="adj4" fmla="val -103995"/>
              <a:gd name="adj5" fmla="val -2598"/>
              <a:gd name="adj6" fmla="val -216987"/>
            </a:avLst>
          </a:prstGeom>
          <a:noFill/>
          <a:ln w="19050">
            <a:solidFill>
              <a:srgbClr val="FF9900"/>
            </a:solidFill>
            <a:miter lim="800000"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1800" dirty="0">
                <a:solidFill>
                  <a:srgbClr val="009900"/>
                </a:solidFill>
                <a:latin typeface="Times New Roman" panose="02020603050405020304" pitchFamily="18" charset="0"/>
              </a:rPr>
              <a:t>window</a:t>
            </a:r>
          </a:p>
        </p:txBody>
      </p:sp>
      <p:sp>
        <p:nvSpPr>
          <p:cNvPr id="60" name="AutoShape 55"/>
          <p:cNvSpPr>
            <a:spLocks/>
          </p:cNvSpPr>
          <p:nvPr/>
        </p:nvSpPr>
        <p:spPr bwMode="auto">
          <a:xfrm>
            <a:off x="10195282" y="1339768"/>
            <a:ext cx="914400" cy="366712"/>
          </a:xfrm>
          <a:prstGeom prst="callout2">
            <a:avLst>
              <a:gd name="adj1" fmla="val 31167"/>
              <a:gd name="adj2" fmla="val -8333"/>
              <a:gd name="adj3" fmla="val 31167"/>
              <a:gd name="adj4" fmla="val -95139"/>
              <a:gd name="adj5" fmla="val 664935"/>
              <a:gd name="adj6" fmla="val -401736"/>
            </a:avLst>
          </a:prstGeom>
          <a:noFill/>
          <a:ln w="19050">
            <a:solidFill>
              <a:srgbClr val="339966"/>
            </a:solidFill>
            <a:miter lim="800000"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1800" dirty="0">
                <a:solidFill>
                  <a:srgbClr val="009900"/>
                </a:solidFill>
                <a:latin typeface="Times New Roman" panose="02020603050405020304" pitchFamily="18" charset="0"/>
              </a:rPr>
              <a:t>Air-gap</a:t>
            </a:r>
          </a:p>
        </p:txBody>
      </p:sp>
      <p:sp>
        <p:nvSpPr>
          <p:cNvPr id="67" name="ZoneTexte 66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Coil</a:t>
            </a: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46538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45" dur="5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9" grpId="0" animBg="1"/>
      <p:bldP spid="64" grpId="0" animBg="1"/>
      <p:bldP spid="6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For a Forward : closed core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alimentation-a-decoupage-reduction-du-bruit-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1447" y="1323068"/>
            <a:ext cx="6596382" cy="48745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ZoneTexte 1"/>
          <p:cNvSpPr txBox="1">
            <a:spLocks noChangeArrowheads="1"/>
          </p:cNvSpPr>
          <p:nvPr/>
        </p:nvSpPr>
        <p:spPr bwMode="auto">
          <a:xfrm>
            <a:off x="6284622" y="4544459"/>
            <a:ext cx="1570032" cy="83099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dirty="0">
                <a:solidFill>
                  <a:schemeClr val="tx1"/>
                </a:solidFill>
                <a:latin typeface="Times New Roman" panose="02020603050405020304" pitchFamily="18" charset="0"/>
              </a:rPr>
              <a:t>Primary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dirty="0">
                <a:solidFill>
                  <a:schemeClr val="tx1"/>
                </a:solidFill>
                <a:latin typeface="Times New Roman" panose="02020603050405020304" pitchFamily="18" charset="0"/>
              </a:rPr>
              <a:t>coil</a:t>
            </a:r>
          </a:p>
        </p:txBody>
      </p:sp>
      <p:sp>
        <p:nvSpPr>
          <p:cNvPr id="10" name="ZoneTexte 7"/>
          <p:cNvSpPr txBox="1">
            <a:spLocks noChangeArrowheads="1"/>
          </p:cNvSpPr>
          <p:nvPr/>
        </p:nvSpPr>
        <p:spPr bwMode="auto">
          <a:xfrm>
            <a:off x="6159712" y="5366603"/>
            <a:ext cx="1819852" cy="83099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dirty="0">
                <a:solidFill>
                  <a:schemeClr val="tx1"/>
                </a:solidFill>
                <a:latin typeface="Times New Roman" panose="02020603050405020304" pitchFamily="18" charset="0"/>
              </a:rPr>
              <a:t>Secondary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dirty="0">
                <a:solidFill>
                  <a:schemeClr val="tx1"/>
                </a:solidFill>
                <a:latin typeface="Times New Roman" panose="02020603050405020304" pitchFamily="18" charset="0"/>
              </a:rPr>
              <a:t>coil</a:t>
            </a:r>
          </a:p>
        </p:txBody>
      </p:sp>
      <p:sp>
        <p:nvSpPr>
          <p:cNvPr id="11" name="ZoneTexte 10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Coil</a:t>
            </a: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49535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Magnetic pot core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7" descr="pot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5900" y="1701712"/>
            <a:ext cx="3438525" cy="3305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8" descr="pot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16313" y="1341349"/>
            <a:ext cx="3211512" cy="5062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 Box 9"/>
          <p:cNvSpPr txBox="1">
            <a:spLocks noChangeArrowheads="1"/>
          </p:cNvSpPr>
          <p:nvPr/>
        </p:nvSpPr>
        <p:spPr bwMode="auto">
          <a:xfrm>
            <a:off x="8951592" y="5423151"/>
            <a:ext cx="1459054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RM series</a:t>
            </a:r>
          </a:p>
        </p:txBody>
      </p:sp>
      <p:sp>
        <p:nvSpPr>
          <p:cNvPr id="11" name="ZoneTexte 10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Coil</a:t>
            </a: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82588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Torus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7" descr="pot 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1641" y="1830160"/>
            <a:ext cx="4712336" cy="33659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8" descr="pot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5277" y="1285195"/>
            <a:ext cx="2438400" cy="4905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ZoneTexte 12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Coil</a:t>
            </a: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306718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Magnetic circuits parameters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7"/>
          <p:cNvGrpSpPr>
            <a:grpSpLocks/>
          </p:cNvGrpSpPr>
          <p:nvPr/>
        </p:nvGrpSpPr>
        <p:grpSpPr bwMode="auto">
          <a:xfrm>
            <a:off x="4896303" y="1989138"/>
            <a:ext cx="3600450" cy="3529012"/>
            <a:chOff x="1202" y="1298"/>
            <a:chExt cx="2268" cy="2223"/>
          </a:xfrm>
        </p:grpSpPr>
        <p:sp>
          <p:nvSpPr>
            <p:cNvPr id="7" name="Rectangle 8"/>
            <p:cNvSpPr>
              <a:spLocks noChangeArrowheads="1"/>
            </p:cNvSpPr>
            <p:nvPr/>
          </p:nvSpPr>
          <p:spPr bwMode="auto">
            <a:xfrm>
              <a:off x="1202" y="1298"/>
              <a:ext cx="2268" cy="2223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grpSp>
          <p:nvGrpSpPr>
            <p:cNvPr id="10" name="Group 9"/>
            <p:cNvGrpSpPr>
              <a:grpSpLocks/>
            </p:cNvGrpSpPr>
            <p:nvPr/>
          </p:nvGrpSpPr>
          <p:grpSpPr bwMode="auto">
            <a:xfrm>
              <a:off x="1383" y="1480"/>
              <a:ext cx="1860" cy="1814"/>
              <a:chOff x="1383" y="1480"/>
              <a:chExt cx="1860" cy="1814"/>
            </a:xfrm>
          </p:grpSpPr>
          <p:sp>
            <p:nvSpPr>
              <p:cNvPr id="11" name="AutoShape 10"/>
              <p:cNvSpPr>
                <a:spLocks noChangeArrowheads="1"/>
              </p:cNvSpPr>
              <p:nvPr/>
            </p:nvSpPr>
            <p:spPr bwMode="auto">
              <a:xfrm>
                <a:off x="1429" y="1480"/>
                <a:ext cx="1814" cy="181"/>
              </a:xfrm>
              <a:prstGeom prst="parallelogram">
                <a:avLst>
                  <a:gd name="adj" fmla="val 123699"/>
                </a:avLst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2" name="AutoShape 11"/>
              <p:cNvSpPr>
                <a:spLocks noChangeArrowheads="1"/>
              </p:cNvSpPr>
              <p:nvPr/>
            </p:nvSpPr>
            <p:spPr bwMode="auto">
              <a:xfrm rot="5400000" flipH="1">
                <a:off x="2223" y="2273"/>
                <a:ext cx="1814" cy="227"/>
              </a:xfrm>
              <a:prstGeom prst="parallelogram">
                <a:avLst>
                  <a:gd name="adj" fmla="val 78395"/>
                </a:avLst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3" name="Rectangle 12"/>
              <p:cNvSpPr>
                <a:spLocks noChangeArrowheads="1"/>
              </p:cNvSpPr>
              <p:nvPr/>
            </p:nvSpPr>
            <p:spPr bwMode="auto">
              <a:xfrm>
                <a:off x="1429" y="1661"/>
                <a:ext cx="1587" cy="1633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4" name="Rectangle 13"/>
              <p:cNvSpPr>
                <a:spLocks noChangeArrowheads="1"/>
              </p:cNvSpPr>
              <p:nvPr/>
            </p:nvSpPr>
            <p:spPr bwMode="auto">
              <a:xfrm>
                <a:off x="1746" y="1979"/>
                <a:ext cx="953" cy="997"/>
              </a:xfrm>
              <a:prstGeom prst="rect">
                <a:avLst/>
              </a:prstGeom>
              <a:solidFill>
                <a:srgbClr val="FF99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5" name="AutoShape 14"/>
              <p:cNvSpPr>
                <a:spLocks noChangeArrowheads="1"/>
              </p:cNvSpPr>
              <p:nvPr/>
            </p:nvSpPr>
            <p:spPr bwMode="auto">
              <a:xfrm rot="5400000" flipH="1">
                <a:off x="1270" y="2273"/>
                <a:ext cx="1179" cy="227"/>
              </a:xfrm>
              <a:prstGeom prst="parallelogram">
                <a:avLst>
                  <a:gd name="adj" fmla="val 79278"/>
                </a:avLst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6" name="AutoShape 15"/>
              <p:cNvSpPr>
                <a:spLocks noChangeArrowheads="1"/>
              </p:cNvSpPr>
              <p:nvPr/>
            </p:nvSpPr>
            <p:spPr bwMode="auto">
              <a:xfrm>
                <a:off x="1746" y="2795"/>
                <a:ext cx="1179" cy="181"/>
              </a:xfrm>
              <a:prstGeom prst="parallelogram">
                <a:avLst>
                  <a:gd name="adj" fmla="val 126808"/>
                </a:avLst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7" name="AutoShape 16"/>
              <p:cNvSpPr>
                <a:spLocks noChangeArrowheads="1"/>
              </p:cNvSpPr>
              <p:nvPr/>
            </p:nvSpPr>
            <p:spPr bwMode="auto">
              <a:xfrm>
                <a:off x="1746" y="1797"/>
                <a:ext cx="1179" cy="181"/>
              </a:xfrm>
              <a:prstGeom prst="parallelogram">
                <a:avLst>
                  <a:gd name="adj" fmla="val 126808"/>
                </a:avLst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8" name="AutoShape 17"/>
              <p:cNvSpPr>
                <a:spLocks noChangeArrowheads="1"/>
              </p:cNvSpPr>
              <p:nvPr/>
            </p:nvSpPr>
            <p:spPr bwMode="auto">
              <a:xfrm rot="5400000" flipH="1">
                <a:off x="2223" y="2273"/>
                <a:ext cx="1179" cy="227"/>
              </a:xfrm>
              <a:prstGeom prst="parallelogram">
                <a:avLst>
                  <a:gd name="adj" fmla="val 79278"/>
                </a:avLst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9" name="Rectangle 18"/>
              <p:cNvSpPr>
                <a:spLocks noChangeArrowheads="1"/>
              </p:cNvSpPr>
              <p:nvPr/>
            </p:nvSpPr>
            <p:spPr bwMode="auto">
              <a:xfrm>
                <a:off x="1429" y="1661"/>
                <a:ext cx="1587" cy="318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0" name="Rectangle 19"/>
              <p:cNvSpPr>
                <a:spLocks noChangeArrowheads="1"/>
              </p:cNvSpPr>
              <p:nvPr/>
            </p:nvSpPr>
            <p:spPr bwMode="auto">
              <a:xfrm>
                <a:off x="2699" y="1888"/>
                <a:ext cx="317" cy="1315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1" name="Rectangle 20"/>
              <p:cNvSpPr>
                <a:spLocks noChangeArrowheads="1"/>
              </p:cNvSpPr>
              <p:nvPr/>
            </p:nvSpPr>
            <p:spPr bwMode="auto">
              <a:xfrm>
                <a:off x="1429" y="1661"/>
                <a:ext cx="1587" cy="1633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2" name="Rectangle 21"/>
              <p:cNvSpPr>
                <a:spLocks noChangeArrowheads="1"/>
              </p:cNvSpPr>
              <p:nvPr/>
            </p:nvSpPr>
            <p:spPr bwMode="auto">
              <a:xfrm>
                <a:off x="1746" y="1979"/>
                <a:ext cx="953" cy="997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3" name="Rectangle 22"/>
              <p:cNvSpPr>
                <a:spLocks noChangeArrowheads="1"/>
              </p:cNvSpPr>
              <p:nvPr/>
            </p:nvSpPr>
            <p:spPr bwMode="auto">
              <a:xfrm>
                <a:off x="1837" y="2341"/>
                <a:ext cx="136" cy="9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4" name="Rectangle 23"/>
              <p:cNvSpPr>
                <a:spLocks noChangeArrowheads="1"/>
              </p:cNvSpPr>
              <p:nvPr/>
            </p:nvSpPr>
            <p:spPr bwMode="auto">
              <a:xfrm>
                <a:off x="1383" y="2478"/>
                <a:ext cx="227" cy="9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5" name="AutoShape 24"/>
              <p:cNvSpPr>
                <a:spLocks noChangeArrowheads="1"/>
              </p:cNvSpPr>
              <p:nvPr/>
            </p:nvSpPr>
            <p:spPr bwMode="auto">
              <a:xfrm>
                <a:off x="1429" y="2432"/>
                <a:ext cx="544" cy="136"/>
              </a:xfrm>
              <a:prstGeom prst="parallelogram">
                <a:avLst>
                  <a:gd name="adj" fmla="val 171574"/>
                </a:avLst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6" name="Rectangle 25"/>
              <p:cNvSpPr>
                <a:spLocks noChangeArrowheads="1"/>
              </p:cNvSpPr>
              <p:nvPr/>
            </p:nvSpPr>
            <p:spPr bwMode="auto">
              <a:xfrm>
                <a:off x="1429" y="2387"/>
                <a:ext cx="317" cy="91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7" name="Line 26"/>
              <p:cNvSpPr>
                <a:spLocks noChangeShapeType="1"/>
              </p:cNvSpPr>
              <p:nvPr/>
            </p:nvSpPr>
            <p:spPr bwMode="auto">
              <a:xfrm>
                <a:off x="1429" y="2341"/>
                <a:ext cx="0" cy="13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8" name="Line 27"/>
              <p:cNvSpPr>
                <a:spLocks noChangeShapeType="1"/>
              </p:cNvSpPr>
              <p:nvPr/>
            </p:nvSpPr>
            <p:spPr bwMode="auto">
              <a:xfrm>
                <a:off x="1429" y="2478"/>
                <a:ext cx="31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9" name="Line 28"/>
              <p:cNvSpPr>
                <a:spLocks noChangeShapeType="1"/>
              </p:cNvSpPr>
              <p:nvPr/>
            </p:nvSpPr>
            <p:spPr bwMode="auto">
              <a:xfrm flipV="1">
                <a:off x="1746" y="2341"/>
                <a:ext cx="0" cy="13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0" name="AutoShape 29"/>
              <p:cNvSpPr>
                <a:spLocks noChangeArrowheads="1"/>
              </p:cNvSpPr>
              <p:nvPr/>
            </p:nvSpPr>
            <p:spPr bwMode="auto">
              <a:xfrm rot="16200000" flipH="1">
                <a:off x="1746" y="2251"/>
                <a:ext cx="228" cy="227"/>
              </a:xfrm>
              <a:prstGeom prst="parallelogram">
                <a:avLst>
                  <a:gd name="adj" fmla="val 64752"/>
                </a:avLst>
              </a:prstGeom>
              <a:solidFill>
                <a:schemeClr val="accent1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31" name="Line 30"/>
              <p:cNvSpPr>
                <a:spLocks noChangeShapeType="1"/>
              </p:cNvSpPr>
              <p:nvPr/>
            </p:nvSpPr>
            <p:spPr bwMode="auto">
              <a:xfrm>
                <a:off x="1746" y="2341"/>
                <a:ext cx="0" cy="13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2" name="Line 31"/>
              <p:cNvSpPr>
                <a:spLocks noChangeShapeType="1"/>
              </p:cNvSpPr>
              <p:nvPr/>
            </p:nvSpPr>
            <p:spPr bwMode="auto">
              <a:xfrm flipV="1">
                <a:off x="1746" y="2341"/>
                <a:ext cx="227" cy="13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3" name="Line 32"/>
              <p:cNvSpPr>
                <a:spLocks noChangeShapeType="1"/>
              </p:cNvSpPr>
              <p:nvPr/>
            </p:nvSpPr>
            <p:spPr bwMode="auto">
              <a:xfrm flipV="1">
                <a:off x="1973" y="2251"/>
                <a:ext cx="0" cy="9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</p:grpSp>
      <p:sp>
        <p:nvSpPr>
          <p:cNvPr id="34" name="Line 33"/>
          <p:cNvSpPr>
            <a:spLocks noChangeShapeType="1"/>
          </p:cNvSpPr>
          <p:nvPr/>
        </p:nvSpPr>
        <p:spPr bwMode="auto">
          <a:xfrm flipH="1">
            <a:off x="4175578" y="3860800"/>
            <a:ext cx="1081088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5" name="Line 34"/>
          <p:cNvSpPr>
            <a:spLocks noChangeShapeType="1"/>
          </p:cNvSpPr>
          <p:nvPr/>
        </p:nvSpPr>
        <p:spPr bwMode="auto">
          <a:xfrm flipH="1">
            <a:off x="4175578" y="4005263"/>
            <a:ext cx="1081088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6" name="Line 35"/>
          <p:cNvSpPr>
            <a:spLocks noChangeShapeType="1"/>
          </p:cNvSpPr>
          <p:nvPr/>
        </p:nvSpPr>
        <p:spPr bwMode="auto">
          <a:xfrm>
            <a:off x="4393066" y="3573463"/>
            <a:ext cx="0" cy="2873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7" name="Line 36"/>
          <p:cNvSpPr>
            <a:spLocks noChangeShapeType="1"/>
          </p:cNvSpPr>
          <p:nvPr/>
        </p:nvSpPr>
        <p:spPr bwMode="auto">
          <a:xfrm flipV="1">
            <a:off x="4393066" y="4005263"/>
            <a:ext cx="0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8" name="Line 37"/>
          <p:cNvSpPr>
            <a:spLocks noChangeShapeType="1"/>
          </p:cNvSpPr>
          <p:nvPr/>
        </p:nvSpPr>
        <p:spPr bwMode="auto">
          <a:xfrm>
            <a:off x="4393066" y="3789363"/>
            <a:ext cx="0" cy="3603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9" name="Text Box 38"/>
          <p:cNvSpPr txBox="1">
            <a:spLocks noChangeArrowheads="1"/>
          </p:cNvSpPr>
          <p:nvPr/>
        </p:nvSpPr>
        <p:spPr bwMode="auto">
          <a:xfrm>
            <a:off x="3867603" y="3738563"/>
            <a:ext cx="2857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1800">
                <a:solidFill>
                  <a:schemeClr val="tx1"/>
                </a:solidFill>
                <a:latin typeface="Times New Roman" panose="02020603050405020304" pitchFamily="18" charset="0"/>
              </a:rPr>
              <a:t>e</a:t>
            </a:r>
          </a:p>
        </p:txBody>
      </p:sp>
      <p:sp>
        <p:nvSpPr>
          <p:cNvPr id="40" name="AutoShape 39"/>
          <p:cNvSpPr>
            <a:spLocks/>
          </p:cNvSpPr>
          <p:nvPr/>
        </p:nvSpPr>
        <p:spPr bwMode="auto">
          <a:xfrm>
            <a:off x="8788853" y="1585913"/>
            <a:ext cx="1868488" cy="763587"/>
          </a:xfrm>
          <a:prstGeom prst="borderCallout2">
            <a:avLst>
              <a:gd name="adj1" fmla="val 14968"/>
              <a:gd name="adj2" fmla="val -4079"/>
              <a:gd name="adj3" fmla="val 14968"/>
              <a:gd name="adj4" fmla="val -53185"/>
              <a:gd name="adj5" fmla="val 222454"/>
              <a:gd name="adj6" fmla="val -104250"/>
            </a:avLst>
          </a:prstGeom>
          <a:noFill/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1800">
                <a:solidFill>
                  <a:schemeClr val="tx1"/>
                </a:solidFill>
                <a:latin typeface="Times New Roman" panose="02020603050405020304" pitchFamily="18" charset="0"/>
              </a:rPr>
              <a:t>Surface “coilable”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>
                <a:solidFill>
                  <a:schemeClr val="tx1"/>
                </a:solidFill>
                <a:latin typeface="Times New Roman" panose="02020603050405020304" pitchFamily="18" charset="0"/>
              </a:rPr>
              <a:t>S</a:t>
            </a:r>
            <a:r>
              <a:rPr lang="en-CA" altLang="fr-FR" sz="2400" b="1" baseline="-25000">
                <a:solidFill>
                  <a:schemeClr val="tx1"/>
                </a:solidFill>
                <a:latin typeface="Times New Roman" panose="02020603050405020304" pitchFamily="18" charset="0"/>
              </a:rPr>
              <a:t>b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CA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41" name="Text Box 40"/>
          <p:cNvSpPr txBox="1">
            <a:spLocks noChangeArrowheads="1"/>
          </p:cNvSpPr>
          <p:nvPr/>
        </p:nvSpPr>
        <p:spPr bwMode="auto">
          <a:xfrm>
            <a:off x="3240541" y="3357563"/>
            <a:ext cx="898525" cy="369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1800">
                <a:solidFill>
                  <a:schemeClr val="tx1"/>
                </a:solidFill>
                <a:latin typeface="Times New Roman" panose="02020603050405020304" pitchFamily="18" charset="0"/>
              </a:rPr>
              <a:t>Air-gap</a:t>
            </a:r>
          </a:p>
        </p:txBody>
      </p:sp>
      <p:sp>
        <p:nvSpPr>
          <p:cNvPr id="42" name="AutoShape 41"/>
          <p:cNvSpPr>
            <a:spLocks noChangeArrowheads="1"/>
          </p:cNvSpPr>
          <p:nvPr/>
        </p:nvSpPr>
        <p:spPr bwMode="auto">
          <a:xfrm>
            <a:off x="7272791" y="3789363"/>
            <a:ext cx="863600" cy="215900"/>
          </a:xfrm>
          <a:prstGeom prst="parallelogram">
            <a:avLst>
              <a:gd name="adj" fmla="val 173944"/>
            </a:avLst>
          </a:prstGeom>
          <a:solidFill>
            <a:srgbClr val="3366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43" name="AutoShape 42"/>
          <p:cNvSpPr>
            <a:spLocks/>
          </p:cNvSpPr>
          <p:nvPr/>
        </p:nvSpPr>
        <p:spPr bwMode="auto">
          <a:xfrm>
            <a:off x="9220653" y="2809875"/>
            <a:ext cx="1652588" cy="763588"/>
          </a:xfrm>
          <a:prstGeom prst="borderCallout2">
            <a:avLst>
              <a:gd name="adj1" fmla="val 14968"/>
              <a:gd name="adj2" fmla="val -4611"/>
              <a:gd name="adj3" fmla="val 14968"/>
              <a:gd name="adj4" fmla="val -40921"/>
              <a:gd name="adj5" fmla="val 137630"/>
              <a:gd name="adj6" fmla="val -78676"/>
            </a:avLst>
          </a:prstGeom>
          <a:noFill/>
          <a:ln w="9525">
            <a:solidFill>
              <a:srgbClr val="0000FF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1800">
                <a:solidFill>
                  <a:schemeClr val="tx1"/>
                </a:solidFill>
                <a:latin typeface="Times New Roman" panose="02020603050405020304" pitchFamily="18" charset="0"/>
              </a:rPr>
              <a:t>Effective area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>
                <a:solidFill>
                  <a:schemeClr val="tx1"/>
                </a:solidFill>
                <a:latin typeface="Times New Roman" panose="02020603050405020304" pitchFamily="18" charset="0"/>
              </a:rPr>
              <a:t>A</a:t>
            </a:r>
            <a:r>
              <a:rPr lang="en-CA" altLang="fr-FR" sz="2400" b="1" baseline="-25000">
                <a:solidFill>
                  <a:schemeClr val="tx1"/>
                </a:solidFill>
                <a:latin typeface="Times New Roman" panose="02020603050405020304" pitchFamily="18" charset="0"/>
              </a:rPr>
              <a:t>e</a:t>
            </a:r>
          </a:p>
        </p:txBody>
      </p:sp>
      <p:sp>
        <p:nvSpPr>
          <p:cNvPr id="44" name="Text Box 43"/>
          <p:cNvSpPr txBox="1">
            <a:spLocks noChangeArrowheads="1"/>
          </p:cNvSpPr>
          <p:nvPr/>
        </p:nvSpPr>
        <p:spPr bwMode="auto">
          <a:xfrm>
            <a:off x="4391478" y="5691188"/>
            <a:ext cx="5888038" cy="4619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1800">
                <a:solidFill>
                  <a:schemeClr val="tx1"/>
                </a:solidFill>
                <a:latin typeface="Times New Roman" panose="02020603050405020304" pitchFamily="18" charset="0"/>
              </a:rPr>
              <a:t>Inductance factor: </a:t>
            </a:r>
            <a:r>
              <a:rPr lang="en-CA" altLang="fr-FR" sz="2400" b="1">
                <a:solidFill>
                  <a:schemeClr val="tx1"/>
                </a:solidFill>
                <a:latin typeface="Times New Roman" panose="02020603050405020304" pitchFamily="18" charset="0"/>
              </a:rPr>
              <a:t>A</a:t>
            </a:r>
            <a:r>
              <a:rPr lang="en-CA" altLang="fr-FR" sz="2400" b="1" baseline="-25000">
                <a:solidFill>
                  <a:schemeClr val="tx1"/>
                </a:solidFill>
                <a:latin typeface="Times New Roman" panose="02020603050405020304" pitchFamily="18" charset="0"/>
              </a:rPr>
              <a:t>L  </a:t>
            </a:r>
            <a:r>
              <a:rPr lang="en-CA" altLang="fr-FR" sz="1800">
                <a:solidFill>
                  <a:schemeClr val="tx1"/>
                </a:solidFill>
                <a:latin typeface="Times New Roman" panose="02020603050405020304" pitchFamily="18" charset="0"/>
              </a:rPr>
              <a:t>= Inductance obtained with ONE loop</a:t>
            </a:r>
          </a:p>
        </p:txBody>
      </p:sp>
      <p:sp>
        <p:nvSpPr>
          <p:cNvPr id="45" name="ZoneTexte 44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Coil</a:t>
            </a: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774017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Critical constraints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/>
          <p:cNvSpPr/>
          <p:nvPr/>
        </p:nvSpPr>
        <p:spPr>
          <a:xfrm>
            <a:off x="3614058" y="1955524"/>
            <a:ext cx="6096000" cy="3046988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en-CA" altLang="fr-FR" sz="2400" b="1" i="1" dirty="0">
                <a:latin typeface="Times New Roman" panose="02020603050405020304" pitchFamily="18" charset="0"/>
              </a:rPr>
              <a:t>Induction in the material: B &lt; </a:t>
            </a:r>
            <a:r>
              <a:rPr lang="en-CA" altLang="fr-FR" sz="2400" b="1" i="1" dirty="0" err="1">
                <a:latin typeface="Times New Roman" panose="02020603050405020304" pitchFamily="18" charset="0"/>
              </a:rPr>
              <a:t>B</a:t>
            </a:r>
            <a:r>
              <a:rPr lang="en-CA" altLang="fr-FR" sz="2400" b="1" i="1" baseline="-25000" dirty="0" err="1">
                <a:latin typeface="Times New Roman" panose="02020603050405020304" pitchFamily="18" charset="0"/>
              </a:rPr>
              <a:t>sat</a:t>
            </a:r>
            <a:endParaRPr lang="en-CA" altLang="fr-FR" sz="2400" b="1" i="1" baseline="-25000" dirty="0">
              <a:latin typeface="Times New Roman" panose="02020603050405020304" pitchFamily="18" charset="0"/>
            </a:endParaRPr>
          </a:p>
          <a:p>
            <a:pPr>
              <a:spcBef>
                <a:spcPct val="0"/>
              </a:spcBef>
            </a:pPr>
            <a:r>
              <a:rPr lang="en-CA" altLang="fr-FR" sz="2400" b="1" i="1" dirty="0">
                <a:latin typeface="Times New Roman" panose="02020603050405020304" pitchFamily="18" charset="0"/>
              </a:rPr>
              <a:t>	0,2 to 0,5 T for classical materials</a:t>
            </a:r>
          </a:p>
          <a:p>
            <a:pPr>
              <a:spcBef>
                <a:spcPct val="0"/>
              </a:spcBef>
            </a:pPr>
            <a:endParaRPr lang="en-CA" altLang="fr-FR" sz="2400" b="1" i="1" dirty="0">
              <a:latin typeface="Times New Roman" panose="02020603050405020304" pitchFamily="18" charset="0"/>
            </a:endParaRPr>
          </a:p>
          <a:p>
            <a:pPr>
              <a:spcBef>
                <a:spcPct val="0"/>
              </a:spcBef>
            </a:pPr>
            <a:endParaRPr lang="en-CA" altLang="fr-FR" sz="2400" b="1" i="1" dirty="0">
              <a:latin typeface="Times New Roman" panose="02020603050405020304" pitchFamily="18" charset="0"/>
            </a:endParaRPr>
          </a:p>
          <a:p>
            <a:pPr>
              <a:spcBef>
                <a:spcPct val="0"/>
              </a:spcBef>
            </a:pPr>
            <a:r>
              <a:rPr lang="en-CA" altLang="fr-FR" sz="2400" b="1" i="1" dirty="0">
                <a:latin typeface="Times New Roman" panose="02020603050405020304" pitchFamily="18" charset="0"/>
              </a:rPr>
              <a:t>Current density in the coil: </a:t>
            </a:r>
            <a:r>
              <a:rPr lang="en-CA" altLang="fr-FR" sz="2400" b="1" i="1" dirty="0">
                <a:latin typeface="Symbol" panose="05050102010706020507" pitchFamily="18" charset="2"/>
              </a:rPr>
              <a:t>d</a:t>
            </a:r>
            <a:r>
              <a:rPr lang="en-CA" altLang="fr-FR" sz="2400" b="1" i="1" dirty="0">
                <a:latin typeface="Times New Roman" panose="02020603050405020304" pitchFamily="18" charset="0"/>
              </a:rPr>
              <a:t> &lt; </a:t>
            </a:r>
            <a:r>
              <a:rPr lang="en-CA" altLang="fr-FR" sz="2400" b="1" i="1" dirty="0" err="1">
                <a:latin typeface="Symbol" panose="05050102010706020507" pitchFamily="18" charset="2"/>
              </a:rPr>
              <a:t>d</a:t>
            </a:r>
            <a:r>
              <a:rPr lang="en-CA" altLang="fr-FR" sz="2400" b="1" i="1" baseline="-25000" dirty="0" err="1">
                <a:latin typeface="Times New Roman" panose="02020603050405020304" pitchFamily="18" charset="0"/>
              </a:rPr>
              <a:t>max</a:t>
            </a:r>
            <a:endParaRPr lang="en-CA" altLang="fr-FR" sz="2400" b="1" i="1" baseline="-25000" dirty="0">
              <a:latin typeface="Times New Roman" panose="02020603050405020304" pitchFamily="18" charset="0"/>
            </a:endParaRPr>
          </a:p>
          <a:p>
            <a:pPr>
              <a:spcBef>
                <a:spcPct val="0"/>
              </a:spcBef>
            </a:pPr>
            <a:r>
              <a:rPr lang="en-CA" altLang="fr-FR" sz="2400" b="1" i="1" baseline="-25000" dirty="0">
                <a:latin typeface="Times New Roman" panose="02020603050405020304" pitchFamily="18" charset="0"/>
              </a:rPr>
              <a:t>	</a:t>
            </a:r>
            <a:r>
              <a:rPr lang="en-CA" altLang="fr-FR" sz="2400" b="1" i="1" dirty="0">
                <a:latin typeface="Times New Roman" panose="02020603050405020304" pitchFamily="18" charset="0"/>
              </a:rPr>
              <a:t>5 A/mm</a:t>
            </a:r>
            <a:r>
              <a:rPr lang="en-CA" altLang="fr-FR" sz="2400" b="1" i="1" baseline="30000" dirty="0">
                <a:latin typeface="Times New Roman" panose="02020603050405020304" pitchFamily="18" charset="0"/>
              </a:rPr>
              <a:t>2</a:t>
            </a:r>
            <a:r>
              <a:rPr lang="en-CA" altLang="fr-FR" sz="2400" b="1" i="1" dirty="0">
                <a:latin typeface="Times New Roman" panose="02020603050405020304" pitchFamily="18" charset="0"/>
              </a:rPr>
              <a:t> for copper</a:t>
            </a:r>
          </a:p>
          <a:p>
            <a:pPr>
              <a:spcBef>
                <a:spcPct val="0"/>
              </a:spcBef>
            </a:pPr>
            <a:endParaRPr lang="en-CA" altLang="fr-FR" sz="2400" b="1" i="1" dirty="0">
              <a:latin typeface="Times New Roman" panose="02020603050405020304" pitchFamily="18" charset="0"/>
            </a:endParaRPr>
          </a:p>
          <a:p>
            <a:pPr>
              <a:spcBef>
                <a:spcPct val="0"/>
              </a:spcBef>
            </a:pPr>
            <a:endParaRPr lang="en-CA" altLang="fr-FR" sz="2400" b="1" i="1" dirty="0">
              <a:latin typeface="Times New Roman" panose="02020603050405020304" pitchFamily="18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060521" y="4876217"/>
            <a:ext cx="3636000" cy="684000"/>
          </a:xfrm>
          <a:prstGeom prst="rect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anchor="ctr">
            <a:spAutoFit/>
          </a:bodyPr>
          <a:lstStyle/>
          <a:p>
            <a:pPr algn="ctr">
              <a:spcBef>
                <a:spcPct val="0"/>
              </a:spcBef>
            </a:pPr>
            <a:r>
              <a:rPr lang="en-CA" altLang="fr-FR" sz="2800" b="1" i="1" dirty="0">
                <a:latin typeface="Times New Roman" panose="02020603050405020304" pitchFamily="18" charset="0"/>
              </a:rPr>
              <a:t>Sizing : product </a:t>
            </a:r>
            <a:r>
              <a:rPr lang="en-CA" altLang="fr-FR" sz="2800" b="1" i="1" dirty="0" err="1">
                <a:latin typeface="Times New Roman" panose="02020603050405020304" pitchFamily="18" charset="0"/>
              </a:rPr>
              <a:t>A</a:t>
            </a:r>
            <a:r>
              <a:rPr lang="en-CA" altLang="fr-FR" sz="2800" b="1" i="1" baseline="-25000" dirty="0" err="1">
                <a:latin typeface="Times New Roman" panose="02020603050405020304" pitchFamily="18" charset="0"/>
              </a:rPr>
              <a:t>e</a:t>
            </a:r>
            <a:r>
              <a:rPr lang="en-CA" altLang="fr-FR" sz="2800" b="1" i="1" dirty="0" err="1">
                <a:latin typeface="Times New Roman" panose="02020603050405020304" pitchFamily="18" charset="0"/>
              </a:rPr>
              <a:t>.S</a:t>
            </a:r>
            <a:r>
              <a:rPr lang="en-CA" altLang="fr-FR" sz="2800" b="1" i="1" baseline="-25000" dirty="0" err="1">
                <a:latin typeface="Times New Roman" panose="02020603050405020304" pitchFamily="18" charset="0"/>
              </a:rPr>
              <a:t>b</a:t>
            </a:r>
            <a:endParaRPr lang="en-CA" altLang="fr-FR" sz="2800" b="1" i="1" baseline="-25000" dirty="0">
              <a:latin typeface="Times New Roman" panose="02020603050405020304" pitchFamily="18" charset="0"/>
            </a:endParaRPr>
          </a:p>
        </p:txBody>
      </p:sp>
      <p:sp>
        <p:nvSpPr>
          <p:cNvPr id="10" name="ZoneTexte 9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Coil</a:t>
            </a: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59578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Transformer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7"/>
          <p:cNvGrpSpPr>
            <a:grpSpLocks/>
          </p:cNvGrpSpPr>
          <p:nvPr/>
        </p:nvGrpSpPr>
        <p:grpSpPr bwMode="auto">
          <a:xfrm>
            <a:off x="2935650" y="1172309"/>
            <a:ext cx="3169652" cy="1889607"/>
            <a:chOff x="603" y="1355"/>
            <a:chExt cx="1642" cy="896"/>
          </a:xfrm>
        </p:grpSpPr>
        <p:grpSp>
          <p:nvGrpSpPr>
            <p:cNvPr id="7" name="Group 8"/>
            <p:cNvGrpSpPr>
              <a:grpSpLocks/>
            </p:cNvGrpSpPr>
            <p:nvPr/>
          </p:nvGrpSpPr>
          <p:grpSpPr bwMode="auto">
            <a:xfrm>
              <a:off x="1241" y="1619"/>
              <a:ext cx="360" cy="632"/>
              <a:chOff x="2767" y="1426"/>
              <a:chExt cx="360" cy="632"/>
            </a:xfrm>
          </p:grpSpPr>
          <p:grpSp>
            <p:nvGrpSpPr>
              <p:cNvPr id="24" name="Group 9"/>
              <p:cNvGrpSpPr>
                <a:grpSpLocks/>
              </p:cNvGrpSpPr>
              <p:nvPr/>
            </p:nvGrpSpPr>
            <p:grpSpPr bwMode="auto">
              <a:xfrm>
                <a:off x="2767" y="1482"/>
                <a:ext cx="120" cy="528"/>
                <a:chOff x="2767" y="1482"/>
                <a:chExt cx="120" cy="528"/>
              </a:xfrm>
            </p:grpSpPr>
            <p:grpSp>
              <p:nvGrpSpPr>
                <p:cNvPr id="78" name="Group 10"/>
                <p:cNvGrpSpPr>
                  <a:grpSpLocks/>
                </p:cNvGrpSpPr>
                <p:nvPr/>
              </p:nvGrpSpPr>
              <p:grpSpPr bwMode="auto">
                <a:xfrm>
                  <a:off x="2767" y="1854"/>
                  <a:ext cx="120" cy="64"/>
                  <a:chOff x="2767" y="1854"/>
                  <a:chExt cx="120" cy="64"/>
                </a:xfrm>
              </p:grpSpPr>
              <p:grpSp>
                <p:nvGrpSpPr>
                  <p:cNvPr id="118" name="Group 11"/>
                  <p:cNvGrpSpPr>
                    <a:grpSpLocks/>
                  </p:cNvGrpSpPr>
                  <p:nvPr/>
                </p:nvGrpSpPr>
                <p:grpSpPr bwMode="auto">
                  <a:xfrm>
                    <a:off x="2767" y="1854"/>
                    <a:ext cx="120" cy="52"/>
                    <a:chOff x="2767" y="1854"/>
                    <a:chExt cx="120" cy="52"/>
                  </a:xfrm>
                </p:grpSpPr>
                <p:sp>
                  <p:nvSpPr>
                    <p:cNvPr id="122" name="Arc 12"/>
                    <p:cNvSpPr>
                      <a:spLocks/>
                    </p:cNvSpPr>
                    <p:nvPr/>
                  </p:nvSpPr>
                  <p:spPr bwMode="auto">
                    <a:xfrm>
                      <a:off x="2827" y="1854"/>
                      <a:ext cx="60" cy="52"/>
                    </a:xfrm>
                    <a:custGeom>
                      <a:avLst/>
                      <a:gdLst>
                        <a:gd name="T0" fmla="*/ 0 w 21708"/>
                        <a:gd name="T1" fmla="*/ 0 h 21727"/>
                        <a:gd name="T2" fmla="*/ 0 w 21708"/>
                        <a:gd name="T3" fmla="*/ 0 h 21727"/>
                        <a:gd name="T4" fmla="*/ 0 w 21708"/>
                        <a:gd name="T5" fmla="*/ 0 h 21727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708" h="21727" fill="none" extrusionOk="0">
                          <a:moveTo>
                            <a:pt x="21707" y="0"/>
                          </a:moveTo>
                          <a:cubicBezTo>
                            <a:pt x="21707" y="42"/>
                            <a:pt x="21708" y="84"/>
                            <a:pt x="21708" y="127"/>
                          </a:cubicBezTo>
                          <a:cubicBezTo>
                            <a:pt x="21708" y="12056"/>
                            <a:pt x="12037" y="21727"/>
                            <a:pt x="108" y="21727"/>
                          </a:cubicBezTo>
                          <a:cubicBezTo>
                            <a:pt x="72" y="21727"/>
                            <a:pt x="36" y="21726"/>
                            <a:pt x="0" y="21726"/>
                          </a:cubicBezTo>
                        </a:path>
                        <a:path w="21708" h="21727" stroke="0" extrusionOk="0">
                          <a:moveTo>
                            <a:pt x="21707" y="0"/>
                          </a:moveTo>
                          <a:cubicBezTo>
                            <a:pt x="21707" y="42"/>
                            <a:pt x="21708" y="84"/>
                            <a:pt x="21708" y="127"/>
                          </a:cubicBezTo>
                          <a:cubicBezTo>
                            <a:pt x="21708" y="12056"/>
                            <a:pt x="12037" y="21727"/>
                            <a:pt x="108" y="21727"/>
                          </a:cubicBezTo>
                          <a:cubicBezTo>
                            <a:pt x="72" y="21727"/>
                            <a:pt x="36" y="21726"/>
                            <a:pt x="0" y="21726"/>
                          </a:cubicBezTo>
                          <a:lnTo>
                            <a:pt x="108" y="127"/>
                          </a:lnTo>
                          <a:lnTo>
                            <a:pt x="21707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23" name="Arc 13"/>
                    <p:cNvSpPr>
                      <a:spLocks/>
                    </p:cNvSpPr>
                    <p:nvPr/>
                  </p:nvSpPr>
                  <p:spPr bwMode="auto">
                    <a:xfrm>
                      <a:off x="2767" y="1882"/>
                      <a:ext cx="60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21506" y="21599"/>
                          </a:moveTo>
                          <a:cubicBezTo>
                            <a:pt x="9613" y="21548"/>
                            <a:pt x="0" y="11892"/>
                            <a:pt x="0" y="0"/>
                          </a:cubicBezTo>
                        </a:path>
                        <a:path w="21600" h="21600" stroke="0" extrusionOk="0">
                          <a:moveTo>
                            <a:pt x="21506" y="21599"/>
                          </a:moveTo>
                          <a:cubicBezTo>
                            <a:pt x="9613" y="21548"/>
                            <a:pt x="0" y="11892"/>
                            <a:pt x="0" y="0"/>
                          </a:cubicBezTo>
                          <a:lnTo>
                            <a:pt x="21600" y="0"/>
                          </a:lnTo>
                          <a:lnTo>
                            <a:pt x="21506" y="21599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119" name="Group 14"/>
                  <p:cNvGrpSpPr>
                    <a:grpSpLocks/>
                  </p:cNvGrpSpPr>
                  <p:nvPr/>
                </p:nvGrpSpPr>
                <p:grpSpPr bwMode="auto">
                  <a:xfrm>
                    <a:off x="2767" y="1866"/>
                    <a:ext cx="120" cy="52"/>
                    <a:chOff x="2767" y="1866"/>
                    <a:chExt cx="120" cy="52"/>
                  </a:xfrm>
                </p:grpSpPr>
                <p:sp>
                  <p:nvSpPr>
                    <p:cNvPr id="120" name="Arc 15"/>
                    <p:cNvSpPr>
                      <a:spLocks/>
                    </p:cNvSpPr>
                    <p:nvPr/>
                  </p:nvSpPr>
                  <p:spPr bwMode="auto">
                    <a:xfrm>
                      <a:off x="2827" y="1866"/>
                      <a:ext cx="60" cy="52"/>
                    </a:xfrm>
                    <a:custGeom>
                      <a:avLst/>
                      <a:gdLst>
                        <a:gd name="T0" fmla="*/ 0 w 21706"/>
                        <a:gd name="T1" fmla="*/ 0 h 21600"/>
                        <a:gd name="T2" fmla="*/ 0 w 21706"/>
                        <a:gd name="T3" fmla="*/ 0 h 21600"/>
                        <a:gd name="T4" fmla="*/ 0 w 21706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706" h="21600" fill="none" extrusionOk="0">
                          <a:moveTo>
                            <a:pt x="0" y="0"/>
                          </a:moveTo>
                          <a:cubicBezTo>
                            <a:pt x="35" y="0"/>
                            <a:pt x="70" y="-1"/>
                            <a:pt x="106" y="0"/>
                          </a:cubicBezTo>
                          <a:cubicBezTo>
                            <a:pt x="11985" y="0"/>
                            <a:pt x="21635" y="9593"/>
                            <a:pt x="21705" y="21473"/>
                          </a:cubicBezTo>
                        </a:path>
                        <a:path w="21706" h="21600" stroke="0" extrusionOk="0">
                          <a:moveTo>
                            <a:pt x="0" y="0"/>
                          </a:moveTo>
                          <a:cubicBezTo>
                            <a:pt x="35" y="0"/>
                            <a:pt x="70" y="-1"/>
                            <a:pt x="106" y="0"/>
                          </a:cubicBezTo>
                          <a:cubicBezTo>
                            <a:pt x="11985" y="0"/>
                            <a:pt x="21635" y="9593"/>
                            <a:pt x="21705" y="21473"/>
                          </a:cubicBezTo>
                          <a:lnTo>
                            <a:pt x="106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21" name="Arc 16"/>
                    <p:cNvSpPr>
                      <a:spLocks/>
                    </p:cNvSpPr>
                    <p:nvPr/>
                  </p:nvSpPr>
                  <p:spPr bwMode="auto">
                    <a:xfrm>
                      <a:off x="2767" y="1866"/>
                      <a:ext cx="60" cy="20"/>
                    </a:xfrm>
                    <a:custGeom>
                      <a:avLst/>
                      <a:gdLst>
                        <a:gd name="T0" fmla="*/ 0 w 21598"/>
                        <a:gd name="T1" fmla="*/ 0 h 21600"/>
                        <a:gd name="T2" fmla="*/ 0 w 21598"/>
                        <a:gd name="T3" fmla="*/ 0 h 21600"/>
                        <a:gd name="T4" fmla="*/ 0 w 21598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598" h="21600" fill="none" extrusionOk="0">
                          <a:moveTo>
                            <a:pt x="0" y="21274"/>
                          </a:moveTo>
                          <a:cubicBezTo>
                            <a:pt x="178" y="9507"/>
                            <a:pt x="9741" y="48"/>
                            <a:pt x="21509" y="0"/>
                          </a:cubicBezTo>
                        </a:path>
                        <a:path w="21598" h="21600" stroke="0" extrusionOk="0">
                          <a:moveTo>
                            <a:pt x="0" y="21274"/>
                          </a:moveTo>
                          <a:cubicBezTo>
                            <a:pt x="178" y="9507"/>
                            <a:pt x="9741" y="48"/>
                            <a:pt x="21509" y="0"/>
                          </a:cubicBezTo>
                          <a:lnTo>
                            <a:pt x="21598" y="21600"/>
                          </a:lnTo>
                          <a:lnTo>
                            <a:pt x="0" y="21274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grpSp>
              <p:nvGrpSpPr>
                <p:cNvPr id="79" name="Group 17"/>
                <p:cNvGrpSpPr>
                  <a:grpSpLocks/>
                </p:cNvGrpSpPr>
                <p:nvPr/>
              </p:nvGrpSpPr>
              <p:grpSpPr bwMode="auto">
                <a:xfrm>
                  <a:off x="2767" y="1798"/>
                  <a:ext cx="120" cy="64"/>
                  <a:chOff x="2767" y="1798"/>
                  <a:chExt cx="120" cy="64"/>
                </a:xfrm>
              </p:grpSpPr>
              <p:grpSp>
                <p:nvGrpSpPr>
                  <p:cNvPr id="112" name="Group 18"/>
                  <p:cNvGrpSpPr>
                    <a:grpSpLocks/>
                  </p:cNvGrpSpPr>
                  <p:nvPr/>
                </p:nvGrpSpPr>
                <p:grpSpPr bwMode="auto">
                  <a:xfrm>
                    <a:off x="2767" y="1798"/>
                    <a:ext cx="120" cy="52"/>
                    <a:chOff x="2767" y="1798"/>
                    <a:chExt cx="120" cy="52"/>
                  </a:xfrm>
                </p:grpSpPr>
                <p:sp>
                  <p:nvSpPr>
                    <p:cNvPr id="116" name="Arc 19"/>
                    <p:cNvSpPr>
                      <a:spLocks/>
                    </p:cNvSpPr>
                    <p:nvPr/>
                  </p:nvSpPr>
                  <p:spPr bwMode="auto">
                    <a:xfrm>
                      <a:off x="2827" y="1798"/>
                      <a:ext cx="60" cy="52"/>
                    </a:xfrm>
                    <a:custGeom>
                      <a:avLst/>
                      <a:gdLst>
                        <a:gd name="T0" fmla="*/ 0 w 21708"/>
                        <a:gd name="T1" fmla="*/ 0 h 21727"/>
                        <a:gd name="T2" fmla="*/ 0 w 21708"/>
                        <a:gd name="T3" fmla="*/ 0 h 21727"/>
                        <a:gd name="T4" fmla="*/ 0 w 21708"/>
                        <a:gd name="T5" fmla="*/ 0 h 21727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708" h="21727" fill="none" extrusionOk="0">
                          <a:moveTo>
                            <a:pt x="21707" y="0"/>
                          </a:moveTo>
                          <a:cubicBezTo>
                            <a:pt x="21707" y="42"/>
                            <a:pt x="21708" y="84"/>
                            <a:pt x="21708" y="127"/>
                          </a:cubicBezTo>
                          <a:cubicBezTo>
                            <a:pt x="21708" y="12056"/>
                            <a:pt x="12037" y="21727"/>
                            <a:pt x="108" y="21727"/>
                          </a:cubicBezTo>
                          <a:cubicBezTo>
                            <a:pt x="72" y="21727"/>
                            <a:pt x="36" y="21726"/>
                            <a:pt x="0" y="21726"/>
                          </a:cubicBezTo>
                        </a:path>
                        <a:path w="21708" h="21727" stroke="0" extrusionOk="0">
                          <a:moveTo>
                            <a:pt x="21707" y="0"/>
                          </a:moveTo>
                          <a:cubicBezTo>
                            <a:pt x="21707" y="42"/>
                            <a:pt x="21708" y="84"/>
                            <a:pt x="21708" y="127"/>
                          </a:cubicBezTo>
                          <a:cubicBezTo>
                            <a:pt x="21708" y="12056"/>
                            <a:pt x="12037" y="21727"/>
                            <a:pt x="108" y="21727"/>
                          </a:cubicBezTo>
                          <a:cubicBezTo>
                            <a:pt x="72" y="21727"/>
                            <a:pt x="36" y="21726"/>
                            <a:pt x="0" y="21726"/>
                          </a:cubicBezTo>
                          <a:lnTo>
                            <a:pt x="108" y="127"/>
                          </a:lnTo>
                          <a:lnTo>
                            <a:pt x="21707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17" name="Arc 20"/>
                    <p:cNvSpPr>
                      <a:spLocks/>
                    </p:cNvSpPr>
                    <p:nvPr/>
                  </p:nvSpPr>
                  <p:spPr bwMode="auto">
                    <a:xfrm>
                      <a:off x="2767" y="1826"/>
                      <a:ext cx="60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21506" y="21599"/>
                          </a:moveTo>
                          <a:cubicBezTo>
                            <a:pt x="9613" y="21548"/>
                            <a:pt x="0" y="11892"/>
                            <a:pt x="0" y="0"/>
                          </a:cubicBezTo>
                        </a:path>
                        <a:path w="21600" h="21600" stroke="0" extrusionOk="0">
                          <a:moveTo>
                            <a:pt x="21506" y="21599"/>
                          </a:moveTo>
                          <a:cubicBezTo>
                            <a:pt x="9613" y="21548"/>
                            <a:pt x="0" y="11892"/>
                            <a:pt x="0" y="0"/>
                          </a:cubicBezTo>
                          <a:lnTo>
                            <a:pt x="21600" y="0"/>
                          </a:lnTo>
                          <a:lnTo>
                            <a:pt x="21506" y="21599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113" name="Group 21"/>
                  <p:cNvGrpSpPr>
                    <a:grpSpLocks/>
                  </p:cNvGrpSpPr>
                  <p:nvPr/>
                </p:nvGrpSpPr>
                <p:grpSpPr bwMode="auto">
                  <a:xfrm>
                    <a:off x="2767" y="1810"/>
                    <a:ext cx="120" cy="52"/>
                    <a:chOff x="2767" y="1810"/>
                    <a:chExt cx="120" cy="52"/>
                  </a:xfrm>
                </p:grpSpPr>
                <p:sp>
                  <p:nvSpPr>
                    <p:cNvPr id="114" name="Arc 22"/>
                    <p:cNvSpPr>
                      <a:spLocks/>
                    </p:cNvSpPr>
                    <p:nvPr/>
                  </p:nvSpPr>
                  <p:spPr bwMode="auto">
                    <a:xfrm>
                      <a:off x="2827" y="1810"/>
                      <a:ext cx="60" cy="52"/>
                    </a:xfrm>
                    <a:custGeom>
                      <a:avLst/>
                      <a:gdLst>
                        <a:gd name="T0" fmla="*/ 0 w 21706"/>
                        <a:gd name="T1" fmla="*/ 0 h 21600"/>
                        <a:gd name="T2" fmla="*/ 0 w 21706"/>
                        <a:gd name="T3" fmla="*/ 0 h 21600"/>
                        <a:gd name="T4" fmla="*/ 0 w 21706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706" h="21600" fill="none" extrusionOk="0">
                          <a:moveTo>
                            <a:pt x="0" y="0"/>
                          </a:moveTo>
                          <a:cubicBezTo>
                            <a:pt x="35" y="0"/>
                            <a:pt x="70" y="-1"/>
                            <a:pt x="106" y="0"/>
                          </a:cubicBezTo>
                          <a:cubicBezTo>
                            <a:pt x="11985" y="0"/>
                            <a:pt x="21635" y="9593"/>
                            <a:pt x="21705" y="21473"/>
                          </a:cubicBezTo>
                        </a:path>
                        <a:path w="21706" h="21600" stroke="0" extrusionOk="0">
                          <a:moveTo>
                            <a:pt x="0" y="0"/>
                          </a:moveTo>
                          <a:cubicBezTo>
                            <a:pt x="35" y="0"/>
                            <a:pt x="70" y="-1"/>
                            <a:pt x="106" y="0"/>
                          </a:cubicBezTo>
                          <a:cubicBezTo>
                            <a:pt x="11985" y="0"/>
                            <a:pt x="21635" y="9593"/>
                            <a:pt x="21705" y="21473"/>
                          </a:cubicBezTo>
                          <a:lnTo>
                            <a:pt x="106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15" name="Arc 23"/>
                    <p:cNvSpPr>
                      <a:spLocks/>
                    </p:cNvSpPr>
                    <p:nvPr/>
                  </p:nvSpPr>
                  <p:spPr bwMode="auto">
                    <a:xfrm>
                      <a:off x="2767" y="1810"/>
                      <a:ext cx="60" cy="20"/>
                    </a:xfrm>
                    <a:custGeom>
                      <a:avLst/>
                      <a:gdLst>
                        <a:gd name="T0" fmla="*/ 0 w 21598"/>
                        <a:gd name="T1" fmla="*/ 0 h 21600"/>
                        <a:gd name="T2" fmla="*/ 0 w 21598"/>
                        <a:gd name="T3" fmla="*/ 0 h 21600"/>
                        <a:gd name="T4" fmla="*/ 0 w 21598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598" h="21600" fill="none" extrusionOk="0">
                          <a:moveTo>
                            <a:pt x="0" y="21274"/>
                          </a:moveTo>
                          <a:cubicBezTo>
                            <a:pt x="178" y="9507"/>
                            <a:pt x="9741" y="48"/>
                            <a:pt x="21509" y="0"/>
                          </a:cubicBezTo>
                        </a:path>
                        <a:path w="21598" h="21600" stroke="0" extrusionOk="0">
                          <a:moveTo>
                            <a:pt x="0" y="21274"/>
                          </a:moveTo>
                          <a:cubicBezTo>
                            <a:pt x="178" y="9507"/>
                            <a:pt x="9741" y="48"/>
                            <a:pt x="21509" y="0"/>
                          </a:cubicBezTo>
                          <a:lnTo>
                            <a:pt x="21598" y="21600"/>
                          </a:lnTo>
                          <a:lnTo>
                            <a:pt x="0" y="21274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grpSp>
              <p:nvGrpSpPr>
                <p:cNvPr id="80" name="Group 24"/>
                <p:cNvGrpSpPr>
                  <a:grpSpLocks/>
                </p:cNvGrpSpPr>
                <p:nvPr/>
              </p:nvGrpSpPr>
              <p:grpSpPr bwMode="auto">
                <a:xfrm>
                  <a:off x="2767" y="1742"/>
                  <a:ext cx="120" cy="64"/>
                  <a:chOff x="2767" y="1742"/>
                  <a:chExt cx="120" cy="64"/>
                </a:xfrm>
              </p:grpSpPr>
              <p:grpSp>
                <p:nvGrpSpPr>
                  <p:cNvPr id="106" name="Group 25"/>
                  <p:cNvGrpSpPr>
                    <a:grpSpLocks/>
                  </p:cNvGrpSpPr>
                  <p:nvPr/>
                </p:nvGrpSpPr>
                <p:grpSpPr bwMode="auto">
                  <a:xfrm>
                    <a:off x="2767" y="1742"/>
                    <a:ext cx="120" cy="52"/>
                    <a:chOff x="2767" y="1742"/>
                    <a:chExt cx="120" cy="52"/>
                  </a:xfrm>
                </p:grpSpPr>
                <p:sp>
                  <p:nvSpPr>
                    <p:cNvPr id="110" name="Arc 26"/>
                    <p:cNvSpPr>
                      <a:spLocks/>
                    </p:cNvSpPr>
                    <p:nvPr/>
                  </p:nvSpPr>
                  <p:spPr bwMode="auto">
                    <a:xfrm>
                      <a:off x="2827" y="1742"/>
                      <a:ext cx="60" cy="52"/>
                    </a:xfrm>
                    <a:custGeom>
                      <a:avLst/>
                      <a:gdLst>
                        <a:gd name="T0" fmla="*/ 0 w 21708"/>
                        <a:gd name="T1" fmla="*/ 0 h 21727"/>
                        <a:gd name="T2" fmla="*/ 0 w 21708"/>
                        <a:gd name="T3" fmla="*/ 0 h 21727"/>
                        <a:gd name="T4" fmla="*/ 0 w 21708"/>
                        <a:gd name="T5" fmla="*/ 0 h 21727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708" h="21727" fill="none" extrusionOk="0">
                          <a:moveTo>
                            <a:pt x="21707" y="0"/>
                          </a:moveTo>
                          <a:cubicBezTo>
                            <a:pt x="21707" y="42"/>
                            <a:pt x="21708" y="84"/>
                            <a:pt x="21708" y="127"/>
                          </a:cubicBezTo>
                          <a:cubicBezTo>
                            <a:pt x="21708" y="12056"/>
                            <a:pt x="12037" y="21727"/>
                            <a:pt x="108" y="21727"/>
                          </a:cubicBezTo>
                          <a:cubicBezTo>
                            <a:pt x="72" y="21727"/>
                            <a:pt x="36" y="21726"/>
                            <a:pt x="0" y="21726"/>
                          </a:cubicBezTo>
                        </a:path>
                        <a:path w="21708" h="21727" stroke="0" extrusionOk="0">
                          <a:moveTo>
                            <a:pt x="21707" y="0"/>
                          </a:moveTo>
                          <a:cubicBezTo>
                            <a:pt x="21707" y="42"/>
                            <a:pt x="21708" y="84"/>
                            <a:pt x="21708" y="127"/>
                          </a:cubicBezTo>
                          <a:cubicBezTo>
                            <a:pt x="21708" y="12056"/>
                            <a:pt x="12037" y="21727"/>
                            <a:pt x="108" y="21727"/>
                          </a:cubicBezTo>
                          <a:cubicBezTo>
                            <a:pt x="72" y="21727"/>
                            <a:pt x="36" y="21726"/>
                            <a:pt x="0" y="21726"/>
                          </a:cubicBezTo>
                          <a:lnTo>
                            <a:pt x="108" y="127"/>
                          </a:lnTo>
                          <a:lnTo>
                            <a:pt x="21707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11" name="Arc 27"/>
                    <p:cNvSpPr>
                      <a:spLocks/>
                    </p:cNvSpPr>
                    <p:nvPr/>
                  </p:nvSpPr>
                  <p:spPr bwMode="auto">
                    <a:xfrm>
                      <a:off x="2767" y="1770"/>
                      <a:ext cx="60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21506" y="21599"/>
                          </a:moveTo>
                          <a:cubicBezTo>
                            <a:pt x="9613" y="21548"/>
                            <a:pt x="0" y="11892"/>
                            <a:pt x="0" y="0"/>
                          </a:cubicBezTo>
                        </a:path>
                        <a:path w="21600" h="21600" stroke="0" extrusionOk="0">
                          <a:moveTo>
                            <a:pt x="21506" y="21599"/>
                          </a:moveTo>
                          <a:cubicBezTo>
                            <a:pt x="9613" y="21548"/>
                            <a:pt x="0" y="11892"/>
                            <a:pt x="0" y="0"/>
                          </a:cubicBezTo>
                          <a:lnTo>
                            <a:pt x="21600" y="0"/>
                          </a:lnTo>
                          <a:lnTo>
                            <a:pt x="21506" y="21599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107" name="Group 28"/>
                  <p:cNvGrpSpPr>
                    <a:grpSpLocks/>
                  </p:cNvGrpSpPr>
                  <p:nvPr/>
                </p:nvGrpSpPr>
                <p:grpSpPr bwMode="auto">
                  <a:xfrm>
                    <a:off x="2767" y="1754"/>
                    <a:ext cx="120" cy="52"/>
                    <a:chOff x="2767" y="1754"/>
                    <a:chExt cx="120" cy="52"/>
                  </a:xfrm>
                </p:grpSpPr>
                <p:sp>
                  <p:nvSpPr>
                    <p:cNvPr id="108" name="Arc 29"/>
                    <p:cNvSpPr>
                      <a:spLocks/>
                    </p:cNvSpPr>
                    <p:nvPr/>
                  </p:nvSpPr>
                  <p:spPr bwMode="auto">
                    <a:xfrm>
                      <a:off x="2827" y="1754"/>
                      <a:ext cx="60" cy="52"/>
                    </a:xfrm>
                    <a:custGeom>
                      <a:avLst/>
                      <a:gdLst>
                        <a:gd name="T0" fmla="*/ 0 w 21706"/>
                        <a:gd name="T1" fmla="*/ 0 h 21600"/>
                        <a:gd name="T2" fmla="*/ 0 w 21706"/>
                        <a:gd name="T3" fmla="*/ 0 h 21600"/>
                        <a:gd name="T4" fmla="*/ 0 w 21706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706" h="21600" fill="none" extrusionOk="0">
                          <a:moveTo>
                            <a:pt x="0" y="0"/>
                          </a:moveTo>
                          <a:cubicBezTo>
                            <a:pt x="35" y="0"/>
                            <a:pt x="70" y="-1"/>
                            <a:pt x="106" y="0"/>
                          </a:cubicBezTo>
                          <a:cubicBezTo>
                            <a:pt x="11985" y="0"/>
                            <a:pt x="21635" y="9593"/>
                            <a:pt x="21705" y="21473"/>
                          </a:cubicBezTo>
                        </a:path>
                        <a:path w="21706" h="21600" stroke="0" extrusionOk="0">
                          <a:moveTo>
                            <a:pt x="0" y="0"/>
                          </a:moveTo>
                          <a:cubicBezTo>
                            <a:pt x="35" y="0"/>
                            <a:pt x="70" y="-1"/>
                            <a:pt x="106" y="0"/>
                          </a:cubicBezTo>
                          <a:cubicBezTo>
                            <a:pt x="11985" y="0"/>
                            <a:pt x="21635" y="9593"/>
                            <a:pt x="21705" y="21473"/>
                          </a:cubicBezTo>
                          <a:lnTo>
                            <a:pt x="106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09" name="Arc 30"/>
                    <p:cNvSpPr>
                      <a:spLocks/>
                    </p:cNvSpPr>
                    <p:nvPr/>
                  </p:nvSpPr>
                  <p:spPr bwMode="auto">
                    <a:xfrm>
                      <a:off x="2767" y="1754"/>
                      <a:ext cx="60" cy="20"/>
                    </a:xfrm>
                    <a:custGeom>
                      <a:avLst/>
                      <a:gdLst>
                        <a:gd name="T0" fmla="*/ 0 w 21598"/>
                        <a:gd name="T1" fmla="*/ 0 h 21600"/>
                        <a:gd name="T2" fmla="*/ 0 w 21598"/>
                        <a:gd name="T3" fmla="*/ 0 h 21600"/>
                        <a:gd name="T4" fmla="*/ 0 w 21598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598" h="21600" fill="none" extrusionOk="0">
                          <a:moveTo>
                            <a:pt x="0" y="21274"/>
                          </a:moveTo>
                          <a:cubicBezTo>
                            <a:pt x="178" y="9507"/>
                            <a:pt x="9741" y="48"/>
                            <a:pt x="21509" y="0"/>
                          </a:cubicBezTo>
                        </a:path>
                        <a:path w="21598" h="21600" stroke="0" extrusionOk="0">
                          <a:moveTo>
                            <a:pt x="0" y="21274"/>
                          </a:moveTo>
                          <a:cubicBezTo>
                            <a:pt x="178" y="9507"/>
                            <a:pt x="9741" y="48"/>
                            <a:pt x="21509" y="0"/>
                          </a:cubicBezTo>
                          <a:lnTo>
                            <a:pt x="21598" y="21600"/>
                          </a:lnTo>
                          <a:lnTo>
                            <a:pt x="0" y="21274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grpSp>
              <p:nvGrpSpPr>
                <p:cNvPr id="81" name="Group 31"/>
                <p:cNvGrpSpPr>
                  <a:grpSpLocks/>
                </p:cNvGrpSpPr>
                <p:nvPr/>
              </p:nvGrpSpPr>
              <p:grpSpPr bwMode="auto">
                <a:xfrm>
                  <a:off x="2767" y="1686"/>
                  <a:ext cx="120" cy="60"/>
                  <a:chOff x="2767" y="1686"/>
                  <a:chExt cx="120" cy="60"/>
                </a:xfrm>
              </p:grpSpPr>
              <p:grpSp>
                <p:nvGrpSpPr>
                  <p:cNvPr id="100" name="Group 32"/>
                  <p:cNvGrpSpPr>
                    <a:grpSpLocks/>
                  </p:cNvGrpSpPr>
                  <p:nvPr/>
                </p:nvGrpSpPr>
                <p:grpSpPr bwMode="auto">
                  <a:xfrm>
                    <a:off x="2767" y="1686"/>
                    <a:ext cx="120" cy="52"/>
                    <a:chOff x="2767" y="1686"/>
                    <a:chExt cx="120" cy="52"/>
                  </a:xfrm>
                </p:grpSpPr>
                <p:sp>
                  <p:nvSpPr>
                    <p:cNvPr id="104" name="Arc 33"/>
                    <p:cNvSpPr>
                      <a:spLocks/>
                    </p:cNvSpPr>
                    <p:nvPr/>
                  </p:nvSpPr>
                  <p:spPr bwMode="auto">
                    <a:xfrm>
                      <a:off x="2827" y="1686"/>
                      <a:ext cx="60" cy="52"/>
                    </a:xfrm>
                    <a:custGeom>
                      <a:avLst/>
                      <a:gdLst>
                        <a:gd name="T0" fmla="*/ 0 w 21708"/>
                        <a:gd name="T1" fmla="*/ 0 h 21727"/>
                        <a:gd name="T2" fmla="*/ 0 w 21708"/>
                        <a:gd name="T3" fmla="*/ 0 h 21727"/>
                        <a:gd name="T4" fmla="*/ 0 w 21708"/>
                        <a:gd name="T5" fmla="*/ 0 h 21727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708" h="21727" fill="none" extrusionOk="0">
                          <a:moveTo>
                            <a:pt x="21707" y="0"/>
                          </a:moveTo>
                          <a:cubicBezTo>
                            <a:pt x="21707" y="42"/>
                            <a:pt x="21708" y="84"/>
                            <a:pt x="21708" y="127"/>
                          </a:cubicBezTo>
                          <a:cubicBezTo>
                            <a:pt x="21708" y="12056"/>
                            <a:pt x="12037" y="21727"/>
                            <a:pt x="108" y="21727"/>
                          </a:cubicBezTo>
                          <a:cubicBezTo>
                            <a:pt x="72" y="21727"/>
                            <a:pt x="36" y="21726"/>
                            <a:pt x="0" y="21726"/>
                          </a:cubicBezTo>
                        </a:path>
                        <a:path w="21708" h="21727" stroke="0" extrusionOk="0">
                          <a:moveTo>
                            <a:pt x="21707" y="0"/>
                          </a:moveTo>
                          <a:cubicBezTo>
                            <a:pt x="21707" y="42"/>
                            <a:pt x="21708" y="84"/>
                            <a:pt x="21708" y="127"/>
                          </a:cubicBezTo>
                          <a:cubicBezTo>
                            <a:pt x="21708" y="12056"/>
                            <a:pt x="12037" y="21727"/>
                            <a:pt x="108" y="21727"/>
                          </a:cubicBezTo>
                          <a:cubicBezTo>
                            <a:pt x="72" y="21727"/>
                            <a:pt x="36" y="21726"/>
                            <a:pt x="0" y="21726"/>
                          </a:cubicBezTo>
                          <a:lnTo>
                            <a:pt x="108" y="127"/>
                          </a:lnTo>
                          <a:lnTo>
                            <a:pt x="21707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05" name="Arc 34"/>
                    <p:cNvSpPr>
                      <a:spLocks/>
                    </p:cNvSpPr>
                    <p:nvPr/>
                  </p:nvSpPr>
                  <p:spPr bwMode="auto">
                    <a:xfrm>
                      <a:off x="2767" y="1714"/>
                      <a:ext cx="60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21506" y="21599"/>
                          </a:moveTo>
                          <a:cubicBezTo>
                            <a:pt x="9613" y="21548"/>
                            <a:pt x="0" y="11892"/>
                            <a:pt x="0" y="0"/>
                          </a:cubicBezTo>
                        </a:path>
                        <a:path w="21600" h="21600" stroke="0" extrusionOk="0">
                          <a:moveTo>
                            <a:pt x="21506" y="21599"/>
                          </a:moveTo>
                          <a:cubicBezTo>
                            <a:pt x="9613" y="21548"/>
                            <a:pt x="0" y="11892"/>
                            <a:pt x="0" y="0"/>
                          </a:cubicBezTo>
                          <a:lnTo>
                            <a:pt x="21600" y="0"/>
                          </a:lnTo>
                          <a:lnTo>
                            <a:pt x="21506" y="21599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101" name="Group 35"/>
                  <p:cNvGrpSpPr>
                    <a:grpSpLocks/>
                  </p:cNvGrpSpPr>
                  <p:nvPr/>
                </p:nvGrpSpPr>
                <p:grpSpPr bwMode="auto">
                  <a:xfrm>
                    <a:off x="2767" y="1698"/>
                    <a:ext cx="120" cy="48"/>
                    <a:chOff x="2767" y="1698"/>
                    <a:chExt cx="120" cy="48"/>
                  </a:xfrm>
                </p:grpSpPr>
                <p:sp>
                  <p:nvSpPr>
                    <p:cNvPr id="102" name="Arc 36"/>
                    <p:cNvSpPr>
                      <a:spLocks/>
                    </p:cNvSpPr>
                    <p:nvPr/>
                  </p:nvSpPr>
                  <p:spPr bwMode="auto">
                    <a:xfrm>
                      <a:off x="2827" y="1698"/>
                      <a:ext cx="60" cy="48"/>
                    </a:xfrm>
                    <a:custGeom>
                      <a:avLst/>
                      <a:gdLst>
                        <a:gd name="T0" fmla="*/ 0 w 21705"/>
                        <a:gd name="T1" fmla="*/ 0 h 21600"/>
                        <a:gd name="T2" fmla="*/ 0 w 21705"/>
                        <a:gd name="T3" fmla="*/ 0 h 21600"/>
                        <a:gd name="T4" fmla="*/ 0 w 21705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705" h="21600" fill="none" extrusionOk="0">
                          <a:moveTo>
                            <a:pt x="0" y="0"/>
                          </a:moveTo>
                          <a:cubicBezTo>
                            <a:pt x="35" y="0"/>
                            <a:pt x="70" y="-1"/>
                            <a:pt x="105" y="0"/>
                          </a:cubicBezTo>
                          <a:cubicBezTo>
                            <a:pt x="12034" y="0"/>
                            <a:pt x="21705" y="9670"/>
                            <a:pt x="21705" y="21600"/>
                          </a:cubicBezTo>
                        </a:path>
                        <a:path w="21705" h="21600" stroke="0" extrusionOk="0">
                          <a:moveTo>
                            <a:pt x="0" y="0"/>
                          </a:moveTo>
                          <a:cubicBezTo>
                            <a:pt x="35" y="0"/>
                            <a:pt x="70" y="-1"/>
                            <a:pt x="105" y="0"/>
                          </a:cubicBezTo>
                          <a:cubicBezTo>
                            <a:pt x="12034" y="0"/>
                            <a:pt x="21705" y="9670"/>
                            <a:pt x="21705" y="21600"/>
                          </a:cubicBezTo>
                          <a:lnTo>
                            <a:pt x="105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03" name="Arc 37"/>
                    <p:cNvSpPr>
                      <a:spLocks/>
                    </p:cNvSpPr>
                    <p:nvPr/>
                  </p:nvSpPr>
                  <p:spPr bwMode="auto">
                    <a:xfrm>
                      <a:off x="2767" y="1698"/>
                      <a:ext cx="60" cy="20"/>
                    </a:xfrm>
                    <a:custGeom>
                      <a:avLst/>
                      <a:gdLst>
                        <a:gd name="T0" fmla="*/ 0 w 21598"/>
                        <a:gd name="T1" fmla="*/ 0 h 21600"/>
                        <a:gd name="T2" fmla="*/ 0 w 21598"/>
                        <a:gd name="T3" fmla="*/ 0 h 21600"/>
                        <a:gd name="T4" fmla="*/ 0 w 21598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598" h="21600" fill="none" extrusionOk="0">
                          <a:moveTo>
                            <a:pt x="0" y="21274"/>
                          </a:moveTo>
                          <a:cubicBezTo>
                            <a:pt x="178" y="9507"/>
                            <a:pt x="9741" y="48"/>
                            <a:pt x="21509" y="0"/>
                          </a:cubicBezTo>
                        </a:path>
                        <a:path w="21598" h="21600" stroke="0" extrusionOk="0">
                          <a:moveTo>
                            <a:pt x="0" y="21274"/>
                          </a:moveTo>
                          <a:cubicBezTo>
                            <a:pt x="178" y="9507"/>
                            <a:pt x="9741" y="48"/>
                            <a:pt x="21509" y="0"/>
                          </a:cubicBezTo>
                          <a:lnTo>
                            <a:pt x="21598" y="21600"/>
                          </a:lnTo>
                          <a:lnTo>
                            <a:pt x="0" y="21274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grpSp>
              <p:nvGrpSpPr>
                <p:cNvPr id="82" name="Group 38"/>
                <p:cNvGrpSpPr>
                  <a:grpSpLocks/>
                </p:cNvGrpSpPr>
                <p:nvPr/>
              </p:nvGrpSpPr>
              <p:grpSpPr bwMode="auto">
                <a:xfrm>
                  <a:off x="2767" y="1630"/>
                  <a:ext cx="120" cy="56"/>
                  <a:chOff x="2767" y="1630"/>
                  <a:chExt cx="120" cy="56"/>
                </a:xfrm>
              </p:grpSpPr>
              <p:grpSp>
                <p:nvGrpSpPr>
                  <p:cNvPr id="94" name="Group 39"/>
                  <p:cNvGrpSpPr>
                    <a:grpSpLocks/>
                  </p:cNvGrpSpPr>
                  <p:nvPr/>
                </p:nvGrpSpPr>
                <p:grpSpPr bwMode="auto">
                  <a:xfrm>
                    <a:off x="2767" y="1630"/>
                    <a:ext cx="120" cy="52"/>
                    <a:chOff x="2767" y="1630"/>
                    <a:chExt cx="120" cy="52"/>
                  </a:xfrm>
                </p:grpSpPr>
                <p:sp>
                  <p:nvSpPr>
                    <p:cNvPr id="98" name="Arc 40"/>
                    <p:cNvSpPr>
                      <a:spLocks/>
                    </p:cNvSpPr>
                    <p:nvPr/>
                  </p:nvSpPr>
                  <p:spPr bwMode="auto">
                    <a:xfrm>
                      <a:off x="2827" y="1630"/>
                      <a:ext cx="60" cy="52"/>
                    </a:xfrm>
                    <a:custGeom>
                      <a:avLst/>
                      <a:gdLst>
                        <a:gd name="T0" fmla="*/ 0 w 21708"/>
                        <a:gd name="T1" fmla="*/ 0 h 21727"/>
                        <a:gd name="T2" fmla="*/ 0 w 21708"/>
                        <a:gd name="T3" fmla="*/ 0 h 21727"/>
                        <a:gd name="T4" fmla="*/ 0 w 21708"/>
                        <a:gd name="T5" fmla="*/ 0 h 21727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708" h="21727" fill="none" extrusionOk="0">
                          <a:moveTo>
                            <a:pt x="21707" y="0"/>
                          </a:moveTo>
                          <a:cubicBezTo>
                            <a:pt x="21707" y="42"/>
                            <a:pt x="21708" y="84"/>
                            <a:pt x="21708" y="127"/>
                          </a:cubicBezTo>
                          <a:cubicBezTo>
                            <a:pt x="21708" y="12056"/>
                            <a:pt x="12037" y="21727"/>
                            <a:pt x="108" y="21727"/>
                          </a:cubicBezTo>
                          <a:cubicBezTo>
                            <a:pt x="72" y="21727"/>
                            <a:pt x="36" y="21726"/>
                            <a:pt x="0" y="21726"/>
                          </a:cubicBezTo>
                        </a:path>
                        <a:path w="21708" h="21727" stroke="0" extrusionOk="0">
                          <a:moveTo>
                            <a:pt x="21707" y="0"/>
                          </a:moveTo>
                          <a:cubicBezTo>
                            <a:pt x="21707" y="42"/>
                            <a:pt x="21708" y="84"/>
                            <a:pt x="21708" y="127"/>
                          </a:cubicBezTo>
                          <a:cubicBezTo>
                            <a:pt x="21708" y="12056"/>
                            <a:pt x="12037" y="21727"/>
                            <a:pt x="108" y="21727"/>
                          </a:cubicBezTo>
                          <a:cubicBezTo>
                            <a:pt x="72" y="21727"/>
                            <a:pt x="36" y="21726"/>
                            <a:pt x="0" y="21726"/>
                          </a:cubicBezTo>
                          <a:lnTo>
                            <a:pt x="108" y="127"/>
                          </a:lnTo>
                          <a:lnTo>
                            <a:pt x="21707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99" name="Arc 41"/>
                    <p:cNvSpPr>
                      <a:spLocks/>
                    </p:cNvSpPr>
                    <p:nvPr/>
                  </p:nvSpPr>
                  <p:spPr bwMode="auto">
                    <a:xfrm>
                      <a:off x="2767" y="1658"/>
                      <a:ext cx="60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21506" y="21599"/>
                          </a:moveTo>
                          <a:cubicBezTo>
                            <a:pt x="9613" y="21548"/>
                            <a:pt x="0" y="11892"/>
                            <a:pt x="0" y="0"/>
                          </a:cubicBezTo>
                        </a:path>
                        <a:path w="21600" h="21600" stroke="0" extrusionOk="0">
                          <a:moveTo>
                            <a:pt x="21506" y="21599"/>
                          </a:moveTo>
                          <a:cubicBezTo>
                            <a:pt x="9613" y="21548"/>
                            <a:pt x="0" y="11892"/>
                            <a:pt x="0" y="0"/>
                          </a:cubicBezTo>
                          <a:lnTo>
                            <a:pt x="21600" y="0"/>
                          </a:lnTo>
                          <a:lnTo>
                            <a:pt x="21506" y="21599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95" name="Group 42"/>
                  <p:cNvGrpSpPr>
                    <a:grpSpLocks/>
                  </p:cNvGrpSpPr>
                  <p:nvPr/>
                </p:nvGrpSpPr>
                <p:grpSpPr bwMode="auto">
                  <a:xfrm>
                    <a:off x="2767" y="1634"/>
                    <a:ext cx="120" cy="52"/>
                    <a:chOff x="2767" y="1634"/>
                    <a:chExt cx="120" cy="52"/>
                  </a:xfrm>
                </p:grpSpPr>
                <p:sp>
                  <p:nvSpPr>
                    <p:cNvPr id="96" name="Arc 43"/>
                    <p:cNvSpPr>
                      <a:spLocks/>
                    </p:cNvSpPr>
                    <p:nvPr/>
                  </p:nvSpPr>
                  <p:spPr bwMode="auto">
                    <a:xfrm>
                      <a:off x="2827" y="1634"/>
                      <a:ext cx="60" cy="52"/>
                    </a:xfrm>
                    <a:custGeom>
                      <a:avLst/>
                      <a:gdLst>
                        <a:gd name="T0" fmla="*/ 0 w 21706"/>
                        <a:gd name="T1" fmla="*/ 0 h 21600"/>
                        <a:gd name="T2" fmla="*/ 0 w 21706"/>
                        <a:gd name="T3" fmla="*/ 0 h 21600"/>
                        <a:gd name="T4" fmla="*/ 0 w 21706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706" h="21600" fill="none" extrusionOk="0">
                          <a:moveTo>
                            <a:pt x="0" y="0"/>
                          </a:moveTo>
                          <a:cubicBezTo>
                            <a:pt x="35" y="0"/>
                            <a:pt x="70" y="-1"/>
                            <a:pt x="106" y="0"/>
                          </a:cubicBezTo>
                          <a:cubicBezTo>
                            <a:pt x="11985" y="0"/>
                            <a:pt x="21635" y="9593"/>
                            <a:pt x="21705" y="21473"/>
                          </a:cubicBezTo>
                        </a:path>
                        <a:path w="21706" h="21600" stroke="0" extrusionOk="0">
                          <a:moveTo>
                            <a:pt x="0" y="0"/>
                          </a:moveTo>
                          <a:cubicBezTo>
                            <a:pt x="35" y="0"/>
                            <a:pt x="70" y="-1"/>
                            <a:pt x="106" y="0"/>
                          </a:cubicBezTo>
                          <a:cubicBezTo>
                            <a:pt x="11985" y="0"/>
                            <a:pt x="21635" y="9593"/>
                            <a:pt x="21705" y="21473"/>
                          </a:cubicBezTo>
                          <a:lnTo>
                            <a:pt x="106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97" name="Arc 44"/>
                    <p:cNvSpPr>
                      <a:spLocks/>
                    </p:cNvSpPr>
                    <p:nvPr/>
                  </p:nvSpPr>
                  <p:spPr bwMode="auto">
                    <a:xfrm>
                      <a:off x="2767" y="1634"/>
                      <a:ext cx="60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21600"/>
                          </a:moveTo>
                          <a:cubicBezTo>
                            <a:pt x="0" y="9707"/>
                            <a:pt x="9613" y="51"/>
                            <a:pt x="21506" y="0"/>
                          </a:cubicBezTo>
                        </a:path>
                        <a:path w="21600" h="21600" stroke="0" extrusionOk="0">
                          <a:moveTo>
                            <a:pt x="0" y="21600"/>
                          </a:moveTo>
                          <a:cubicBezTo>
                            <a:pt x="0" y="9707"/>
                            <a:pt x="9613" y="51"/>
                            <a:pt x="21506" y="0"/>
                          </a:cubicBezTo>
                          <a:lnTo>
                            <a:pt x="21600" y="21600"/>
                          </a:lnTo>
                          <a:lnTo>
                            <a:pt x="0" y="2160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grpSp>
              <p:nvGrpSpPr>
                <p:cNvPr id="83" name="Group 45"/>
                <p:cNvGrpSpPr>
                  <a:grpSpLocks/>
                </p:cNvGrpSpPr>
                <p:nvPr/>
              </p:nvGrpSpPr>
              <p:grpSpPr bwMode="auto">
                <a:xfrm>
                  <a:off x="2767" y="1570"/>
                  <a:ext cx="120" cy="60"/>
                  <a:chOff x="2767" y="1570"/>
                  <a:chExt cx="120" cy="60"/>
                </a:xfrm>
              </p:grpSpPr>
              <p:grpSp>
                <p:nvGrpSpPr>
                  <p:cNvPr id="88" name="Group 46"/>
                  <p:cNvGrpSpPr>
                    <a:grpSpLocks/>
                  </p:cNvGrpSpPr>
                  <p:nvPr/>
                </p:nvGrpSpPr>
                <p:grpSpPr bwMode="auto">
                  <a:xfrm>
                    <a:off x="2767" y="1570"/>
                    <a:ext cx="120" cy="48"/>
                    <a:chOff x="2767" y="1570"/>
                    <a:chExt cx="120" cy="48"/>
                  </a:xfrm>
                </p:grpSpPr>
                <p:sp>
                  <p:nvSpPr>
                    <p:cNvPr id="92" name="Arc 47"/>
                    <p:cNvSpPr>
                      <a:spLocks/>
                    </p:cNvSpPr>
                    <p:nvPr/>
                  </p:nvSpPr>
                  <p:spPr bwMode="auto">
                    <a:xfrm>
                      <a:off x="2827" y="1570"/>
                      <a:ext cx="60" cy="48"/>
                    </a:xfrm>
                    <a:custGeom>
                      <a:avLst/>
                      <a:gdLst>
                        <a:gd name="T0" fmla="*/ 0 w 21707"/>
                        <a:gd name="T1" fmla="*/ 0 h 21600"/>
                        <a:gd name="T2" fmla="*/ 0 w 21707"/>
                        <a:gd name="T3" fmla="*/ 0 h 21600"/>
                        <a:gd name="T4" fmla="*/ 0 w 21707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707" h="21600" fill="none" extrusionOk="0">
                          <a:moveTo>
                            <a:pt x="21707" y="0"/>
                          </a:moveTo>
                          <a:cubicBezTo>
                            <a:pt x="21707" y="11929"/>
                            <a:pt x="12036" y="21600"/>
                            <a:pt x="107" y="21600"/>
                          </a:cubicBezTo>
                          <a:cubicBezTo>
                            <a:pt x="71" y="21600"/>
                            <a:pt x="35" y="21599"/>
                            <a:pt x="0" y="21599"/>
                          </a:cubicBezTo>
                        </a:path>
                        <a:path w="21707" h="21600" stroke="0" extrusionOk="0">
                          <a:moveTo>
                            <a:pt x="21707" y="0"/>
                          </a:moveTo>
                          <a:cubicBezTo>
                            <a:pt x="21707" y="11929"/>
                            <a:pt x="12036" y="21600"/>
                            <a:pt x="107" y="21600"/>
                          </a:cubicBezTo>
                          <a:cubicBezTo>
                            <a:pt x="71" y="21600"/>
                            <a:pt x="35" y="21599"/>
                            <a:pt x="0" y="21599"/>
                          </a:cubicBezTo>
                          <a:lnTo>
                            <a:pt x="107" y="0"/>
                          </a:lnTo>
                          <a:lnTo>
                            <a:pt x="21707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93" name="Arc 48"/>
                    <p:cNvSpPr>
                      <a:spLocks/>
                    </p:cNvSpPr>
                    <p:nvPr/>
                  </p:nvSpPr>
                  <p:spPr bwMode="auto">
                    <a:xfrm>
                      <a:off x="2767" y="1598"/>
                      <a:ext cx="60" cy="20"/>
                    </a:xfrm>
                    <a:custGeom>
                      <a:avLst/>
                      <a:gdLst>
                        <a:gd name="T0" fmla="*/ 0 w 21600"/>
                        <a:gd name="T1" fmla="*/ 0 h 21926"/>
                        <a:gd name="T2" fmla="*/ 0 w 21600"/>
                        <a:gd name="T3" fmla="*/ 0 h 21926"/>
                        <a:gd name="T4" fmla="*/ 0 w 21600"/>
                        <a:gd name="T5" fmla="*/ 0 h 21926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926" fill="none" extrusionOk="0">
                          <a:moveTo>
                            <a:pt x="21509" y="21925"/>
                          </a:moveTo>
                          <a:cubicBezTo>
                            <a:pt x="9615" y="21875"/>
                            <a:pt x="0" y="12219"/>
                            <a:pt x="0" y="326"/>
                          </a:cubicBezTo>
                          <a:cubicBezTo>
                            <a:pt x="-1" y="217"/>
                            <a:pt x="0" y="108"/>
                            <a:pt x="2" y="0"/>
                          </a:cubicBezTo>
                        </a:path>
                        <a:path w="21600" h="21926" stroke="0" extrusionOk="0">
                          <a:moveTo>
                            <a:pt x="21509" y="21925"/>
                          </a:moveTo>
                          <a:cubicBezTo>
                            <a:pt x="9615" y="21875"/>
                            <a:pt x="0" y="12219"/>
                            <a:pt x="0" y="326"/>
                          </a:cubicBezTo>
                          <a:cubicBezTo>
                            <a:pt x="-1" y="217"/>
                            <a:pt x="0" y="108"/>
                            <a:pt x="2" y="0"/>
                          </a:cubicBezTo>
                          <a:lnTo>
                            <a:pt x="21600" y="326"/>
                          </a:lnTo>
                          <a:lnTo>
                            <a:pt x="21509" y="21925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89" name="Group 49"/>
                  <p:cNvGrpSpPr>
                    <a:grpSpLocks/>
                  </p:cNvGrpSpPr>
                  <p:nvPr/>
                </p:nvGrpSpPr>
                <p:grpSpPr bwMode="auto">
                  <a:xfrm>
                    <a:off x="2767" y="1578"/>
                    <a:ext cx="120" cy="52"/>
                    <a:chOff x="2767" y="1578"/>
                    <a:chExt cx="120" cy="52"/>
                  </a:xfrm>
                </p:grpSpPr>
                <p:sp>
                  <p:nvSpPr>
                    <p:cNvPr id="90" name="Arc 50"/>
                    <p:cNvSpPr>
                      <a:spLocks/>
                    </p:cNvSpPr>
                    <p:nvPr/>
                  </p:nvSpPr>
                  <p:spPr bwMode="auto">
                    <a:xfrm>
                      <a:off x="2827" y="1578"/>
                      <a:ext cx="60" cy="52"/>
                    </a:xfrm>
                    <a:custGeom>
                      <a:avLst/>
                      <a:gdLst>
                        <a:gd name="T0" fmla="*/ 0 w 21706"/>
                        <a:gd name="T1" fmla="*/ 0 h 21600"/>
                        <a:gd name="T2" fmla="*/ 0 w 21706"/>
                        <a:gd name="T3" fmla="*/ 0 h 21600"/>
                        <a:gd name="T4" fmla="*/ 0 w 21706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706" h="21600" fill="none" extrusionOk="0">
                          <a:moveTo>
                            <a:pt x="0" y="0"/>
                          </a:moveTo>
                          <a:cubicBezTo>
                            <a:pt x="35" y="0"/>
                            <a:pt x="70" y="-1"/>
                            <a:pt x="106" y="0"/>
                          </a:cubicBezTo>
                          <a:cubicBezTo>
                            <a:pt x="11985" y="0"/>
                            <a:pt x="21635" y="9593"/>
                            <a:pt x="21705" y="21473"/>
                          </a:cubicBezTo>
                        </a:path>
                        <a:path w="21706" h="21600" stroke="0" extrusionOk="0">
                          <a:moveTo>
                            <a:pt x="0" y="0"/>
                          </a:moveTo>
                          <a:cubicBezTo>
                            <a:pt x="35" y="0"/>
                            <a:pt x="70" y="-1"/>
                            <a:pt x="106" y="0"/>
                          </a:cubicBezTo>
                          <a:cubicBezTo>
                            <a:pt x="11985" y="0"/>
                            <a:pt x="21635" y="9593"/>
                            <a:pt x="21705" y="21473"/>
                          </a:cubicBezTo>
                          <a:lnTo>
                            <a:pt x="106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91" name="Arc 51"/>
                    <p:cNvSpPr>
                      <a:spLocks/>
                    </p:cNvSpPr>
                    <p:nvPr/>
                  </p:nvSpPr>
                  <p:spPr bwMode="auto">
                    <a:xfrm>
                      <a:off x="2767" y="1578"/>
                      <a:ext cx="60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21600"/>
                          </a:moveTo>
                          <a:cubicBezTo>
                            <a:pt x="0" y="9707"/>
                            <a:pt x="9613" y="51"/>
                            <a:pt x="21506" y="0"/>
                          </a:cubicBezTo>
                        </a:path>
                        <a:path w="21600" h="21600" stroke="0" extrusionOk="0">
                          <a:moveTo>
                            <a:pt x="0" y="21600"/>
                          </a:moveTo>
                          <a:cubicBezTo>
                            <a:pt x="0" y="9707"/>
                            <a:pt x="9613" y="51"/>
                            <a:pt x="21506" y="0"/>
                          </a:cubicBezTo>
                          <a:lnTo>
                            <a:pt x="21600" y="21600"/>
                          </a:lnTo>
                          <a:lnTo>
                            <a:pt x="0" y="2160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sp>
              <p:nvSpPr>
                <p:cNvPr id="84" name="Arc 52"/>
                <p:cNvSpPr>
                  <a:spLocks/>
                </p:cNvSpPr>
                <p:nvPr/>
              </p:nvSpPr>
              <p:spPr bwMode="auto">
                <a:xfrm>
                  <a:off x="2827" y="1522"/>
                  <a:ext cx="60" cy="52"/>
                </a:xfrm>
                <a:custGeom>
                  <a:avLst/>
                  <a:gdLst>
                    <a:gd name="T0" fmla="*/ 0 w 21706"/>
                    <a:gd name="T1" fmla="*/ 0 h 21600"/>
                    <a:gd name="T2" fmla="*/ 0 w 21706"/>
                    <a:gd name="T3" fmla="*/ 0 h 21600"/>
                    <a:gd name="T4" fmla="*/ 0 w 21706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706" h="21600" fill="none" extrusionOk="0">
                      <a:moveTo>
                        <a:pt x="0" y="0"/>
                      </a:moveTo>
                      <a:cubicBezTo>
                        <a:pt x="35" y="0"/>
                        <a:pt x="70" y="-1"/>
                        <a:pt x="106" y="0"/>
                      </a:cubicBezTo>
                      <a:cubicBezTo>
                        <a:pt x="11985" y="0"/>
                        <a:pt x="21635" y="9593"/>
                        <a:pt x="21705" y="21473"/>
                      </a:cubicBezTo>
                    </a:path>
                    <a:path w="21706" h="21600" stroke="0" extrusionOk="0">
                      <a:moveTo>
                        <a:pt x="0" y="0"/>
                      </a:moveTo>
                      <a:cubicBezTo>
                        <a:pt x="35" y="0"/>
                        <a:pt x="70" y="-1"/>
                        <a:pt x="106" y="0"/>
                      </a:cubicBezTo>
                      <a:cubicBezTo>
                        <a:pt x="11985" y="0"/>
                        <a:pt x="21635" y="9593"/>
                        <a:pt x="21705" y="21473"/>
                      </a:cubicBezTo>
                      <a:lnTo>
                        <a:pt x="106" y="2160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85" name="Arc 53"/>
                <p:cNvSpPr>
                  <a:spLocks/>
                </p:cNvSpPr>
                <p:nvPr/>
              </p:nvSpPr>
              <p:spPr bwMode="auto">
                <a:xfrm>
                  <a:off x="2827" y="1910"/>
                  <a:ext cx="60" cy="52"/>
                </a:xfrm>
                <a:custGeom>
                  <a:avLst/>
                  <a:gdLst>
                    <a:gd name="T0" fmla="*/ 0 w 21708"/>
                    <a:gd name="T1" fmla="*/ 0 h 21727"/>
                    <a:gd name="T2" fmla="*/ 0 w 21708"/>
                    <a:gd name="T3" fmla="*/ 0 h 21727"/>
                    <a:gd name="T4" fmla="*/ 0 w 21708"/>
                    <a:gd name="T5" fmla="*/ 0 h 21727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708" h="21727" fill="none" extrusionOk="0">
                      <a:moveTo>
                        <a:pt x="21707" y="0"/>
                      </a:moveTo>
                      <a:cubicBezTo>
                        <a:pt x="21707" y="42"/>
                        <a:pt x="21708" y="84"/>
                        <a:pt x="21708" y="127"/>
                      </a:cubicBezTo>
                      <a:cubicBezTo>
                        <a:pt x="21708" y="12056"/>
                        <a:pt x="12037" y="21727"/>
                        <a:pt x="108" y="21727"/>
                      </a:cubicBezTo>
                      <a:cubicBezTo>
                        <a:pt x="72" y="21727"/>
                        <a:pt x="36" y="21726"/>
                        <a:pt x="0" y="21726"/>
                      </a:cubicBezTo>
                    </a:path>
                    <a:path w="21708" h="21727" stroke="0" extrusionOk="0">
                      <a:moveTo>
                        <a:pt x="21707" y="0"/>
                      </a:moveTo>
                      <a:cubicBezTo>
                        <a:pt x="21707" y="42"/>
                        <a:pt x="21708" y="84"/>
                        <a:pt x="21708" y="127"/>
                      </a:cubicBezTo>
                      <a:cubicBezTo>
                        <a:pt x="21708" y="12056"/>
                        <a:pt x="12037" y="21727"/>
                        <a:pt x="108" y="21727"/>
                      </a:cubicBezTo>
                      <a:cubicBezTo>
                        <a:pt x="72" y="21727"/>
                        <a:pt x="36" y="21726"/>
                        <a:pt x="0" y="21726"/>
                      </a:cubicBezTo>
                      <a:lnTo>
                        <a:pt x="108" y="127"/>
                      </a:lnTo>
                      <a:lnTo>
                        <a:pt x="21707" y="0"/>
                      </a:lnTo>
                      <a:close/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86" name="Line 54"/>
                <p:cNvSpPr>
                  <a:spLocks noChangeShapeType="1"/>
                </p:cNvSpPr>
                <p:nvPr/>
              </p:nvSpPr>
              <p:spPr bwMode="auto">
                <a:xfrm flipV="1">
                  <a:off x="2823" y="1482"/>
                  <a:ext cx="1" cy="40"/>
                </a:xfrm>
                <a:prstGeom prst="line">
                  <a:avLst/>
                </a:pr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87" name="Line 55"/>
                <p:cNvSpPr>
                  <a:spLocks noChangeShapeType="1"/>
                </p:cNvSpPr>
                <p:nvPr/>
              </p:nvSpPr>
              <p:spPr bwMode="auto">
                <a:xfrm flipV="1">
                  <a:off x="2823" y="1962"/>
                  <a:ext cx="1" cy="48"/>
                </a:xfrm>
                <a:prstGeom prst="line">
                  <a:avLst/>
                </a:pr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sp>
            <p:nvSpPr>
              <p:cNvPr id="25" name="Line 56"/>
              <p:cNvSpPr>
                <a:spLocks noChangeShapeType="1"/>
              </p:cNvSpPr>
              <p:nvPr/>
            </p:nvSpPr>
            <p:spPr bwMode="auto">
              <a:xfrm flipV="1">
                <a:off x="3071" y="1426"/>
                <a:ext cx="1" cy="72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grpSp>
            <p:nvGrpSpPr>
              <p:cNvPr id="26" name="Group 57"/>
              <p:cNvGrpSpPr>
                <a:grpSpLocks/>
              </p:cNvGrpSpPr>
              <p:nvPr/>
            </p:nvGrpSpPr>
            <p:grpSpPr bwMode="auto">
              <a:xfrm>
                <a:off x="3015" y="1482"/>
                <a:ext cx="112" cy="528"/>
                <a:chOff x="3015" y="1482"/>
                <a:chExt cx="112" cy="528"/>
              </a:xfrm>
            </p:grpSpPr>
            <p:grpSp>
              <p:nvGrpSpPr>
                <p:cNvPr id="32" name="Group 58"/>
                <p:cNvGrpSpPr>
                  <a:grpSpLocks/>
                </p:cNvGrpSpPr>
                <p:nvPr/>
              </p:nvGrpSpPr>
              <p:grpSpPr bwMode="auto">
                <a:xfrm>
                  <a:off x="3015" y="1854"/>
                  <a:ext cx="112" cy="64"/>
                  <a:chOff x="3015" y="1854"/>
                  <a:chExt cx="112" cy="64"/>
                </a:xfrm>
              </p:grpSpPr>
              <p:grpSp>
                <p:nvGrpSpPr>
                  <p:cNvPr id="72" name="Group 59"/>
                  <p:cNvGrpSpPr>
                    <a:grpSpLocks/>
                  </p:cNvGrpSpPr>
                  <p:nvPr/>
                </p:nvGrpSpPr>
                <p:grpSpPr bwMode="auto">
                  <a:xfrm>
                    <a:off x="3015" y="1854"/>
                    <a:ext cx="112" cy="52"/>
                    <a:chOff x="3015" y="1854"/>
                    <a:chExt cx="112" cy="52"/>
                  </a:xfrm>
                </p:grpSpPr>
                <p:sp>
                  <p:nvSpPr>
                    <p:cNvPr id="76" name="Arc 60"/>
                    <p:cNvSpPr>
                      <a:spLocks/>
                    </p:cNvSpPr>
                    <p:nvPr/>
                  </p:nvSpPr>
                  <p:spPr bwMode="auto">
                    <a:xfrm>
                      <a:off x="3015" y="1854"/>
                      <a:ext cx="56" cy="52"/>
                    </a:xfrm>
                    <a:custGeom>
                      <a:avLst/>
                      <a:gdLst>
                        <a:gd name="T0" fmla="*/ 0 w 21600"/>
                        <a:gd name="T1" fmla="*/ 0 h 21717"/>
                        <a:gd name="T2" fmla="*/ 0 w 21600"/>
                        <a:gd name="T3" fmla="*/ 0 h 21717"/>
                        <a:gd name="T4" fmla="*/ 0 w 21600"/>
                        <a:gd name="T5" fmla="*/ 0 h 21717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717" fill="none" extrusionOk="0">
                          <a:moveTo>
                            <a:pt x="21600" y="21717"/>
                          </a:moveTo>
                          <a:cubicBezTo>
                            <a:pt x="9670" y="21717"/>
                            <a:pt x="0" y="12046"/>
                            <a:pt x="0" y="117"/>
                          </a:cubicBezTo>
                          <a:cubicBezTo>
                            <a:pt x="-1" y="78"/>
                            <a:pt x="0" y="39"/>
                            <a:pt x="0" y="0"/>
                          </a:cubicBezTo>
                        </a:path>
                        <a:path w="21600" h="21717" stroke="0" extrusionOk="0">
                          <a:moveTo>
                            <a:pt x="21600" y="21717"/>
                          </a:moveTo>
                          <a:cubicBezTo>
                            <a:pt x="9670" y="21717"/>
                            <a:pt x="0" y="12046"/>
                            <a:pt x="0" y="117"/>
                          </a:cubicBezTo>
                          <a:cubicBezTo>
                            <a:pt x="-1" y="78"/>
                            <a:pt x="0" y="39"/>
                            <a:pt x="0" y="0"/>
                          </a:cubicBezTo>
                          <a:lnTo>
                            <a:pt x="21600" y="117"/>
                          </a:lnTo>
                          <a:lnTo>
                            <a:pt x="21600" y="21717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77" name="Arc 61"/>
                    <p:cNvSpPr>
                      <a:spLocks/>
                    </p:cNvSpPr>
                    <p:nvPr/>
                  </p:nvSpPr>
                  <p:spPr bwMode="auto">
                    <a:xfrm>
                      <a:off x="3071" y="1882"/>
                      <a:ext cx="56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21600" y="0"/>
                          </a:moveTo>
                          <a:cubicBezTo>
                            <a:pt x="21600" y="11929"/>
                            <a:pt x="11929" y="21599"/>
                            <a:pt x="0" y="21600"/>
                          </a:cubicBezTo>
                        </a:path>
                        <a:path w="21600" h="21600" stroke="0" extrusionOk="0">
                          <a:moveTo>
                            <a:pt x="21600" y="0"/>
                          </a:moveTo>
                          <a:cubicBezTo>
                            <a:pt x="21600" y="11929"/>
                            <a:pt x="11929" y="21599"/>
                            <a:pt x="0" y="21600"/>
                          </a:cubicBezTo>
                          <a:lnTo>
                            <a:pt x="0" y="0"/>
                          </a:lnTo>
                          <a:lnTo>
                            <a:pt x="2160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73" name="Group 62"/>
                  <p:cNvGrpSpPr>
                    <a:grpSpLocks/>
                  </p:cNvGrpSpPr>
                  <p:nvPr/>
                </p:nvGrpSpPr>
                <p:grpSpPr bwMode="auto">
                  <a:xfrm>
                    <a:off x="3015" y="1866"/>
                    <a:ext cx="112" cy="52"/>
                    <a:chOff x="3015" y="1866"/>
                    <a:chExt cx="112" cy="52"/>
                  </a:xfrm>
                </p:grpSpPr>
                <p:sp>
                  <p:nvSpPr>
                    <p:cNvPr id="74" name="Arc 63"/>
                    <p:cNvSpPr>
                      <a:spLocks/>
                    </p:cNvSpPr>
                    <p:nvPr/>
                  </p:nvSpPr>
                  <p:spPr bwMode="auto">
                    <a:xfrm>
                      <a:off x="3015" y="1866"/>
                      <a:ext cx="56" cy="52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21483"/>
                          </a:moveTo>
                          <a:cubicBezTo>
                            <a:pt x="64" y="9599"/>
                            <a:pt x="9716" y="0"/>
                            <a:pt x="21599" y="0"/>
                          </a:cubicBezTo>
                        </a:path>
                        <a:path w="21600" h="21600" stroke="0" extrusionOk="0">
                          <a:moveTo>
                            <a:pt x="0" y="21483"/>
                          </a:moveTo>
                          <a:cubicBezTo>
                            <a:pt x="64" y="9599"/>
                            <a:pt x="9716" y="0"/>
                            <a:pt x="21599" y="0"/>
                          </a:cubicBezTo>
                          <a:lnTo>
                            <a:pt x="21600" y="21600"/>
                          </a:lnTo>
                          <a:lnTo>
                            <a:pt x="0" y="21483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75" name="Arc 64"/>
                    <p:cNvSpPr>
                      <a:spLocks/>
                    </p:cNvSpPr>
                    <p:nvPr/>
                  </p:nvSpPr>
                  <p:spPr bwMode="auto">
                    <a:xfrm>
                      <a:off x="3071" y="1866"/>
                      <a:ext cx="56" cy="20"/>
                    </a:xfrm>
                    <a:custGeom>
                      <a:avLst/>
                      <a:gdLst>
                        <a:gd name="T0" fmla="*/ 0 w 21598"/>
                        <a:gd name="T1" fmla="*/ 0 h 21600"/>
                        <a:gd name="T2" fmla="*/ 0 w 21598"/>
                        <a:gd name="T3" fmla="*/ 0 h 21600"/>
                        <a:gd name="T4" fmla="*/ 0 w 21598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598" h="21600" fill="none" extrusionOk="0">
                          <a:moveTo>
                            <a:pt x="-1" y="0"/>
                          </a:moveTo>
                          <a:cubicBezTo>
                            <a:pt x="11810" y="0"/>
                            <a:pt x="21431" y="9485"/>
                            <a:pt x="21597" y="21295"/>
                          </a:cubicBezTo>
                        </a:path>
                        <a:path w="21598" h="21600" stroke="0" extrusionOk="0">
                          <a:moveTo>
                            <a:pt x="-1" y="0"/>
                          </a:moveTo>
                          <a:cubicBezTo>
                            <a:pt x="11810" y="0"/>
                            <a:pt x="21431" y="9485"/>
                            <a:pt x="21597" y="21295"/>
                          </a:cubicBezTo>
                          <a:lnTo>
                            <a:pt x="0" y="21600"/>
                          </a:lnTo>
                          <a:lnTo>
                            <a:pt x="-1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grpSp>
              <p:nvGrpSpPr>
                <p:cNvPr id="33" name="Group 65"/>
                <p:cNvGrpSpPr>
                  <a:grpSpLocks/>
                </p:cNvGrpSpPr>
                <p:nvPr/>
              </p:nvGrpSpPr>
              <p:grpSpPr bwMode="auto">
                <a:xfrm>
                  <a:off x="3015" y="1798"/>
                  <a:ext cx="112" cy="64"/>
                  <a:chOff x="3015" y="1798"/>
                  <a:chExt cx="112" cy="64"/>
                </a:xfrm>
              </p:grpSpPr>
              <p:grpSp>
                <p:nvGrpSpPr>
                  <p:cNvPr id="66" name="Group 66"/>
                  <p:cNvGrpSpPr>
                    <a:grpSpLocks/>
                  </p:cNvGrpSpPr>
                  <p:nvPr/>
                </p:nvGrpSpPr>
                <p:grpSpPr bwMode="auto">
                  <a:xfrm>
                    <a:off x="3015" y="1798"/>
                    <a:ext cx="112" cy="52"/>
                    <a:chOff x="3015" y="1798"/>
                    <a:chExt cx="112" cy="52"/>
                  </a:xfrm>
                </p:grpSpPr>
                <p:sp>
                  <p:nvSpPr>
                    <p:cNvPr id="70" name="Arc 67"/>
                    <p:cNvSpPr>
                      <a:spLocks/>
                    </p:cNvSpPr>
                    <p:nvPr/>
                  </p:nvSpPr>
                  <p:spPr bwMode="auto">
                    <a:xfrm>
                      <a:off x="3015" y="1798"/>
                      <a:ext cx="56" cy="52"/>
                    </a:xfrm>
                    <a:custGeom>
                      <a:avLst/>
                      <a:gdLst>
                        <a:gd name="T0" fmla="*/ 0 w 21600"/>
                        <a:gd name="T1" fmla="*/ 0 h 21717"/>
                        <a:gd name="T2" fmla="*/ 0 w 21600"/>
                        <a:gd name="T3" fmla="*/ 0 h 21717"/>
                        <a:gd name="T4" fmla="*/ 0 w 21600"/>
                        <a:gd name="T5" fmla="*/ 0 h 21717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717" fill="none" extrusionOk="0">
                          <a:moveTo>
                            <a:pt x="21600" y="21717"/>
                          </a:moveTo>
                          <a:cubicBezTo>
                            <a:pt x="9670" y="21717"/>
                            <a:pt x="0" y="12046"/>
                            <a:pt x="0" y="117"/>
                          </a:cubicBezTo>
                          <a:cubicBezTo>
                            <a:pt x="-1" y="78"/>
                            <a:pt x="0" y="39"/>
                            <a:pt x="0" y="0"/>
                          </a:cubicBezTo>
                        </a:path>
                        <a:path w="21600" h="21717" stroke="0" extrusionOk="0">
                          <a:moveTo>
                            <a:pt x="21600" y="21717"/>
                          </a:moveTo>
                          <a:cubicBezTo>
                            <a:pt x="9670" y="21717"/>
                            <a:pt x="0" y="12046"/>
                            <a:pt x="0" y="117"/>
                          </a:cubicBezTo>
                          <a:cubicBezTo>
                            <a:pt x="-1" y="78"/>
                            <a:pt x="0" y="39"/>
                            <a:pt x="0" y="0"/>
                          </a:cubicBezTo>
                          <a:lnTo>
                            <a:pt x="21600" y="117"/>
                          </a:lnTo>
                          <a:lnTo>
                            <a:pt x="21600" y="21717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71" name="Arc 68"/>
                    <p:cNvSpPr>
                      <a:spLocks/>
                    </p:cNvSpPr>
                    <p:nvPr/>
                  </p:nvSpPr>
                  <p:spPr bwMode="auto">
                    <a:xfrm>
                      <a:off x="3071" y="1826"/>
                      <a:ext cx="56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21600" y="0"/>
                          </a:moveTo>
                          <a:cubicBezTo>
                            <a:pt x="21600" y="11929"/>
                            <a:pt x="11929" y="21599"/>
                            <a:pt x="0" y="21600"/>
                          </a:cubicBezTo>
                        </a:path>
                        <a:path w="21600" h="21600" stroke="0" extrusionOk="0">
                          <a:moveTo>
                            <a:pt x="21600" y="0"/>
                          </a:moveTo>
                          <a:cubicBezTo>
                            <a:pt x="21600" y="11929"/>
                            <a:pt x="11929" y="21599"/>
                            <a:pt x="0" y="21600"/>
                          </a:cubicBezTo>
                          <a:lnTo>
                            <a:pt x="0" y="0"/>
                          </a:lnTo>
                          <a:lnTo>
                            <a:pt x="2160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67" name="Group 69"/>
                  <p:cNvGrpSpPr>
                    <a:grpSpLocks/>
                  </p:cNvGrpSpPr>
                  <p:nvPr/>
                </p:nvGrpSpPr>
                <p:grpSpPr bwMode="auto">
                  <a:xfrm>
                    <a:off x="3015" y="1810"/>
                    <a:ext cx="112" cy="52"/>
                    <a:chOff x="3015" y="1810"/>
                    <a:chExt cx="112" cy="52"/>
                  </a:xfrm>
                </p:grpSpPr>
                <p:sp>
                  <p:nvSpPr>
                    <p:cNvPr id="68" name="Arc 70"/>
                    <p:cNvSpPr>
                      <a:spLocks/>
                    </p:cNvSpPr>
                    <p:nvPr/>
                  </p:nvSpPr>
                  <p:spPr bwMode="auto">
                    <a:xfrm>
                      <a:off x="3015" y="1810"/>
                      <a:ext cx="56" cy="52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21483"/>
                          </a:moveTo>
                          <a:cubicBezTo>
                            <a:pt x="64" y="9599"/>
                            <a:pt x="9716" y="0"/>
                            <a:pt x="21599" y="0"/>
                          </a:cubicBezTo>
                        </a:path>
                        <a:path w="21600" h="21600" stroke="0" extrusionOk="0">
                          <a:moveTo>
                            <a:pt x="0" y="21483"/>
                          </a:moveTo>
                          <a:cubicBezTo>
                            <a:pt x="64" y="9599"/>
                            <a:pt x="9716" y="0"/>
                            <a:pt x="21599" y="0"/>
                          </a:cubicBezTo>
                          <a:lnTo>
                            <a:pt x="21600" y="21600"/>
                          </a:lnTo>
                          <a:lnTo>
                            <a:pt x="0" y="21483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9" name="Arc 71"/>
                    <p:cNvSpPr>
                      <a:spLocks/>
                    </p:cNvSpPr>
                    <p:nvPr/>
                  </p:nvSpPr>
                  <p:spPr bwMode="auto">
                    <a:xfrm>
                      <a:off x="3071" y="1810"/>
                      <a:ext cx="56" cy="20"/>
                    </a:xfrm>
                    <a:custGeom>
                      <a:avLst/>
                      <a:gdLst>
                        <a:gd name="T0" fmla="*/ 0 w 21598"/>
                        <a:gd name="T1" fmla="*/ 0 h 21600"/>
                        <a:gd name="T2" fmla="*/ 0 w 21598"/>
                        <a:gd name="T3" fmla="*/ 0 h 21600"/>
                        <a:gd name="T4" fmla="*/ 0 w 21598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598" h="21600" fill="none" extrusionOk="0">
                          <a:moveTo>
                            <a:pt x="-1" y="0"/>
                          </a:moveTo>
                          <a:cubicBezTo>
                            <a:pt x="11810" y="0"/>
                            <a:pt x="21431" y="9485"/>
                            <a:pt x="21597" y="21295"/>
                          </a:cubicBezTo>
                        </a:path>
                        <a:path w="21598" h="21600" stroke="0" extrusionOk="0">
                          <a:moveTo>
                            <a:pt x="-1" y="0"/>
                          </a:moveTo>
                          <a:cubicBezTo>
                            <a:pt x="11810" y="0"/>
                            <a:pt x="21431" y="9485"/>
                            <a:pt x="21597" y="21295"/>
                          </a:cubicBezTo>
                          <a:lnTo>
                            <a:pt x="0" y="21600"/>
                          </a:lnTo>
                          <a:lnTo>
                            <a:pt x="-1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grpSp>
              <p:nvGrpSpPr>
                <p:cNvPr id="34" name="Group 72"/>
                <p:cNvGrpSpPr>
                  <a:grpSpLocks/>
                </p:cNvGrpSpPr>
                <p:nvPr/>
              </p:nvGrpSpPr>
              <p:grpSpPr bwMode="auto">
                <a:xfrm>
                  <a:off x="3015" y="1742"/>
                  <a:ext cx="112" cy="64"/>
                  <a:chOff x="3015" y="1742"/>
                  <a:chExt cx="112" cy="64"/>
                </a:xfrm>
              </p:grpSpPr>
              <p:grpSp>
                <p:nvGrpSpPr>
                  <p:cNvPr id="60" name="Group 73"/>
                  <p:cNvGrpSpPr>
                    <a:grpSpLocks/>
                  </p:cNvGrpSpPr>
                  <p:nvPr/>
                </p:nvGrpSpPr>
                <p:grpSpPr bwMode="auto">
                  <a:xfrm>
                    <a:off x="3015" y="1742"/>
                    <a:ext cx="112" cy="52"/>
                    <a:chOff x="3015" y="1742"/>
                    <a:chExt cx="112" cy="52"/>
                  </a:xfrm>
                </p:grpSpPr>
                <p:sp>
                  <p:nvSpPr>
                    <p:cNvPr id="64" name="Arc 74"/>
                    <p:cNvSpPr>
                      <a:spLocks/>
                    </p:cNvSpPr>
                    <p:nvPr/>
                  </p:nvSpPr>
                  <p:spPr bwMode="auto">
                    <a:xfrm>
                      <a:off x="3015" y="1742"/>
                      <a:ext cx="56" cy="52"/>
                    </a:xfrm>
                    <a:custGeom>
                      <a:avLst/>
                      <a:gdLst>
                        <a:gd name="T0" fmla="*/ 0 w 21600"/>
                        <a:gd name="T1" fmla="*/ 0 h 21717"/>
                        <a:gd name="T2" fmla="*/ 0 w 21600"/>
                        <a:gd name="T3" fmla="*/ 0 h 21717"/>
                        <a:gd name="T4" fmla="*/ 0 w 21600"/>
                        <a:gd name="T5" fmla="*/ 0 h 21717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717" fill="none" extrusionOk="0">
                          <a:moveTo>
                            <a:pt x="21600" y="21717"/>
                          </a:moveTo>
                          <a:cubicBezTo>
                            <a:pt x="9670" y="21717"/>
                            <a:pt x="0" y="12046"/>
                            <a:pt x="0" y="117"/>
                          </a:cubicBezTo>
                          <a:cubicBezTo>
                            <a:pt x="-1" y="78"/>
                            <a:pt x="0" y="39"/>
                            <a:pt x="0" y="0"/>
                          </a:cubicBezTo>
                        </a:path>
                        <a:path w="21600" h="21717" stroke="0" extrusionOk="0">
                          <a:moveTo>
                            <a:pt x="21600" y="21717"/>
                          </a:moveTo>
                          <a:cubicBezTo>
                            <a:pt x="9670" y="21717"/>
                            <a:pt x="0" y="12046"/>
                            <a:pt x="0" y="117"/>
                          </a:cubicBezTo>
                          <a:cubicBezTo>
                            <a:pt x="-1" y="78"/>
                            <a:pt x="0" y="39"/>
                            <a:pt x="0" y="0"/>
                          </a:cubicBezTo>
                          <a:lnTo>
                            <a:pt x="21600" y="117"/>
                          </a:lnTo>
                          <a:lnTo>
                            <a:pt x="21600" y="21717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5" name="Arc 75"/>
                    <p:cNvSpPr>
                      <a:spLocks/>
                    </p:cNvSpPr>
                    <p:nvPr/>
                  </p:nvSpPr>
                  <p:spPr bwMode="auto">
                    <a:xfrm>
                      <a:off x="3071" y="1770"/>
                      <a:ext cx="56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21600" y="0"/>
                          </a:moveTo>
                          <a:cubicBezTo>
                            <a:pt x="21600" y="11929"/>
                            <a:pt x="11929" y="21599"/>
                            <a:pt x="0" y="21600"/>
                          </a:cubicBezTo>
                        </a:path>
                        <a:path w="21600" h="21600" stroke="0" extrusionOk="0">
                          <a:moveTo>
                            <a:pt x="21600" y="0"/>
                          </a:moveTo>
                          <a:cubicBezTo>
                            <a:pt x="21600" y="11929"/>
                            <a:pt x="11929" y="21599"/>
                            <a:pt x="0" y="21600"/>
                          </a:cubicBezTo>
                          <a:lnTo>
                            <a:pt x="0" y="0"/>
                          </a:lnTo>
                          <a:lnTo>
                            <a:pt x="2160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61" name="Group 76"/>
                  <p:cNvGrpSpPr>
                    <a:grpSpLocks/>
                  </p:cNvGrpSpPr>
                  <p:nvPr/>
                </p:nvGrpSpPr>
                <p:grpSpPr bwMode="auto">
                  <a:xfrm>
                    <a:off x="3015" y="1754"/>
                    <a:ext cx="112" cy="52"/>
                    <a:chOff x="3015" y="1754"/>
                    <a:chExt cx="112" cy="52"/>
                  </a:xfrm>
                </p:grpSpPr>
                <p:sp>
                  <p:nvSpPr>
                    <p:cNvPr id="62" name="Arc 77"/>
                    <p:cNvSpPr>
                      <a:spLocks/>
                    </p:cNvSpPr>
                    <p:nvPr/>
                  </p:nvSpPr>
                  <p:spPr bwMode="auto">
                    <a:xfrm>
                      <a:off x="3015" y="1754"/>
                      <a:ext cx="56" cy="52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21483"/>
                          </a:moveTo>
                          <a:cubicBezTo>
                            <a:pt x="64" y="9599"/>
                            <a:pt x="9716" y="0"/>
                            <a:pt x="21599" y="0"/>
                          </a:cubicBezTo>
                        </a:path>
                        <a:path w="21600" h="21600" stroke="0" extrusionOk="0">
                          <a:moveTo>
                            <a:pt x="0" y="21483"/>
                          </a:moveTo>
                          <a:cubicBezTo>
                            <a:pt x="64" y="9599"/>
                            <a:pt x="9716" y="0"/>
                            <a:pt x="21599" y="0"/>
                          </a:cubicBezTo>
                          <a:lnTo>
                            <a:pt x="21600" y="21600"/>
                          </a:lnTo>
                          <a:lnTo>
                            <a:pt x="0" y="21483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3" name="Arc 78"/>
                    <p:cNvSpPr>
                      <a:spLocks/>
                    </p:cNvSpPr>
                    <p:nvPr/>
                  </p:nvSpPr>
                  <p:spPr bwMode="auto">
                    <a:xfrm>
                      <a:off x="3071" y="1754"/>
                      <a:ext cx="56" cy="20"/>
                    </a:xfrm>
                    <a:custGeom>
                      <a:avLst/>
                      <a:gdLst>
                        <a:gd name="T0" fmla="*/ 0 w 21598"/>
                        <a:gd name="T1" fmla="*/ 0 h 21600"/>
                        <a:gd name="T2" fmla="*/ 0 w 21598"/>
                        <a:gd name="T3" fmla="*/ 0 h 21600"/>
                        <a:gd name="T4" fmla="*/ 0 w 21598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598" h="21600" fill="none" extrusionOk="0">
                          <a:moveTo>
                            <a:pt x="-1" y="0"/>
                          </a:moveTo>
                          <a:cubicBezTo>
                            <a:pt x="11810" y="0"/>
                            <a:pt x="21431" y="9485"/>
                            <a:pt x="21597" y="21295"/>
                          </a:cubicBezTo>
                        </a:path>
                        <a:path w="21598" h="21600" stroke="0" extrusionOk="0">
                          <a:moveTo>
                            <a:pt x="-1" y="0"/>
                          </a:moveTo>
                          <a:cubicBezTo>
                            <a:pt x="11810" y="0"/>
                            <a:pt x="21431" y="9485"/>
                            <a:pt x="21597" y="21295"/>
                          </a:cubicBezTo>
                          <a:lnTo>
                            <a:pt x="0" y="21600"/>
                          </a:lnTo>
                          <a:lnTo>
                            <a:pt x="-1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grpSp>
              <p:nvGrpSpPr>
                <p:cNvPr id="35" name="Group 79"/>
                <p:cNvGrpSpPr>
                  <a:grpSpLocks/>
                </p:cNvGrpSpPr>
                <p:nvPr/>
              </p:nvGrpSpPr>
              <p:grpSpPr bwMode="auto">
                <a:xfrm>
                  <a:off x="3015" y="1686"/>
                  <a:ext cx="112" cy="60"/>
                  <a:chOff x="3015" y="1686"/>
                  <a:chExt cx="112" cy="60"/>
                </a:xfrm>
              </p:grpSpPr>
              <p:grpSp>
                <p:nvGrpSpPr>
                  <p:cNvPr id="54" name="Group 80"/>
                  <p:cNvGrpSpPr>
                    <a:grpSpLocks/>
                  </p:cNvGrpSpPr>
                  <p:nvPr/>
                </p:nvGrpSpPr>
                <p:grpSpPr bwMode="auto">
                  <a:xfrm>
                    <a:off x="3015" y="1686"/>
                    <a:ext cx="112" cy="52"/>
                    <a:chOff x="3015" y="1686"/>
                    <a:chExt cx="112" cy="52"/>
                  </a:xfrm>
                </p:grpSpPr>
                <p:sp>
                  <p:nvSpPr>
                    <p:cNvPr id="58" name="Arc 81"/>
                    <p:cNvSpPr>
                      <a:spLocks/>
                    </p:cNvSpPr>
                    <p:nvPr/>
                  </p:nvSpPr>
                  <p:spPr bwMode="auto">
                    <a:xfrm>
                      <a:off x="3015" y="1686"/>
                      <a:ext cx="56" cy="52"/>
                    </a:xfrm>
                    <a:custGeom>
                      <a:avLst/>
                      <a:gdLst>
                        <a:gd name="T0" fmla="*/ 0 w 21600"/>
                        <a:gd name="T1" fmla="*/ 0 h 21717"/>
                        <a:gd name="T2" fmla="*/ 0 w 21600"/>
                        <a:gd name="T3" fmla="*/ 0 h 21717"/>
                        <a:gd name="T4" fmla="*/ 0 w 21600"/>
                        <a:gd name="T5" fmla="*/ 0 h 21717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717" fill="none" extrusionOk="0">
                          <a:moveTo>
                            <a:pt x="21600" y="21717"/>
                          </a:moveTo>
                          <a:cubicBezTo>
                            <a:pt x="9670" y="21717"/>
                            <a:pt x="0" y="12046"/>
                            <a:pt x="0" y="117"/>
                          </a:cubicBezTo>
                          <a:cubicBezTo>
                            <a:pt x="-1" y="78"/>
                            <a:pt x="0" y="39"/>
                            <a:pt x="0" y="0"/>
                          </a:cubicBezTo>
                        </a:path>
                        <a:path w="21600" h="21717" stroke="0" extrusionOk="0">
                          <a:moveTo>
                            <a:pt x="21600" y="21717"/>
                          </a:moveTo>
                          <a:cubicBezTo>
                            <a:pt x="9670" y="21717"/>
                            <a:pt x="0" y="12046"/>
                            <a:pt x="0" y="117"/>
                          </a:cubicBezTo>
                          <a:cubicBezTo>
                            <a:pt x="-1" y="78"/>
                            <a:pt x="0" y="39"/>
                            <a:pt x="0" y="0"/>
                          </a:cubicBezTo>
                          <a:lnTo>
                            <a:pt x="21600" y="117"/>
                          </a:lnTo>
                          <a:lnTo>
                            <a:pt x="21600" y="21717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59" name="Arc 82"/>
                    <p:cNvSpPr>
                      <a:spLocks/>
                    </p:cNvSpPr>
                    <p:nvPr/>
                  </p:nvSpPr>
                  <p:spPr bwMode="auto">
                    <a:xfrm>
                      <a:off x="3071" y="1714"/>
                      <a:ext cx="56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21600" y="0"/>
                          </a:moveTo>
                          <a:cubicBezTo>
                            <a:pt x="21600" y="11929"/>
                            <a:pt x="11929" y="21599"/>
                            <a:pt x="0" y="21600"/>
                          </a:cubicBezTo>
                        </a:path>
                        <a:path w="21600" h="21600" stroke="0" extrusionOk="0">
                          <a:moveTo>
                            <a:pt x="21600" y="0"/>
                          </a:moveTo>
                          <a:cubicBezTo>
                            <a:pt x="21600" y="11929"/>
                            <a:pt x="11929" y="21599"/>
                            <a:pt x="0" y="21600"/>
                          </a:cubicBezTo>
                          <a:lnTo>
                            <a:pt x="0" y="0"/>
                          </a:lnTo>
                          <a:lnTo>
                            <a:pt x="2160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55" name="Group 83"/>
                  <p:cNvGrpSpPr>
                    <a:grpSpLocks/>
                  </p:cNvGrpSpPr>
                  <p:nvPr/>
                </p:nvGrpSpPr>
                <p:grpSpPr bwMode="auto">
                  <a:xfrm>
                    <a:off x="3015" y="1698"/>
                    <a:ext cx="112" cy="48"/>
                    <a:chOff x="3015" y="1698"/>
                    <a:chExt cx="112" cy="48"/>
                  </a:xfrm>
                </p:grpSpPr>
                <p:sp>
                  <p:nvSpPr>
                    <p:cNvPr id="56" name="Arc 84"/>
                    <p:cNvSpPr>
                      <a:spLocks/>
                    </p:cNvSpPr>
                    <p:nvPr/>
                  </p:nvSpPr>
                  <p:spPr bwMode="auto">
                    <a:xfrm>
                      <a:off x="3015" y="1698"/>
                      <a:ext cx="56" cy="48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21600"/>
                          </a:moveTo>
                          <a:cubicBezTo>
                            <a:pt x="0" y="9670"/>
                            <a:pt x="9670" y="0"/>
                            <a:pt x="21599" y="0"/>
                          </a:cubicBezTo>
                        </a:path>
                        <a:path w="21600" h="21600" stroke="0" extrusionOk="0">
                          <a:moveTo>
                            <a:pt x="0" y="21600"/>
                          </a:moveTo>
                          <a:cubicBezTo>
                            <a:pt x="0" y="9670"/>
                            <a:pt x="9670" y="0"/>
                            <a:pt x="21599" y="0"/>
                          </a:cubicBezTo>
                          <a:lnTo>
                            <a:pt x="21600" y="21600"/>
                          </a:lnTo>
                          <a:lnTo>
                            <a:pt x="0" y="2160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57" name="Arc 85"/>
                    <p:cNvSpPr>
                      <a:spLocks/>
                    </p:cNvSpPr>
                    <p:nvPr/>
                  </p:nvSpPr>
                  <p:spPr bwMode="auto">
                    <a:xfrm>
                      <a:off x="3071" y="1698"/>
                      <a:ext cx="56" cy="20"/>
                    </a:xfrm>
                    <a:custGeom>
                      <a:avLst/>
                      <a:gdLst>
                        <a:gd name="T0" fmla="*/ 0 w 21598"/>
                        <a:gd name="T1" fmla="*/ 0 h 21600"/>
                        <a:gd name="T2" fmla="*/ 0 w 21598"/>
                        <a:gd name="T3" fmla="*/ 0 h 21600"/>
                        <a:gd name="T4" fmla="*/ 0 w 21598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598" h="21600" fill="none" extrusionOk="0">
                          <a:moveTo>
                            <a:pt x="-1" y="0"/>
                          </a:moveTo>
                          <a:cubicBezTo>
                            <a:pt x="11810" y="0"/>
                            <a:pt x="21431" y="9485"/>
                            <a:pt x="21597" y="21295"/>
                          </a:cubicBezTo>
                        </a:path>
                        <a:path w="21598" h="21600" stroke="0" extrusionOk="0">
                          <a:moveTo>
                            <a:pt x="-1" y="0"/>
                          </a:moveTo>
                          <a:cubicBezTo>
                            <a:pt x="11810" y="0"/>
                            <a:pt x="21431" y="9485"/>
                            <a:pt x="21597" y="21295"/>
                          </a:cubicBezTo>
                          <a:lnTo>
                            <a:pt x="0" y="21600"/>
                          </a:lnTo>
                          <a:lnTo>
                            <a:pt x="-1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grpSp>
              <p:nvGrpSpPr>
                <p:cNvPr id="36" name="Group 86"/>
                <p:cNvGrpSpPr>
                  <a:grpSpLocks/>
                </p:cNvGrpSpPr>
                <p:nvPr/>
              </p:nvGrpSpPr>
              <p:grpSpPr bwMode="auto">
                <a:xfrm>
                  <a:off x="3015" y="1630"/>
                  <a:ext cx="112" cy="56"/>
                  <a:chOff x="3015" y="1630"/>
                  <a:chExt cx="112" cy="56"/>
                </a:xfrm>
              </p:grpSpPr>
              <p:grpSp>
                <p:nvGrpSpPr>
                  <p:cNvPr id="48" name="Group 87"/>
                  <p:cNvGrpSpPr>
                    <a:grpSpLocks/>
                  </p:cNvGrpSpPr>
                  <p:nvPr/>
                </p:nvGrpSpPr>
                <p:grpSpPr bwMode="auto">
                  <a:xfrm>
                    <a:off x="3015" y="1630"/>
                    <a:ext cx="112" cy="52"/>
                    <a:chOff x="3015" y="1630"/>
                    <a:chExt cx="112" cy="52"/>
                  </a:xfrm>
                </p:grpSpPr>
                <p:sp>
                  <p:nvSpPr>
                    <p:cNvPr id="52" name="Arc 88"/>
                    <p:cNvSpPr>
                      <a:spLocks/>
                    </p:cNvSpPr>
                    <p:nvPr/>
                  </p:nvSpPr>
                  <p:spPr bwMode="auto">
                    <a:xfrm>
                      <a:off x="3015" y="1630"/>
                      <a:ext cx="56" cy="52"/>
                    </a:xfrm>
                    <a:custGeom>
                      <a:avLst/>
                      <a:gdLst>
                        <a:gd name="T0" fmla="*/ 0 w 21600"/>
                        <a:gd name="T1" fmla="*/ 0 h 21717"/>
                        <a:gd name="T2" fmla="*/ 0 w 21600"/>
                        <a:gd name="T3" fmla="*/ 0 h 21717"/>
                        <a:gd name="T4" fmla="*/ 0 w 21600"/>
                        <a:gd name="T5" fmla="*/ 0 h 21717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717" fill="none" extrusionOk="0">
                          <a:moveTo>
                            <a:pt x="21600" y="21717"/>
                          </a:moveTo>
                          <a:cubicBezTo>
                            <a:pt x="9670" y="21717"/>
                            <a:pt x="0" y="12046"/>
                            <a:pt x="0" y="117"/>
                          </a:cubicBezTo>
                          <a:cubicBezTo>
                            <a:pt x="-1" y="78"/>
                            <a:pt x="0" y="39"/>
                            <a:pt x="0" y="0"/>
                          </a:cubicBezTo>
                        </a:path>
                        <a:path w="21600" h="21717" stroke="0" extrusionOk="0">
                          <a:moveTo>
                            <a:pt x="21600" y="21717"/>
                          </a:moveTo>
                          <a:cubicBezTo>
                            <a:pt x="9670" y="21717"/>
                            <a:pt x="0" y="12046"/>
                            <a:pt x="0" y="117"/>
                          </a:cubicBezTo>
                          <a:cubicBezTo>
                            <a:pt x="-1" y="78"/>
                            <a:pt x="0" y="39"/>
                            <a:pt x="0" y="0"/>
                          </a:cubicBezTo>
                          <a:lnTo>
                            <a:pt x="21600" y="117"/>
                          </a:lnTo>
                          <a:lnTo>
                            <a:pt x="21600" y="21717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53" name="Arc 89"/>
                    <p:cNvSpPr>
                      <a:spLocks/>
                    </p:cNvSpPr>
                    <p:nvPr/>
                  </p:nvSpPr>
                  <p:spPr bwMode="auto">
                    <a:xfrm>
                      <a:off x="3071" y="1658"/>
                      <a:ext cx="56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21600" y="0"/>
                          </a:moveTo>
                          <a:cubicBezTo>
                            <a:pt x="21600" y="11929"/>
                            <a:pt x="11929" y="21599"/>
                            <a:pt x="0" y="21600"/>
                          </a:cubicBezTo>
                        </a:path>
                        <a:path w="21600" h="21600" stroke="0" extrusionOk="0">
                          <a:moveTo>
                            <a:pt x="21600" y="0"/>
                          </a:moveTo>
                          <a:cubicBezTo>
                            <a:pt x="21600" y="11929"/>
                            <a:pt x="11929" y="21599"/>
                            <a:pt x="0" y="21600"/>
                          </a:cubicBezTo>
                          <a:lnTo>
                            <a:pt x="0" y="0"/>
                          </a:lnTo>
                          <a:lnTo>
                            <a:pt x="2160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49" name="Group 90"/>
                  <p:cNvGrpSpPr>
                    <a:grpSpLocks/>
                  </p:cNvGrpSpPr>
                  <p:nvPr/>
                </p:nvGrpSpPr>
                <p:grpSpPr bwMode="auto">
                  <a:xfrm>
                    <a:off x="3015" y="1634"/>
                    <a:ext cx="112" cy="52"/>
                    <a:chOff x="3015" y="1634"/>
                    <a:chExt cx="112" cy="52"/>
                  </a:xfrm>
                </p:grpSpPr>
                <p:sp>
                  <p:nvSpPr>
                    <p:cNvPr id="50" name="Arc 91"/>
                    <p:cNvSpPr>
                      <a:spLocks/>
                    </p:cNvSpPr>
                    <p:nvPr/>
                  </p:nvSpPr>
                  <p:spPr bwMode="auto">
                    <a:xfrm>
                      <a:off x="3015" y="1634"/>
                      <a:ext cx="56" cy="52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21483"/>
                          </a:moveTo>
                          <a:cubicBezTo>
                            <a:pt x="64" y="9599"/>
                            <a:pt x="9716" y="0"/>
                            <a:pt x="21599" y="0"/>
                          </a:cubicBezTo>
                        </a:path>
                        <a:path w="21600" h="21600" stroke="0" extrusionOk="0">
                          <a:moveTo>
                            <a:pt x="0" y="21483"/>
                          </a:moveTo>
                          <a:cubicBezTo>
                            <a:pt x="64" y="9599"/>
                            <a:pt x="9716" y="0"/>
                            <a:pt x="21599" y="0"/>
                          </a:cubicBezTo>
                          <a:lnTo>
                            <a:pt x="21600" y="21600"/>
                          </a:lnTo>
                          <a:lnTo>
                            <a:pt x="0" y="21483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51" name="Arc 92"/>
                    <p:cNvSpPr>
                      <a:spLocks/>
                    </p:cNvSpPr>
                    <p:nvPr/>
                  </p:nvSpPr>
                  <p:spPr bwMode="auto">
                    <a:xfrm>
                      <a:off x="3071" y="1634"/>
                      <a:ext cx="56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-1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</a:path>
                        <a:path w="21600" h="21600" stroke="0" extrusionOk="0">
                          <a:moveTo>
                            <a:pt x="-1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  <a:lnTo>
                            <a:pt x="0" y="21600"/>
                          </a:lnTo>
                          <a:lnTo>
                            <a:pt x="-1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grpSp>
              <p:nvGrpSpPr>
                <p:cNvPr id="37" name="Group 93"/>
                <p:cNvGrpSpPr>
                  <a:grpSpLocks/>
                </p:cNvGrpSpPr>
                <p:nvPr/>
              </p:nvGrpSpPr>
              <p:grpSpPr bwMode="auto">
                <a:xfrm>
                  <a:off x="3015" y="1570"/>
                  <a:ext cx="112" cy="60"/>
                  <a:chOff x="3015" y="1570"/>
                  <a:chExt cx="112" cy="60"/>
                </a:xfrm>
              </p:grpSpPr>
              <p:grpSp>
                <p:nvGrpSpPr>
                  <p:cNvPr id="42" name="Group 94"/>
                  <p:cNvGrpSpPr>
                    <a:grpSpLocks/>
                  </p:cNvGrpSpPr>
                  <p:nvPr/>
                </p:nvGrpSpPr>
                <p:grpSpPr bwMode="auto">
                  <a:xfrm>
                    <a:off x="3015" y="1570"/>
                    <a:ext cx="112" cy="48"/>
                    <a:chOff x="3015" y="1570"/>
                    <a:chExt cx="112" cy="48"/>
                  </a:xfrm>
                </p:grpSpPr>
                <p:sp>
                  <p:nvSpPr>
                    <p:cNvPr id="46" name="Arc 95"/>
                    <p:cNvSpPr>
                      <a:spLocks/>
                    </p:cNvSpPr>
                    <p:nvPr/>
                  </p:nvSpPr>
                  <p:spPr bwMode="auto">
                    <a:xfrm>
                      <a:off x="3015" y="1570"/>
                      <a:ext cx="56" cy="48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21600" y="21600"/>
                          </a:moveTo>
                          <a:cubicBezTo>
                            <a:pt x="9670" y="21600"/>
                            <a:pt x="0" y="11929"/>
                            <a:pt x="0" y="0"/>
                          </a:cubicBezTo>
                        </a:path>
                        <a:path w="21600" h="21600" stroke="0" extrusionOk="0">
                          <a:moveTo>
                            <a:pt x="21600" y="21600"/>
                          </a:moveTo>
                          <a:cubicBezTo>
                            <a:pt x="9670" y="21600"/>
                            <a:pt x="0" y="11929"/>
                            <a:pt x="0" y="0"/>
                          </a:cubicBezTo>
                          <a:lnTo>
                            <a:pt x="21600" y="0"/>
                          </a:lnTo>
                          <a:lnTo>
                            <a:pt x="21600" y="2160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47" name="Arc 96"/>
                    <p:cNvSpPr>
                      <a:spLocks/>
                    </p:cNvSpPr>
                    <p:nvPr/>
                  </p:nvSpPr>
                  <p:spPr bwMode="auto">
                    <a:xfrm>
                      <a:off x="3071" y="1598"/>
                      <a:ext cx="56" cy="20"/>
                    </a:xfrm>
                    <a:custGeom>
                      <a:avLst/>
                      <a:gdLst>
                        <a:gd name="T0" fmla="*/ 0 w 21600"/>
                        <a:gd name="T1" fmla="*/ 0 h 21905"/>
                        <a:gd name="T2" fmla="*/ 0 w 21600"/>
                        <a:gd name="T3" fmla="*/ 0 h 21905"/>
                        <a:gd name="T4" fmla="*/ 0 w 21600"/>
                        <a:gd name="T5" fmla="*/ 0 h 21905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905" fill="none" extrusionOk="0">
                          <a:moveTo>
                            <a:pt x="21597" y="0"/>
                          </a:moveTo>
                          <a:cubicBezTo>
                            <a:pt x="21599" y="101"/>
                            <a:pt x="21600" y="203"/>
                            <a:pt x="21600" y="305"/>
                          </a:cubicBezTo>
                          <a:cubicBezTo>
                            <a:pt x="21600" y="12234"/>
                            <a:pt x="11929" y="21904"/>
                            <a:pt x="0" y="21905"/>
                          </a:cubicBezTo>
                        </a:path>
                        <a:path w="21600" h="21905" stroke="0" extrusionOk="0">
                          <a:moveTo>
                            <a:pt x="21597" y="0"/>
                          </a:moveTo>
                          <a:cubicBezTo>
                            <a:pt x="21599" y="101"/>
                            <a:pt x="21600" y="203"/>
                            <a:pt x="21600" y="305"/>
                          </a:cubicBezTo>
                          <a:cubicBezTo>
                            <a:pt x="21600" y="12234"/>
                            <a:pt x="11929" y="21904"/>
                            <a:pt x="0" y="21905"/>
                          </a:cubicBezTo>
                          <a:lnTo>
                            <a:pt x="0" y="305"/>
                          </a:lnTo>
                          <a:lnTo>
                            <a:pt x="21597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43" name="Group 97"/>
                  <p:cNvGrpSpPr>
                    <a:grpSpLocks/>
                  </p:cNvGrpSpPr>
                  <p:nvPr/>
                </p:nvGrpSpPr>
                <p:grpSpPr bwMode="auto">
                  <a:xfrm>
                    <a:off x="3015" y="1578"/>
                    <a:ext cx="112" cy="52"/>
                    <a:chOff x="3015" y="1578"/>
                    <a:chExt cx="112" cy="52"/>
                  </a:xfrm>
                </p:grpSpPr>
                <p:sp>
                  <p:nvSpPr>
                    <p:cNvPr id="44" name="Arc 98"/>
                    <p:cNvSpPr>
                      <a:spLocks/>
                    </p:cNvSpPr>
                    <p:nvPr/>
                  </p:nvSpPr>
                  <p:spPr bwMode="auto">
                    <a:xfrm>
                      <a:off x="3015" y="1578"/>
                      <a:ext cx="56" cy="52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21483"/>
                          </a:moveTo>
                          <a:cubicBezTo>
                            <a:pt x="64" y="9599"/>
                            <a:pt x="9716" y="0"/>
                            <a:pt x="21599" y="0"/>
                          </a:cubicBezTo>
                        </a:path>
                        <a:path w="21600" h="21600" stroke="0" extrusionOk="0">
                          <a:moveTo>
                            <a:pt x="0" y="21483"/>
                          </a:moveTo>
                          <a:cubicBezTo>
                            <a:pt x="64" y="9599"/>
                            <a:pt x="9716" y="0"/>
                            <a:pt x="21599" y="0"/>
                          </a:cubicBezTo>
                          <a:lnTo>
                            <a:pt x="21600" y="21600"/>
                          </a:lnTo>
                          <a:lnTo>
                            <a:pt x="0" y="21483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45" name="Arc 99"/>
                    <p:cNvSpPr>
                      <a:spLocks/>
                    </p:cNvSpPr>
                    <p:nvPr/>
                  </p:nvSpPr>
                  <p:spPr bwMode="auto">
                    <a:xfrm>
                      <a:off x="3071" y="1578"/>
                      <a:ext cx="56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-1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</a:path>
                        <a:path w="21600" h="21600" stroke="0" extrusionOk="0">
                          <a:moveTo>
                            <a:pt x="-1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  <a:lnTo>
                            <a:pt x="0" y="21600"/>
                          </a:lnTo>
                          <a:lnTo>
                            <a:pt x="-1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sp>
              <p:nvSpPr>
                <p:cNvPr id="38" name="Arc 100"/>
                <p:cNvSpPr>
                  <a:spLocks/>
                </p:cNvSpPr>
                <p:nvPr/>
              </p:nvSpPr>
              <p:spPr bwMode="auto">
                <a:xfrm>
                  <a:off x="3015" y="1522"/>
                  <a:ext cx="56" cy="52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0 h 21600"/>
                    <a:gd name="T4" fmla="*/ 0 w 21600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00" fill="none" extrusionOk="0">
                      <a:moveTo>
                        <a:pt x="0" y="21483"/>
                      </a:moveTo>
                      <a:cubicBezTo>
                        <a:pt x="64" y="9599"/>
                        <a:pt x="9716" y="0"/>
                        <a:pt x="21599" y="0"/>
                      </a:cubicBezTo>
                    </a:path>
                    <a:path w="21600" h="21600" stroke="0" extrusionOk="0">
                      <a:moveTo>
                        <a:pt x="0" y="21483"/>
                      </a:moveTo>
                      <a:cubicBezTo>
                        <a:pt x="64" y="9599"/>
                        <a:pt x="9716" y="0"/>
                        <a:pt x="21599" y="0"/>
                      </a:cubicBezTo>
                      <a:lnTo>
                        <a:pt x="21600" y="21600"/>
                      </a:lnTo>
                      <a:lnTo>
                        <a:pt x="0" y="21483"/>
                      </a:lnTo>
                      <a:close/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39" name="Arc 101"/>
                <p:cNvSpPr>
                  <a:spLocks/>
                </p:cNvSpPr>
                <p:nvPr/>
              </p:nvSpPr>
              <p:spPr bwMode="auto">
                <a:xfrm>
                  <a:off x="3015" y="1910"/>
                  <a:ext cx="56" cy="52"/>
                </a:xfrm>
                <a:custGeom>
                  <a:avLst/>
                  <a:gdLst>
                    <a:gd name="T0" fmla="*/ 0 w 21600"/>
                    <a:gd name="T1" fmla="*/ 0 h 21717"/>
                    <a:gd name="T2" fmla="*/ 0 w 21600"/>
                    <a:gd name="T3" fmla="*/ 0 h 21717"/>
                    <a:gd name="T4" fmla="*/ 0 w 21600"/>
                    <a:gd name="T5" fmla="*/ 0 h 21717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717" fill="none" extrusionOk="0">
                      <a:moveTo>
                        <a:pt x="21600" y="21717"/>
                      </a:moveTo>
                      <a:cubicBezTo>
                        <a:pt x="9670" y="21717"/>
                        <a:pt x="0" y="12046"/>
                        <a:pt x="0" y="117"/>
                      </a:cubicBezTo>
                      <a:cubicBezTo>
                        <a:pt x="-1" y="78"/>
                        <a:pt x="0" y="39"/>
                        <a:pt x="0" y="0"/>
                      </a:cubicBezTo>
                    </a:path>
                    <a:path w="21600" h="21717" stroke="0" extrusionOk="0">
                      <a:moveTo>
                        <a:pt x="21600" y="21717"/>
                      </a:moveTo>
                      <a:cubicBezTo>
                        <a:pt x="9670" y="21717"/>
                        <a:pt x="0" y="12046"/>
                        <a:pt x="0" y="117"/>
                      </a:cubicBezTo>
                      <a:cubicBezTo>
                        <a:pt x="-1" y="78"/>
                        <a:pt x="0" y="39"/>
                        <a:pt x="0" y="0"/>
                      </a:cubicBezTo>
                      <a:lnTo>
                        <a:pt x="21600" y="117"/>
                      </a:lnTo>
                      <a:lnTo>
                        <a:pt x="21600" y="21717"/>
                      </a:lnTo>
                      <a:close/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0" name="Line 102"/>
                <p:cNvSpPr>
                  <a:spLocks noChangeShapeType="1"/>
                </p:cNvSpPr>
                <p:nvPr/>
              </p:nvSpPr>
              <p:spPr bwMode="auto">
                <a:xfrm flipV="1">
                  <a:off x="3071" y="1482"/>
                  <a:ext cx="1" cy="40"/>
                </a:xfrm>
                <a:prstGeom prst="line">
                  <a:avLst/>
                </a:pr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1" name="Line 103"/>
                <p:cNvSpPr>
                  <a:spLocks noChangeShapeType="1"/>
                </p:cNvSpPr>
                <p:nvPr/>
              </p:nvSpPr>
              <p:spPr bwMode="auto">
                <a:xfrm flipV="1">
                  <a:off x="3071" y="1962"/>
                  <a:ext cx="1" cy="48"/>
                </a:xfrm>
                <a:prstGeom prst="line">
                  <a:avLst/>
                </a:pr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sp>
            <p:nvSpPr>
              <p:cNvPr id="27" name="Line 104"/>
              <p:cNvSpPr>
                <a:spLocks noChangeShapeType="1"/>
              </p:cNvSpPr>
              <p:nvPr/>
            </p:nvSpPr>
            <p:spPr bwMode="auto">
              <a:xfrm>
                <a:off x="2935" y="1530"/>
                <a:ext cx="1" cy="464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8" name="Line 105"/>
              <p:cNvSpPr>
                <a:spLocks noChangeShapeType="1"/>
              </p:cNvSpPr>
              <p:nvPr/>
            </p:nvSpPr>
            <p:spPr bwMode="auto">
              <a:xfrm>
                <a:off x="2967" y="1530"/>
                <a:ext cx="1" cy="464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9" name="Line 106"/>
              <p:cNvSpPr>
                <a:spLocks noChangeShapeType="1"/>
              </p:cNvSpPr>
              <p:nvPr/>
            </p:nvSpPr>
            <p:spPr bwMode="auto">
              <a:xfrm flipV="1">
                <a:off x="2823" y="1426"/>
                <a:ext cx="1" cy="72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0" name="Line 107"/>
              <p:cNvSpPr>
                <a:spLocks noChangeShapeType="1"/>
              </p:cNvSpPr>
              <p:nvPr/>
            </p:nvSpPr>
            <p:spPr bwMode="auto">
              <a:xfrm flipV="1">
                <a:off x="3071" y="1994"/>
                <a:ext cx="1" cy="64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1" name="Line 108"/>
              <p:cNvSpPr>
                <a:spLocks noChangeShapeType="1"/>
              </p:cNvSpPr>
              <p:nvPr/>
            </p:nvSpPr>
            <p:spPr bwMode="auto">
              <a:xfrm flipV="1">
                <a:off x="2823" y="1994"/>
                <a:ext cx="1" cy="64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0" name="Line 109"/>
            <p:cNvSpPr>
              <a:spLocks noChangeShapeType="1"/>
            </p:cNvSpPr>
            <p:nvPr/>
          </p:nvSpPr>
          <p:spPr bwMode="auto">
            <a:xfrm flipH="1">
              <a:off x="827" y="1624"/>
              <a:ext cx="476" cy="0"/>
            </a:xfrm>
            <a:prstGeom prst="line">
              <a:avLst/>
            </a:prstGeom>
            <a:noFill/>
            <a:ln w="222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" name="Line 110"/>
            <p:cNvSpPr>
              <a:spLocks noChangeShapeType="1"/>
            </p:cNvSpPr>
            <p:nvPr/>
          </p:nvSpPr>
          <p:spPr bwMode="auto">
            <a:xfrm flipH="1">
              <a:off x="824" y="2246"/>
              <a:ext cx="476" cy="0"/>
            </a:xfrm>
            <a:prstGeom prst="line">
              <a:avLst/>
            </a:prstGeom>
            <a:noFill/>
            <a:ln w="222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" name="Line 111"/>
            <p:cNvSpPr>
              <a:spLocks noChangeShapeType="1"/>
            </p:cNvSpPr>
            <p:nvPr/>
          </p:nvSpPr>
          <p:spPr bwMode="auto">
            <a:xfrm flipH="1">
              <a:off x="1544" y="1624"/>
              <a:ext cx="476" cy="0"/>
            </a:xfrm>
            <a:prstGeom prst="line">
              <a:avLst/>
            </a:prstGeom>
            <a:noFill/>
            <a:ln w="222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Line 112"/>
            <p:cNvSpPr>
              <a:spLocks noChangeShapeType="1"/>
            </p:cNvSpPr>
            <p:nvPr/>
          </p:nvSpPr>
          <p:spPr bwMode="auto">
            <a:xfrm flipH="1">
              <a:off x="1544" y="2246"/>
              <a:ext cx="476" cy="0"/>
            </a:xfrm>
            <a:prstGeom prst="line">
              <a:avLst/>
            </a:prstGeom>
            <a:noFill/>
            <a:ln w="222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Line 113"/>
            <p:cNvSpPr>
              <a:spLocks noChangeShapeType="1"/>
            </p:cNvSpPr>
            <p:nvPr/>
          </p:nvSpPr>
          <p:spPr bwMode="auto">
            <a:xfrm flipV="1">
              <a:off x="830" y="1673"/>
              <a:ext cx="0" cy="49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Line 114"/>
            <p:cNvSpPr>
              <a:spLocks noChangeShapeType="1"/>
            </p:cNvSpPr>
            <p:nvPr/>
          </p:nvSpPr>
          <p:spPr bwMode="auto">
            <a:xfrm flipV="1">
              <a:off x="2009" y="1673"/>
              <a:ext cx="0" cy="49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Line 115"/>
            <p:cNvSpPr>
              <a:spLocks noChangeShapeType="1"/>
            </p:cNvSpPr>
            <p:nvPr/>
          </p:nvSpPr>
          <p:spPr bwMode="auto">
            <a:xfrm>
              <a:off x="966" y="1627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Line 116"/>
            <p:cNvSpPr>
              <a:spLocks noChangeShapeType="1"/>
            </p:cNvSpPr>
            <p:nvPr/>
          </p:nvSpPr>
          <p:spPr bwMode="auto">
            <a:xfrm flipH="1">
              <a:off x="1692" y="1627"/>
              <a:ext cx="13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Oval 117"/>
            <p:cNvSpPr>
              <a:spLocks noChangeArrowheads="1"/>
            </p:cNvSpPr>
            <p:nvPr/>
          </p:nvSpPr>
          <p:spPr bwMode="auto">
            <a:xfrm>
              <a:off x="1148" y="1718"/>
              <a:ext cx="45" cy="45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9" name="Oval 118"/>
            <p:cNvSpPr>
              <a:spLocks noChangeArrowheads="1"/>
            </p:cNvSpPr>
            <p:nvPr/>
          </p:nvSpPr>
          <p:spPr bwMode="auto">
            <a:xfrm>
              <a:off x="1647" y="1718"/>
              <a:ext cx="45" cy="45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0" name="Text Box 119"/>
            <p:cNvSpPr txBox="1">
              <a:spLocks noChangeArrowheads="1"/>
            </p:cNvSpPr>
            <p:nvPr/>
          </p:nvSpPr>
          <p:spPr bwMode="auto">
            <a:xfrm>
              <a:off x="1011" y="1355"/>
              <a:ext cx="204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aseline="-25000">
                  <a:solidFill>
                    <a:schemeClr val="tx1"/>
                  </a:solidFill>
                  <a:latin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21" name="Text Box 120"/>
            <p:cNvSpPr txBox="1">
              <a:spLocks noChangeArrowheads="1"/>
            </p:cNvSpPr>
            <p:nvPr/>
          </p:nvSpPr>
          <p:spPr bwMode="auto">
            <a:xfrm>
              <a:off x="1624" y="1355"/>
              <a:ext cx="204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aseline="-25000">
                  <a:solidFill>
                    <a:schemeClr val="tx1"/>
                  </a:solidFill>
                  <a:latin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22" name="Text Box 121"/>
            <p:cNvSpPr txBox="1">
              <a:spLocks noChangeArrowheads="1"/>
            </p:cNvSpPr>
            <p:nvPr/>
          </p:nvSpPr>
          <p:spPr bwMode="auto">
            <a:xfrm>
              <a:off x="2009" y="1804"/>
              <a:ext cx="23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aseline="-25000">
                  <a:solidFill>
                    <a:schemeClr val="tx1"/>
                  </a:solidFill>
                  <a:latin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23" name="Text Box 122"/>
            <p:cNvSpPr txBox="1">
              <a:spLocks noChangeArrowheads="1"/>
            </p:cNvSpPr>
            <p:nvPr/>
          </p:nvSpPr>
          <p:spPr bwMode="auto">
            <a:xfrm>
              <a:off x="603" y="1809"/>
              <a:ext cx="23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aseline="-25000">
                  <a:solidFill>
                    <a:schemeClr val="tx1"/>
                  </a:solidFill>
                  <a:latin typeface="Times New Roman" panose="02020603050405020304" pitchFamily="18" charset="0"/>
                </a:rPr>
                <a:t>1</a:t>
              </a:r>
            </a:p>
          </p:txBody>
        </p:sp>
      </p:grpSp>
      <p:sp>
        <p:nvSpPr>
          <p:cNvPr id="124" name="Text Box 123"/>
          <p:cNvSpPr txBox="1">
            <a:spLocks noChangeArrowheads="1"/>
          </p:cNvSpPr>
          <p:nvPr/>
        </p:nvSpPr>
        <p:spPr bwMode="auto">
          <a:xfrm>
            <a:off x="7675418" y="1784320"/>
            <a:ext cx="2930610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dirty="0">
                <a:solidFill>
                  <a:schemeClr val="tx1"/>
                </a:solidFill>
                <a:latin typeface="Times New Roman" panose="02020603050405020304" pitchFamily="18" charset="0"/>
              </a:rPr>
              <a:t>Primary : N</a:t>
            </a:r>
            <a:r>
              <a:rPr lang="en-CA" altLang="fr-FR" sz="2400" b="1" baseline="-25000" dirty="0">
                <a:solidFill>
                  <a:schemeClr val="tx1"/>
                </a:solidFill>
                <a:latin typeface="Times New Roman" panose="02020603050405020304" pitchFamily="18" charset="0"/>
              </a:rPr>
              <a:t>1</a:t>
            </a:r>
            <a:r>
              <a:rPr lang="en-CA" altLang="fr-FR" sz="2400" b="1" dirty="0">
                <a:solidFill>
                  <a:schemeClr val="tx1"/>
                </a:solidFill>
                <a:latin typeface="Times New Roman" panose="02020603050405020304" pitchFamily="18" charset="0"/>
              </a:rPr>
              <a:t> turns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dirty="0">
                <a:solidFill>
                  <a:schemeClr val="tx1"/>
                </a:solidFill>
                <a:latin typeface="Times New Roman" panose="02020603050405020304" pitchFamily="18" charset="0"/>
              </a:rPr>
              <a:t>Secondary : N</a:t>
            </a:r>
            <a:r>
              <a:rPr lang="en-CA" altLang="fr-FR" sz="2400" b="1" baseline="-25000" dirty="0">
                <a:solidFill>
                  <a:schemeClr val="tx1"/>
                </a:solidFill>
                <a:latin typeface="Times New Roman" panose="02020603050405020304" pitchFamily="18" charset="0"/>
              </a:rPr>
              <a:t>2</a:t>
            </a:r>
            <a:r>
              <a:rPr lang="en-CA" altLang="fr-FR" sz="2400" b="1" dirty="0">
                <a:solidFill>
                  <a:schemeClr val="tx1"/>
                </a:solidFill>
                <a:latin typeface="Times New Roman" panose="02020603050405020304" pitchFamily="18" charset="0"/>
              </a:rPr>
              <a:t> turns</a:t>
            </a:r>
          </a:p>
        </p:txBody>
      </p:sp>
      <p:sp>
        <p:nvSpPr>
          <p:cNvPr id="125" name="Text Box 125"/>
          <p:cNvSpPr txBox="1">
            <a:spLocks noChangeArrowheads="1"/>
          </p:cNvSpPr>
          <p:nvPr/>
        </p:nvSpPr>
        <p:spPr bwMode="auto">
          <a:xfrm>
            <a:off x="2935650" y="3813385"/>
            <a:ext cx="2471959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i="1" dirty="0">
                <a:solidFill>
                  <a:srgbClr val="0033CC"/>
                </a:solidFill>
                <a:latin typeface="Times New Roman" panose="02020603050405020304" pitchFamily="18" charset="0"/>
              </a:rPr>
              <a:t>Winding direction</a:t>
            </a:r>
          </a:p>
        </p:txBody>
      </p:sp>
      <p:graphicFrame>
        <p:nvGraphicFramePr>
          <p:cNvPr id="126" name="Object 12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42622365"/>
              </p:ext>
            </p:extLst>
          </p:nvPr>
        </p:nvGraphicFramePr>
        <p:xfrm>
          <a:off x="6489379" y="4176625"/>
          <a:ext cx="3097213" cy="5699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447172" imgH="266584" progId="Equation.3">
                  <p:embed/>
                </p:oleObj>
              </mc:Choice>
              <mc:Fallback>
                <p:oleObj name="Equation" r:id="rId2" imgW="1447172" imgH="266584" progId="Equation.3">
                  <p:embed/>
                  <p:pic>
                    <p:nvPicPr>
                      <p:cNvPr id="126" name="Object 1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89379" y="4176625"/>
                        <a:ext cx="3097213" cy="5699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8" name="Object 13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28683054"/>
              </p:ext>
            </p:extLst>
          </p:nvPr>
        </p:nvGraphicFramePr>
        <p:xfrm>
          <a:off x="6323013" y="3262313"/>
          <a:ext cx="1198562" cy="7096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4" imgW="660240" imgH="393480" progId="Equation.3">
                  <p:embed/>
                </p:oleObj>
              </mc:Choice>
              <mc:Fallback>
                <p:oleObj name="Équation" r:id="rId4" imgW="660240" imgH="393480" progId="Equation.3">
                  <p:embed/>
                  <p:pic>
                    <p:nvPicPr>
                      <p:cNvPr id="128" name="Object 13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23013" y="3262313"/>
                        <a:ext cx="1198562" cy="7096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9" name="AutoShape 133"/>
          <p:cNvSpPr>
            <a:spLocks noChangeArrowheads="1"/>
          </p:cNvSpPr>
          <p:nvPr/>
        </p:nvSpPr>
        <p:spPr bwMode="auto">
          <a:xfrm rot="20505169">
            <a:off x="5379613" y="3580650"/>
            <a:ext cx="935037" cy="360362"/>
          </a:xfrm>
          <a:prstGeom prst="rightArrow">
            <a:avLst>
              <a:gd name="adj1" fmla="val 50000"/>
              <a:gd name="adj2" fmla="val 64868"/>
            </a:avLst>
          </a:prstGeom>
          <a:solidFill>
            <a:srgbClr val="0000FF"/>
          </a:solidFill>
          <a:ln w="9525">
            <a:solidFill>
              <a:srgbClr val="0000FF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130" name="AutoShape 134"/>
          <p:cNvSpPr>
            <a:spLocks noChangeArrowheads="1"/>
          </p:cNvSpPr>
          <p:nvPr/>
        </p:nvSpPr>
        <p:spPr bwMode="auto">
          <a:xfrm rot="906668">
            <a:off x="5379612" y="4140909"/>
            <a:ext cx="935037" cy="360362"/>
          </a:xfrm>
          <a:prstGeom prst="rightArrow">
            <a:avLst>
              <a:gd name="adj1" fmla="val 50000"/>
              <a:gd name="adj2" fmla="val 64868"/>
            </a:avLst>
          </a:prstGeom>
          <a:solidFill>
            <a:srgbClr val="FF3300"/>
          </a:solidFill>
          <a:ln w="9525">
            <a:solidFill>
              <a:srgbClr val="FF33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grpSp>
        <p:nvGrpSpPr>
          <p:cNvPr id="131" name="Group 136"/>
          <p:cNvGrpSpPr>
            <a:grpSpLocks/>
          </p:cNvGrpSpPr>
          <p:nvPr/>
        </p:nvGrpSpPr>
        <p:grpSpPr bwMode="auto">
          <a:xfrm>
            <a:off x="3157217" y="4891000"/>
            <a:ext cx="6356350" cy="433387"/>
            <a:chOff x="509" y="3067"/>
            <a:chExt cx="4004" cy="273"/>
          </a:xfrm>
        </p:grpSpPr>
        <p:graphicFrame>
          <p:nvGraphicFramePr>
            <p:cNvPr id="132" name="Object 137"/>
            <p:cNvGraphicFramePr>
              <a:graphicFrameLocks noChangeAspect="1"/>
            </p:cNvGraphicFramePr>
            <p:nvPr/>
          </p:nvGraphicFramePr>
          <p:xfrm>
            <a:off x="3515" y="3067"/>
            <a:ext cx="998" cy="27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698500" imgH="190500" progId="Equation.3">
                    <p:embed/>
                  </p:oleObj>
                </mc:Choice>
                <mc:Fallback>
                  <p:oleObj name="Equation" r:id="rId6" imgW="698500" imgH="190500" progId="Equation.3">
                    <p:embed/>
                    <p:pic>
                      <p:nvPicPr>
                        <p:cNvPr id="132" name="Object 13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515" y="3067"/>
                          <a:ext cx="998" cy="27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33" name="Text Box 138"/>
            <p:cNvSpPr txBox="1">
              <a:spLocks noChangeArrowheads="1"/>
            </p:cNvSpPr>
            <p:nvPr/>
          </p:nvSpPr>
          <p:spPr bwMode="auto">
            <a:xfrm>
              <a:off x="509" y="3080"/>
              <a:ext cx="2835" cy="25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CA" altLang="fr-FR" sz="2000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Magnetizing current i</a:t>
              </a:r>
              <a:r>
                <a:rPr lang="en-CA" altLang="fr-FR" sz="2000" baseline="-25000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10</a:t>
              </a:r>
              <a:r>
                <a:rPr lang="en-CA" altLang="fr-FR" sz="2000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 : Hopkinson’s law</a:t>
              </a:r>
            </a:p>
          </p:txBody>
        </p:sp>
      </p:grpSp>
      <p:graphicFrame>
        <p:nvGraphicFramePr>
          <p:cNvPr id="134" name="Object 14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97277065"/>
              </p:ext>
            </p:extLst>
          </p:nvPr>
        </p:nvGraphicFramePr>
        <p:xfrm>
          <a:off x="3249292" y="5395825"/>
          <a:ext cx="2305050" cy="774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104900" imgH="368300" progId="Equation.3">
                  <p:embed/>
                </p:oleObj>
              </mc:Choice>
              <mc:Fallback>
                <p:oleObj name="Equation" r:id="rId8" imgW="1104900" imgH="368300" progId="Equation.3">
                  <p:embed/>
                  <p:pic>
                    <p:nvPicPr>
                      <p:cNvPr id="134" name="Object 14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49292" y="5395825"/>
                        <a:ext cx="2305050" cy="774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5" name="Object 14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3073618"/>
              </p:ext>
            </p:extLst>
          </p:nvPr>
        </p:nvGraphicFramePr>
        <p:xfrm>
          <a:off x="6302054" y="5611725"/>
          <a:ext cx="1527175" cy="433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672808" imgH="190417" progId="Equation.3">
                  <p:embed/>
                </p:oleObj>
              </mc:Choice>
              <mc:Fallback>
                <p:oleObj name="Equation" r:id="rId10" imgW="672808" imgH="190417" progId="Equation.3">
                  <p:embed/>
                  <p:pic>
                    <p:nvPicPr>
                      <p:cNvPr id="135" name="Object 1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02054" y="5611725"/>
                        <a:ext cx="1527175" cy="4333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36" name="Group 144"/>
          <p:cNvGrpSpPr>
            <a:grpSpLocks/>
          </p:cNvGrpSpPr>
          <p:nvPr/>
        </p:nvGrpSpPr>
        <p:grpSpPr bwMode="auto">
          <a:xfrm>
            <a:off x="6396870" y="2848782"/>
            <a:ext cx="4208463" cy="3581399"/>
            <a:chOff x="2608" y="1764"/>
            <a:chExt cx="2651" cy="2256"/>
          </a:xfrm>
        </p:grpSpPr>
        <p:sp>
          <p:nvSpPr>
            <p:cNvPr id="137" name="AutoShape 145"/>
            <p:cNvSpPr>
              <a:spLocks noChangeArrowheads="1"/>
            </p:cNvSpPr>
            <p:nvPr/>
          </p:nvSpPr>
          <p:spPr bwMode="auto">
            <a:xfrm>
              <a:off x="2608" y="1764"/>
              <a:ext cx="2651" cy="1803"/>
            </a:xfrm>
            <a:custGeom>
              <a:avLst/>
              <a:gdLst>
                <a:gd name="T0" fmla="*/ 1 w 21600"/>
                <a:gd name="T1" fmla="*/ 0 h 21600"/>
                <a:gd name="T2" fmla="*/ 0 w 21600"/>
                <a:gd name="T3" fmla="*/ 0 h 21600"/>
                <a:gd name="T4" fmla="*/ 1 w 21600"/>
                <a:gd name="T5" fmla="*/ 0 h 21600"/>
                <a:gd name="T6" fmla="*/ 1 w 21600"/>
                <a:gd name="T7" fmla="*/ 0 h 21600"/>
                <a:gd name="T8" fmla="*/ 1 w 21600"/>
                <a:gd name="T9" fmla="*/ 0 h 21600"/>
                <a:gd name="T10" fmla="*/ 1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3160 w 21600"/>
                <a:gd name="T19" fmla="*/ 3169 h 21600"/>
                <a:gd name="T20" fmla="*/ 18440 w 21600"/>
                <a:gd name="T21" fmla="*/ 18431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>
                  <a:moveTo>
                    <a:pt x="17924" y="16661"/>
                  </a:moveTo>
                  <a:cubicBezTo>
                    <a:pt x="19283" y="15010"/>
                    <a:pt x="20026" y="12938"/>
                    <a:pt x="20026" y="10800"/>
                  </a:cubicBezTo>
                  <a:cubicBezTo>
                    <a:pt x="20026" y="5704"/>
                    <a:pt x="15895" y="1574"/>
                    <a:pt x="10800" y="1574"/>
                  </a:cubicBezTo>
                  <a:cubicBezTo>
                    <a:pt x="9256" y="1573"/>
                    <a:pt x="7737" y="1961"/>
                    <a:pt x="6382" y="2700"/>
                  </a:cubicBezTo>
                  <a:lnTo>
                    <a:pt x="5628" y="1318"/>
                  </a:lnTo>
                  <a:cubicBezTo>
                    <a:pt x="7215" y="453"/>
                    <a:pt x="8993" y="-1"/>
                    <a:pt x="10800" y="0"/>
                  </a:cubicBezTo>
                  <a:cubicBezTo>
                    <a:pt x="16764" y="0"/>
                    <a:pt x="21600" y="4835"/>
                    <a:pt x="21600" y="10800"/>
                  </a:cubicBezTo>
                  <a:cubicBezTo>
                    <a:pt x="21600" y="13303"/>
                    <a:pt x="20730" y="15728"/>
                    <a:pt x="19140" y="17661"/>
                  </a:cubicBezTo>
                  <a:lnTo>
                    <a:pt x="21225" y="19377"/>
                  </a:lnTo>
                  <a:lnTo>
                    <a:pt x="16317" y="19854"/>
                  </a:lnTo>
                  <a:lnTo>
                    <a:pt x="15839" y="14946"/>
                  </a:lnTo>
                  <a:lnTo>
                    <a:pt x="17924" y="16661"/>
                  </a:lnTo>
                  <a:close/>
                </a:path>
              </a:pathLst>
            </a:custGeom>
            <a:solidFill>
              <a:srgbClr val="FF0000"/>
            </a:solidFill>
            <a:ln w="9525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38" name="AutoShape 146"/>
            <p:cNvSpPr>
              <a:spLocks noChangeArrowheads="1"/>
            </p:cNvSpPr>
            <p:nvPr/>
          </p:nvSpPr>
          <p:spPr bwMode="auto">
            <a:xfrm rot="5572555" flipV="1">
              <a:off x="3603" y="3247"/>
              <a:ext cx="544" cy="363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3176 w 21600"/>
                <a:gd name="T19" fmla="*/ 3154 h 21600"/>
                <a:gd name="T20" fmla="*/ 18424 w 21600"/>
                <a:gd name="T21" fmla="*/ 18446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>
                  <a:moveTo>
                    <a:pt x="16200" y="10800"/>
                  </a:moveTo>
                  <a:cubicBezTo>
                    <a:pt x="16200" y="7817"/>
                    <a:pt x="13782" y="5400"/>
                    <a:pt x="10800" y="5400"/>
                  </a:cubicBezTo>
                  <a:cubicBezTo>
                    <a:pt x="10716" y="5399"/>
                    <a:pt x="10633" y="5401"/>
                    <a:pt x="10550" y="5405"/>
                  </a:cubicBezTo>
                  <a:lnTo>
                    <a:pt x="10300" y="11"/>
                  </a:lnTo>
                  <a:cubicBezTo>
                    <a:pt x="10466" y="3"/>
                    <a:pt x="10633" y="-1"/>
                    <a:pt x="10800" y="0"/>
                  </a:cubicBezTo>
                  <a:cubicBezTo>
                    <a:pt x="16764" y="0"/>
                    <a:pt x="21599" y="4835"/>
                    <a:pt x="21600" y="10799"/>
                  </a:cubicBezTo>
                  <a:lnTo>
                    <a:pt x="21600" y="10800"/>
                  </a:lnTo>
                  <a:lnTo>
                    <a:pt x="24300" y="10800"/>
                  </a:lnTo>
                  <a:lnTo>
                    <a:pt x="18900" y="16200"/>
                  </a:lnTo>
                  <a:lnTo>
                    <a:pt x="13500" y="10800"/>
                  </a:lnTo>
                  <a:lnTo>
                    <a:pt x="16200" y="10800"/>
                  </a:lnTo>
                  <a:close/>
                </a:path>
              </a:pathLst>
            </a:custGeom>
            <a:solidFill>
              <a:srgbClr val="FF0000"/>
            </a:solidFill>
            <a:ln w="9525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eaVert" wrap="none" anchor="ctr"/>
            <a:lstStyle/>
            <a:p>
              <a:endParaRPr lang="fr-FR"/>
            </a:p>
          </p:txBody>
        </p:sp>
        <p:graphicFrame>
          <p:nvGraphicFramePr>
            <p:cNvPr id="139" name="Object 147"/>
            <p:cNvGraphicFramePr>
              <a:graphicFrameLocks noChangeAspect="1"/>
            </p:cNvGraphicFramePr>
            <p:nvPr/>
          </p:nvGraphicFramePr>
          <p:xfrm>
            <a:off x="4105" y="3475"/>
            <a:ext cx="952" cy="50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647419" imgH="342751" progId="Equation.3">
                    <p:embed/>
                  </p:oleObj>
                </mc:Choice>
                <mc:Fallback>
                  <p:oleObj name="Equation" r:id="rId12" imgW="647419" imgH="342751" progId="Equation.3">
                    <p:embed/>
                    <p:pic>
                      <p:nvPicPr>
                        <p:cNvPr id="139" name="Object 14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105" y="3475"/>
                          <a:ext cx="952" cy="50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40" name="Rectangle 148"/>
            <p:cNvSpPr>
              <a:spLocks noChangeArrowheads="1"/>
            </p:cNvSpPr>
            <p:nvPr/>
          </p:nvSpPr>
          <p:spPr bwMode="auto">
            <a:xfrm>
              <a:off x="4059" y="3475"/>
              <a:ext cx="998" cy="545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</p:grpSp>
      <p:graphicFrame>
        <p:nvGraphicFramePr>
          <p:cNvPr id="141" name="Object 14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59505513"/>
              </p:ext>
            </p:extLst>
          </p:nvPr>
        </p:nvGraphicFramePr>
        <p:xfrm>
          <a:off x="10525196" y="3252912"/>
          <a:ext cx="1446213" cy="874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14" imgW="711000" imgH="431640" progId="Equation.3">
                  <p:embed/>
                </p:oleObj>
              </mc:Choice>
              <mc:Fallback>
                <p:oleObj name="Équation" r:id="rId14" imgW="711000" imgH="431640" progId="Equation.3">
                  <p:embed/>
                  <p:pic>
                    <p:nvPicPr>
                      <p:cNvPr id="141" name="Object 14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525196" y="3252912"/>
                        <a:ext cx="1446213" cy="8747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7" name="Object 13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09486532"/>
              </p:ext>
            </p:extLst>
          </p:nvPr>
        </p:nvGraphicFramePr>
        <p:xfrm>
          <a:off x="8026873" y="3228975"/>
          <a:ext cx="1319212" cy="742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16" imgW="698400" imgH="393480" progId="Equation.3">
                  <p:embed/>
                </p:oleObj>
              </mc:Choice>
              <mc:Fallback>
                <p:oleObj name="Équation" r:id="rId16" imgW="698400" imgH="393480" progId="Equation.3">
                  <p:embed/>
                  <p:pic>
                    <p:nvPicPr>
                      <p:cNvPr id="127" name="Object 1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026873" y="3228975"/>
                        <a:ext cx="1319212" cy="742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2" name="ZoneTexte 141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Coil</a:t>
            </a: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0369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Transformer : equivalent scheme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7"/>
          <p:cNvSpPr>
            <a:spLocks noChangeArrowheads="1"/>
          </p:cNvSpPr>
          <p:nvPr/>
        </p:nvSpPr>
        <p:spPr bwMode="auto">
          <a:xfrm>
            <a:off x="6413857" y="2532063"/>
            <a:ext cx="1228725" cy="1228725"/>
          </a:xfrm>
          <a:prstGeom prst="ellips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7" name="Oval 8"/>
          <p:cNvSpPr>
            <a:spLocks noChangeArrowheads="1"/>
          </p:cNvSpPr>
          <p:nvPr/>
        </p:nvSpPr>
        <p:spPr bwMode="auto">
          <a:xfrm>
            <a:off x="7017107" y="2532063"/>
            <a:ext cx="1228725" cy="1228725"/>
          </a:xfrm>
          <a:prstGeom prst="ellips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10" name="Line 9"/>
          <p:cNvSpPr>
            <a:spLocks noChangeShapeType="1"/>
          </p:cNvSpPr>
          <p:nvPr/>
        </p:nvSpPr>
        <p:spPr bwMode="auto">
          <a:xfrm flipH="1">
            <a:off x="8104545" y="2284413"/>
            <a:ext cx="258762" cy="4953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" name="Line 10"/>
          <p:cNvSpPr>
            <a:spLocks noChangeShapeType="1"/>
          </p:cNvSpPr>
          <p:nvPr/>
        </p:nvSpPr>
        <p:spPr bwMode="auto">
          <a:xfrm flipH="1" flipV="1">
            <a:off x="8104545" y="3513138"/>
            <a:ext cx="258762" cy="473075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Line 11"/>
          <p:cNvSpPr>
            <a:spLocks noChangeShapeType="1"/>
          </p:cNvSpPr>
          <p:nvPr/>
        </p:nvSpPr>
        <p:spPr bwMode="auto">
          <a:xfrm flipH="1">
            <a:off x="4939070" y="2284413"/>
            <a:ext cx="1335087" cy="3175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Line 12"/>
          <p:cNvSpPr>
            <a:spLocks noChangeShapeType="1"/>
          </p:cNvSpPr>
          <p:nvPr/>
        </p:nvSpPr>
        <p:spPr bwMode="auto">
          <a:xfrm flipH="1">
            <a:off x="4146907" y="3986213"/>
            <a:ext cx="2127250" cy="4762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Line 13"/>
          <p:cNvSpPr>
            <a:spLocks noChangeShapeType="1"/>
          </p:cNvSpPr>
          <p:nvPr/>
        </p:nvSpPr>
        <p:spPr bwMode="auto">
          <a:xfrm flipH="1">
            <a:off x="8363307" y="2284413"/>
            <a:ext cx="1111250" cy="3175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" name="Line 14"/>
          <p:cNvSpPr>
            <a:spLocks noChangeShapeType="1"/>
          </p:cNvSpPr>
          <p:nvPr/>
        </p:nvSpPr>
        <p:spPr bwMode="auto">
          <a:xfrm flipH="1">
            <a:off x="8363307" y="3986213"/>
            <a:ext cx="895350" cy="3175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Arc 15"/>
          <p:cNvSpPr>
            <a:spLocks/>
          </p:cNvSpPr>
          <p:nvPr/>
        </p:nvSpPr>
        <p:spPr bwMode="auto">
          <a:xfrm>
            <a:off x="4802545" y="3533775"/>
            <a:ext cx="139700" cy="119063"/>
          </a:xfrm>
          <a:custGeom>
            <a:avLst/>
            <a:gdLst>
              <a:gd name="T0" fmla="*/ 244437145 w 21600"/>
              <a:gd name="T1" fmla="*/ 109918036 h 21600"/>
              <a:gd name="T2" fmla="*/ 0 w 21600"/>
              <a:gd name="T3" fmla="*/ 0 h 21600"/>
              <a:gd name="T4" fmla="*/ 244437145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</a:path>
              <a:path w="21600" h="21600" stroke="0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  <a:lnTo>
                  <a:pt x="21600" y="0"/>
                </a:lnTo>
                <a:lnTo>
                  <a:pt x="2160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Arc 16"/>
          <p:cNvSpPr>
            <a:spLocks/>
          </p:cNvSpPr>
          <p:nvPr/>
        </p:nvSpPr>
        <p:spPr bwMode="auto">
          <a:xfrm>
            <a:off x="4942245" y="3598863"/>
            <a:ext cx="141287" cy="53975"/>
          </a:xfrm>
          <a:custGeom>
            <a:avLst/>
            <a:gdLst>
              <a:gd name="T0" fmla="*/ 258640061 w 21600"/>
              <a:gd name="T1" fmla="*/ 0 h 21600"/>
              <a:gd name="T2" fmla="*/ 0 w 21600"/>
              <a:gd name="T3" fmla="*/ 2104493 h 21600"/>
              <a:gd name="T4" fmla="*/ 0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0"/>
                </a:moveTo>
                <a:cubicBezTo>
                  <a:pt x="21600" y="11929"/>
                  <a:pt x="11929" y="21599"/>
                  <a:pt x="0" y="21600"/>
                </a:cubicBezTo>
              </a:path>
              <a:path w="21600" h="21600" stroke="0" extrusionOk="0">
                <a:moveTo>
                  <a:pt x="21600" y="0"/>
                </a:moveTo>
                <a:cubicBezTo>
                  <a:pt x="21600" y="11929"/>
                  <a:pt x="11929" y="21599"/>
                  <a:pt x="0" y="21600"/>
                </a:cubicBezTo>
                <a:lnTo>
                  <a:pt x="0" y="0"/>
                </a:lnTo>
                <a:lnTo>
                  <a:pt x="21600" y="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Arc 17"/>
          <p:cNvSpPr>
            <a:spLocks/>
          </p:cNvSpPr>
          <p:nvPr/>
        </p:nvSpPr>
        <p:spPr bwMode="auto">
          <a:xfrm>
            <a:off x="4802545" y="3544888"/>
            <a:ext cx="139700" cy="119062"/>
          </a:xfrm>
          <a:custGeom>
            <a:avLst/>
            <a:gdLst>
              <a:gd name="T0" fmla="*/ 0 w 21600"/>
              <a:gd name="T1" fmla="*/ 109913425 h 21600"/>
              <a:gd name="T2" fmla="*/ 244437145 w 21600"/>
              <a:gd name="T3" fmla="*/ 0 h 21600"/>
              <a:gd name="T4" fmla="*/ 244437145 w 21600"/>
              <a:gd name="T5" fmla="*/ 109913425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</a:path>
              <a:path w="21600" h="21600" stroke="0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Arc 18"/>
          <p:cNvSpPr>
            <a:spLocks/>
          </p:cNvSpPr>
          <p:nvPr/>
        </p:nvSpPr>
        <p:spPr bwMode="auto">
          <a:xfrm>
            <a:off x="4942245" y="3544888"/>
            <a:ext cx="141287" cy="53975"/>
          </a:xfrm>
          <a:custGeom>
            <a:avLst/>
            <a:gdLst>
              <a:gd name="T0" fmla="*/ 0 w 21600"/>
              <a:gd name="T1" fmla="*/ 0 h 21600"/>
              <a:gd name="T2" fmla="*/ 258640061 w 21600"/>
              <a:gd name="T3" fmla="*/ 2104493 h 21600"/>
              <a:gd name="T4" fmla="*/ 0 w 21600"/>
              <a:gd name="T5" fmla="*/ 2104493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" name="Arc 19"/>
          <p:cNvSpPr>
            <a:spLocks/>
          </p:cNvSpPr>
          <p:nvPr/>
        </p:nvSpPr>
        <p:spPr bwMode="auto">
          <a:xfrm>
            <a:off x="4802545" y="3405188"/>
            <a:ext cx="139700" cy="117475"/>
          </a:xfrm>
          <a:custGeom>
            <a:avLst/>
            <a:gdLst>
              <a:gd name="T0" fmla="*/ 244437145 w 21600"/>
              <a:gd name="T1" fmla="*/ 102780825 h 21600"/>
              <a:gd name="T2" fmla="*/ 0 w 21600"/>
              <a:gd name="T3" fmla="*/ 0 h 21600"/>
              <a:gd name="T4" fmla="*/ 244437145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</a:path>
              <a:path w="21600" h="21600" stroke="0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  <a:lnTo>
                  <a:pt x="21600" y="0"/>
                </a:lnTo>
                <a:lnTo>
                  <a:pt x="2160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" name="Arc 20"/>
          <p:cNvSpPr>
            <a:spLocks/>
          </p:cNvSpPr>
          <p:nvPr/>
        </p:nvSpPr>
        <p:spPr bwMode="auto">
          <a:xfrm>
            <a:off x="4942245" y="3470275"/>
            <a:ext cx="141287" cy="52388"/>
          </a:xfrm>
          <a:custGeom>
            <a:avLst/>
            <a:gdLst>
              <a:gd name="T0" fmla="*/ 258640061 w 21600"/>
              <a:gd name="T1" fmla="*/ 0 h 21600"/>
              <a:gd name="T2" fmla="*/ 0 w 21600"/>
              <a:gd name="T3" fmla="*/ 1812775 h 21600"/>
              <a:gd name="T4" fmla="*/ 0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0"/>
                </a:moveTo>
                <a:cubicBezTo>
                  <a:pt x="21600" y="11929"/>
                  <a:pt x="11929" y="21599"/>
                  <a:pt x="0" y="21600"/>
                </a:cubicBezTo>
              </a:path>
              <a:path w="21600" h="21600" stroke="0" extrusionOk="0">
                <a:moveTo>
                  <a:pt x="21600" y="0"/>
                </a:moveTo>
                <a:cubicBezTo>
                  <a:pt x="21600" y="11929"/>
                  <a:pt x="11929" y="21599"/>
                  <a:pt x="0" y="21600"/>
                </a:cubicBezTo>
                <a:lnTo>
                  <a:pt x="0" y="0"/>
                </a:lnTo>
                <a:lnTo>
                  <a:pt x="21600" y="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" name="Arc 21"/>
          <p:cNvSpPr>
            <a:spLocks/>
          </p:cNvSpPr>
          <p:nvPr/>
        </p:nvSpPr>
        <p:spPr bwMode="auto">
          <a:xfrm>
            <a:off x="4802545" y="3416300"/>
            <a:ext cx="139700" cy="117475"/>
          </a:xfrm>
          <a:custGeom>
            <a:avLst/>
            <a:gdLst>
              <a:gd name="T0" fmla="*/ 0 w 21600"/>
              <a:gd name="T1" fmla="*/ 102780825 h 21600"/>
              <a:gd name="T2" fmla="*/ 244437145 w 21600"/>
              <a:gd name="T3" fmla="*/ 0 h 21600"/>
              <a:gd name="T4" fmla="*/ 244437145 w 21600"/>
              <a:gd name="T5" fmla="*/ 102780825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</a:path>
              <a:path w="21600" h="21600" stroke="0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" name="Arc 22"/>
          <p:cNvSpPr>
            <a:spLocks/>
          </p:cNvSpPr>
          <p:nvPr/>
        </p:nvSpPr>
        <p:spPr bwMode="auto">
          <a:xfrm>
            <a:off x="4942245" y="3416300"/>
            <a:ext cx="141287" cy="53975"/>
          </a:xfrm>
          <a:custGeom>
            <a:avLst/>
            <a:gdLst>
              <a:gd name="T0" fmla="*/ 0 w 21600"/>
              <a:gd name="T1" fmla="*/ 0 h 21600"/>
              <a:gd name="T2" fmla="*/ 258640061 w 21600"/>
              <a:gd name="T3" fmla="*/ 2104493 h 21600"/>
              <a:gd name="T4" fmla="*/ 0 w 21600"/>
              <a:gd name="T5" fmla="*/ 2104493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Arc 23"/>
          <p:cNvSpPr>
            <a:spLocks/>
          </p:cNvSpPr>
          <p:nvPr/>
        </p:nvSpPr>
        <p:spPr bwMode="auto">
          <a:xfrm>
            <a:off x="4802545" y="3265488"/>
            <a:ext cx="139700" cy="128587"/>
          </a:xfrm>
          <a:custGeom>
            <a:avLst/>
            <a:gdLst>
              <a:gd name="T0" fmla="*/ 244437145 w 21600"/>
              <a:gd name="T1" fmla="*/ 158017727 h 21718"/>
              <a:gd name="T2" fmla="*/ 0 w 21600"/>
              <a:gd name="T3" fmla="*/ 0 h 21718"/>
              <a:gd name="T4" fmla="*/ 244437145 w 21600"/>
              <a:gd name="T5" fmla="*/ 859066 h 21718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718" fill="none" extrusionOk="0">
                <a:moveTo>
                  <a:pt x="21600" y="21718"/>
                </a:moveTo>
                <a:cubicBezTo>
                  <a:pt x="9670" y="21718"/>
                  <a:pt x="0" y="12047"/>
                  <a:pt x="0" y="118"/>
                </a:cubicBezTo>
                <a:cubicBezTo>
                  <a:pt x="-1" y="78"/>
                  <a:pt x="0" y="39"/>
                  <a:pt x="0" y="0"/>
                </a:cubicBezTo>
              </a:path>
              <a:path w="21600" h="21718" stroke="0" extrusionOk="0">
                <a:moveTo>
                  <a:pt x="21600" y="21718"/>
                </a:moveTo>
                <a:cubicBezTo>
                  <a:pt x="9670" y="21718"/>
                  <a:pt x="0" y="12047"/>
                  <a:pt x="0" y="118"/>
                </a:cubicBezTo>
                <a:cubicBezTo>
                  <a:pt x="-1" y="78"/>
                  <a:pt x="0" y="39"/>
                  <a:pt x="0" y="0"/>
                </a:cubicBezTo>
                <a:lnTo>
                  <a:pt x="21600" y="118"/>
                </a:lnTo>
                <a:lnTo>
                  <a:pt x="21600" y="21718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5" name="Arc 24"/>
          <p:cNvSpPr>
            <a:spLocks/>
          </p:cNvSpPr>
          <p:nvPr/>
        </p:nvSpPr>
        <p:spPr bwMode="auto">
          <a:xfrm>
            <a:off x="4942245" y="3340100"/>
            <a:ext cx="141287" cy="53975"/>
          </a:xfrm>
          <a:custGeom>
            <a:avLst/>
            <a:gdLst>
              <a:gd name="T0" fmla="*/ 258640061 w 21600"/>
              <a:gd name="T1" fmla="*/ 0 h 21600"/>
              <a:gd name="T2" fmla="*/ 0 w 21600"/>
              <a:gd name="T3" fmla="*/ 2104493 h 21600"/>
              <a:gd name="T4" fmla="*/ 0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0"/>
                </a:moveTo>
                <a:cubicBezTo>
                  <a:pt x="21600" y="11929"/>
                  <a:pt x="11929" y="21599"/>
                  <a:pt x="0" y="21600"/>
                </a:cubicBezTo>
              </a:path>
              <a:path w="21600" h="21600" stroke="0" extrusionOk="0">
                <a:moveTo>
                  <a:pt x="21600" y="0"/>
                </a:moveTo>
                <a:cubicBezTo>
                  <a:pt x="21600" y="11929"/>
                  <a:pt x="11929" y="21599"/>
                  <a:pt x="0" y="21600"/>
                </a:cubicBezTo>
                <a:lnTo>
                  <a:pt x="0" y="0"/>
                </a:lnTo>
                <a:lnTo>
                  <a:pt x="21600" y="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" name="Arc 25"/>
          <p:cNvSpPr>
            <a:spLocks/>
          </p:cNvSpPr>
          <p:nvPr/>
        </p:nvSpPr>
        <p:spPr bwMode="auto">
          <a:xfrm>
            <a:off x="4802545" y="3286125"/>
            <a:ext cx="139700" cy="119063"/>
          </a:xfrm>
          <a:custGeom>
            <a:avLst/>
            <a:gdLst>
              <a:gd name="T0" fmla="*/ 0 w 21600"/>
              <a:gd name="T1" fmla="*/ 109918036 h 21600"/>
              <a:gd name="T2" fmla="*/ 244437145 w 21600"/>
              <a:gd name="T3" fmla="*/ 0 h 21600"/>
              <a:gd name="T4" fmla="*/ 244437145 w 21600"/>
              <a:gd name="T5" fmla="*/ 109918036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</a:path>
              <a:path w="21600" h="21600" stroke="0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7" name="Arc 26"/>
          <p:cNvSpPr>
            <a:spLocks/>
          </p:cNvSpPr>
          <p:nvPr/>
        </p:nvSpPr>
        <p:spPr bwMode="auto">
          <a:xfrm>
            <a:off x="4942245" y="3286125"/>
            <a:ext cx="141287" cy="53975"/>
          </a:xfrm>
          <a:custGeom>
            <a:avLst/>
            <a:gdLst>
              <a:gd name="T0" fmla="*/ 0 w 21600"/>
              <a:gd name="T1" fmla="*/ 0 h 21600"/>
              <a:gd name="T2" fmla="*/ 258640061 w 21600"/>
              <a:gd name="T3" fmla="*/ 2104493 h 21600"/>
              <a:gd name="T4" fmla="*/ 0 w 21600"/>
              <a:gd name="T5" fmla="*/ 2104493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8" name="Arc 27"/>
          <p:cNvSpPr>
            <a:spLocks/>
          </p:cNvSpPr>
          <p:nvPr/>
        </p:nvSpPr>
        <p:spPr bwMode="auto">
          <a:xfrm>
            <a:off x="4802545" y="3124200"/>
            <a:ext cx="139700" cy="119063"/>
          </a:xfrm>
          <a:custGeom>
            <a:avLst/>
            <a:gdLst>
              <a:gd name="T0" fmla="*/ 244437145 w 21600"/>
              <a:gd name="T1" fmla="*/ 109918036 h 21600"/>
              <a:gd name="T2" fmla="*/ 0 w 21600"/>
              <a:gd name="T3" fmla="*/ 0 h 21600"/>
              <a:gd name="T4" fmla="*/ 244437145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</a:path>
              <a:path w="21600" h="21600" stroke="0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  <a:lnTo>
                  <a:pt x="21600" y="0"/>
                </a:lnTo>
                <a:lnTo>
                  <a:pt x="2160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9" name="Arc 28"/>
          <p:cNvSpPr>
            <a:spLocks/>
          </p:cNvSpPr>
          <p:nvPr/>
        </p:nvSpPr>
        <p:spPr bwMode="auto">
          <a:xfrm>
            <a:off x="4942245" y="3200400"/>
            <a:ext cx="141287" cy="42863"/>
          </a:xfrm>
          <a:custGeom>
            <a:avLst/>
            <a:gdLst>
              <a:gd name="T0" fmla="*/ 258603692 w 21600"/>
              <a:gd name="T1" fmla="*/ 0 h 21955"/>
              <a:gd name="T2" fmla="*/ 0 w 21600"/>
              <a:gd name="T3" fmla="*/ 622700 h 21955"/>
              <a:gd name="T4" fmla="*/ 0 w 21600"/>
              <a:gd name="T5" fmla="*/ 10066 h 2195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955" fill="none" extrusionOk="0">
                <a:moveTo>
                  <a:pt x="21597" y="-1"/>
                </a:moveTo>
                <a:cubicBezTo>
                  <a:pt x="21599" y="118"/>
                  <a:pt x="21600" y="236"/>
                  <a:pt x="21600" y="355"/>
                </a:cubicBezTo>
                <a:cubicBezTo>
                  <a:pt x="21600" y="12284"/>
                  <a:pt x="11929" y="21954"/>
                  <a:pt x="0" y="21955"/>
                </a:cubicBezTo>
              </a:path>
              <a:path w="21600" h="21955" stroke="0" extrusionOk="0">
                <a:moveTo>
                  <a:pt x="21597" y="-1"/>
                </a:moveTo>
                <a:cubicBezTo>
                  <a:pt x="21599" y="118"/>
                  <a:pt x="21600" y="236"/>
                  <a:pt x="21600" y="355"/>
                </a:cubicBezTo>
                <a:cubicBezTo>
                  <a:pt x="21600" y="12284"/>
                  <a:pt x="11929" y="21954"/>
                  <a:pt x="0" y="21955"/>
                </a:cubicBezTo>
                <a:lnTo>
                  <a:pt x="0" y="355"/>
                </a:lnTo>
                <a:lnTo>
                  <a:pt x="21597" y="-1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0" name="Arc 29"/>
          <p:cNvSpPr>
            <a:spLocks/>
          </p:cNvSpPr>
          <p:nvPr/>
        </p:nvSpPr>
        <p:spPr bwMode="auto">
          <a:xfrm>
            <a:off x="4802545" y="3157538"/>
            <a:ext cx="139700" cy="117475"/>
          </a:xfrm>
          <a:custGeom>
            <a:avLst/>
            <a:gdLst>
              <a:gd name="T0" fmla="*/ 0 w 21600"/>
              <a:gd name="T1" fmla="*/ 102780825 h 21600"/>
              <a:gd name="T2" fmla="*/ 244437145 w 21600"/>
              <a:gd name="T3" fmla="*/ 0 h 21600"/>
              <a:gd name="T4" fmla="*/ 244437145 w 21600"/>
              <a:gd name="T5" fmla="*/ 102780825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</a:path>
              <a:path w="21600" h="21600" stroke="0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1" name="Arc 30"/>
          <p:cNvSpPr>
            <a:spLocks/>
          </p:cNvSpPr>
          <p:nvPr/>
        </p:nvSpPr>
        <p:spPr bwMode="auto">
          <a:xfrm>
            <a:off x="4942245" y="3157538"/>
            <a:ext cx="141287" cy="53975"/>
          </a:xfrm>
          <a:custGeom>
            <a:avLst/>
            <a:gdLst>
              <a:gd name="T0" fmla="*/ 0 w 21600"/>
              <a:gd name="T1" fmla="*/ 0 h 21600"/>
              <a:gd name="T2" fmla="*/ 258640061 w 21600"/>
              <a:gd name="T3" fmla="*/ 2104493 h 21600"/>
              <a:gd name="T4" fmla="*/ 0 w 21600"/>
              <a:gd name="T5" fmla="*/ 2104493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2" name="Arc 31"/>
          <p:cNvSpPr>
            <a:spLocks/>
          </p:cNvSpPr>
          <p:nvPr/>
        </p:nvSpPr>
        <p:spPr bwMode="auto">
          <a:xfrm>
            <a:off x="4802545" y="2995613"/>
            <a:ext cx="139700" cy="119062"/>
          </a:xfrm>
          <a:custGeom>
            <a:avLst/>
            <a:gdLst>
              <a:gd name="T0" fmla="*/ 244437145 w 21600"/>
              <a:gd name="T1" fmla="*/ 109913425 h 21600"/>
              <a:gd name="T2" fmla="*/ 0 w 21600"/>
              <a:gd name="T3" fmla="*/ 0 h 21600"/>
              <a:gd name="T4" fmla="*/ 244437145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</a:path>
              <a:path w="21600" h="21600" stroke="0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  <a:lnTo>
                  <a:pt x="21600" y="0"/>
                </a:lnTo>
                <a:lnTo>
                  <a:pt x="2160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3" name="Arc 32"/>
          <p:cNvSpPr>
            <a:spLocks/>
          </p:cNvSpPr>
          <p:nvPr/>
        </p:nvSpPr>
        <p:spPr bwMode="auto">
          <a:xfrm>
            <a:off x="4942245" y="3070225"/>
            <a:ext cx="141287" cy="44450"/>
          </a:xfrm>
          <a:custGeom>
            <a:avLst/>
            <a:gdLst>
              <a:gd name="T0" fmla="*/ 258603692 w 21600"/>
              <a:gd name="T1" fmla="*/ 0 h 21955"/>
              <a:gd name="T2" fmla="*/ 0 w 21600"/>
              <a:gd name="T3" fmla="*/ 746831 h 21955"/>
              <a:gd name="T4" fmla="*/ 0 w 21600"/>
              <a:gd name="T5" fmla="*/ 12085 h 2195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955" fill="none" extrusionOk="0">
                <a:moveTo>
                  <a:pt x="21597" y="-1"/>
                </a:moveTo>
                <a:cubicBezTo>
                  <a:pt x="21599" y="118"/>
                  <a:pt x="21600" y="236"/>
                  <a:pt x="21600" y="355"/>
                </a:cubicBezTo>
                <a:cubicBezTo>
                  <a:pt x="21600" y="12284"/>
                  <a:pt x="11929" y="21954"/>
                  <a:pt x="0" y="21955"/>
                </a:cubicBezTo>
              </a:path>
              <a:path w="21600" h="21955" stroke="0" extrusionOk="0">
                <a:moveTo>
                  <a:pt x="21597" y="-1"/>
                </a:moveTo>
                <a:cubicBezTo>
                  <a:pt x="21599" y="118"/>
                  <a:pt x="21600" y="236"/>
                  <a:pt x="21600" y="355"/>
                </a:cubicBezTo>
                <a:cubicBezTo>
                  <a:pt x="21600" y="12284"/>
                  <a:pt x="11929" y="21954"/>
                  <a:pt x="0" y="21955"/>
                </a:cubicBezTo>
                <a:lnTo>
                  <a:pt x="0" y="355"/>
                </a:lnTo>
                <a:lnTo>
                  <a:pt x="21597" y="-1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4" name="Arc 33"/>
          <p:cNvSpPr>
            <a:spLocks/>
          </p:cNvSpPr>
          <p:nvPr/>
        </p:nvSpPr>
        <p:spPr bwMode="auto">
          <a:xfrm>
            <a:off x="4802545" y="3027363"/>
            <a:ext cx="139700" cy="119062"/>
          </a:xfrm>
          <a:custGeom>
            <a:avLst/>
            <a:gdLst>
              <a:gd name="T0" fmla="*/ 0 w 21600"/>
              <a:gd name="T1" fmla="*/ 109913425 h 21600"/>
              <a:gd name="T2" fmla="*/ 244437145 w 21600"/>
              <a:gd name="T3" fmla="*/ 0 h 21600"/>
              <a:gd name="T4" fmla="*/ 244437145 w 21600"/>
              <a:gd name="T5" fmla="*/ 109913425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</a:path>
              <a:path w="21600" h="21600" stroke="0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5" name="Arc 34"/>
          <p:cNvSpPr>
            <a:spLocks/>
          </p:cNvSpPr>
          <p:nvPr/>
        </p:nvSpPr>
        <p:spPr bwMode="auto">
          <a:xfrm>
            <a:off x="4942245" y="3027363"/>
            <a:ext cx="141287" cy="53975"/>
          </a:xfrm>
          <a:custGeom>
            <a:avLst/>
            <a:gdLst>
              <a:gd name="T0" fmla="*/ 0 w 21600"/>
              <a:gd name="T1" fmla="*/ 0 h 21600"/>
              <a:gd name="T2" fmla="*/ 258640061 w 21600"/>
              <a:gd name="T3" fmla="*/ 2104493 h 21600"/>
              <a:gd name="T4" fmla="*/ 0 w 21600"/>
              <a:gd name="T5" fmla="*/ 2104493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6" name="Arc 35"/>
          <p:cNvSpPr>
            <a:spLocks/>
          </p:cNvSpPr>
          <p:nvPr/>
        </p:nvSpPr>
        <p:spPr bwMode="auto">
          <a:xfrm>
            <a:off x="4802545" y="2867025"/>
            <a:ext cx="139700" cy="117475"/>
          </a:xfrm>
          <a:custGeom>
            <a:avLst/>
            <a:gdLst>
              <a:gd name="T0" fmla="*/ 244437145 w 21600"/>
              <a:gd name="T1" fmla="*/ 102780825 h 21600"/>
              <a:gd name="T2" fmla="*/ 0 w 21600"/>
              <a:gd name="T3" fmla="*/ 0 h 21600"/>
              <a:gd name="T4" fmla="*/ 244437145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</a:path>
              <a:path w="21600" h="21600" stroke="0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  <a:lnTo>
                  <a:pt x="21600" y="0"/>
                </a:lnTo>
                <a:lnTo>
                  <a:pt x="2160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7" name="Arc 36"/>
          <p:cNvSpPr>
            <a:spLocks/>
          </p:cNvSpPr>
          <p:nvPr/>
        </p:nvSpPr>
        <p:spPr bwMode="auto">
          <a:xfrm>
            <a:off x="4942245" y="2941638"/>
            <a:ext cx="141287" cy="42862"/>
          </a:xfrm>
          <a:custGeom>
            <a:avLst/>
            <a:gdLst>
              <a:gd name="T0" fmla="*/ 258603692 w 21600"/>
              <a:gd name="T1" fmla="*/ 0 h 21955"/>
              <a:gd name="T2" fmla="*/ 0 w 21600"/>
              <a:gd name="T3" fmla="*/ 622628 h 21955"/>
              <a:gd name="T4" fmla="*/ 0 w 21600"/>
              <a:gd name="T5" fmla="*/ 10066 h 2195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955" fill="none" extrusionOk="0">
                <a:moveTo>
                  <a:pt x="21597" y="-1"/>
                </a:moveTo>
                <a:cubicBezTo>
                  <a:pt x="21599" y="118"/>
                  <a:pt x="21600" y="236"/>
                  <a:pt x="21600" y="355"/>
                </a:cubicBezTo>
                <a:cubicBezTo>
                  <a:pt x="21600" y="12284"/>
                  <a:pt x="11929" y="21954"/>
                  <a:pt x="0" y="21955"/>
                </a:cubicBezTo>
              </a:path>
              <a:path w="21600" h="21955" stroke="0" extrusionOk="0">
                <a:moveTo>
                  <a:pt x="21597" y="-1"/>
                </a:moveTo>
                <a:cubicBezTo>
                  <a:pt x="21599" y="118"/>
                  <a:pt x="21600" y="236"/>
                  <a:pt x="21600" y="355"/>
                </a:cubicBezTo>
                <a:cubicBezTo>
                  <a:pt x="21600" y="12284"/>
                  <a:pt x="11929" y="21954"/>
                  <a:pt x="0" y="21955"/>
                </a:cubicBezTo>
                <a:lnTo>
                  <a:pt x="0" y="355"/>
                </a:lnTo>
                <a:lnTo>
                  <a:pt x="21597" y="-1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8" name="Arc 37"/>
          <p:cNvSpPr>
            <a:spLocks/>
          </p:cNvSpPr>
          <p:nvPr/>
        </p:nvSpPr>
        <p:spPr bwMode="auto">
          <a:xfrm>
            <a:off x="4802545" y="2898775"/>
            <a:ext cx="139700" cy="119063"/>
          </a:xfrm>
          <a:custGeom>
            <a:avLst/>
            <a:gdLst>
              <a:gd name="T0" fmla="*/ 0 w 21600"/>
              <a:gd name="T1" fmla="*/ 109918036 h 21600"/>
              <a:gd name="T2" fmla="*/ 244437145 w 21600"/>
              <a:gd name="T3" fmla="*/ 0 h 21600"/>
              <a:gd name="T4" fmla="*/ 244437145 w 21600"/>
              <a:gd name="T5" fmla="*/ 109918036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</a:path>
              <a:path w="21600" h="21600" stroke="0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9" name="Arc 38"/>
          <p:cNvSpPr>
            <a:spLocks/>
          </p:cNvSpPr>
          <p:nvPr/>
        </p:nvSpPr>
        <p:spPr bwMode="auto">
          <a:xfrm>
            <a:off x="4942245" y="2898775"/>
            <a:ext cx="141287" cy="53975"/>
          </a:xfrm>
          <a:custGeom>
            <a:avLst/>
            <a:gdLst>
              <a:gd name="T0" fmla="*/ 0 w 21600"/>
              <a:gd name="T1" fmla="*/ 0 h 21600"/>
              <a:gd name="T2" fmla="*/ 258640061 w 21600"/>
              <a:gd name="T3" fmla="*/ 2104493 h 21600"/>
              <a:gd name="T4" fmla="*/ 0 w 21600"/>
              <a:gd name="T5" fmla="*/ 2104493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0" name="Arc 39"/>
          <p:cNvSpPr>
            <a:spLocks/>
          </p:cNvSpPr>
          <p:nvPr/>
        </p:nvSpPr>
        <p:spPr bwMode="auto">
          <a:xfrm>
            <a:off x="4802545" y="2768600"/>
            <a:ext cx="139700" cy="119063"/>
          </a:xfrm>
          <a:custGeom>
            <a:avLst/>
            <a:gdLst>
              <a:gd name="T0" fmla="*/ 0 w 21600"/>
              <a:gd name="T1" fmla="*/ 109918036 h 21600"/>
              <a:gd name="T2" fmla="*/ 244437145 w 21600"/>
              <a:gd name="T3" fmla="*/ 0 h 21600"/>
              <a:gd name="T4" fmla="*/ 244437145 w 21600"/>
              <a:gd name="T5" fmla="*/ 109918036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</a:path>
              <a:path w="21600" h="21600" stroke="0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1" name="Arc 40"/>
          <p:cNvSpPr>
            <a:spLocks/>
          </p:cNvSpPr>
          <p:nvPr/>
        </p:nvSpPr>
        <p:spPr bwMode="auto">
          <a:xfrm>
            <a:off x="4802545" y="3663950"/>
            <a:ext cx="139700" cy="117475"/>
          </a:xfrm>
          <a:custGeom>
            <a:avLst/>
            <a:gdLst>
              <a:gd name="T0" fmla="*/ 244437145 w 21600"/>
              <a:gd name="T1" fmla="*/ 102780825 h 21600"/>
              <a:gd name="T2" fmla="*/ 0 w 21600"/>
              <a:gd name="T3" fmla="*/ 0 h 21600"/>
              <a:gd name="T4" fmla="*/ 244437145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</a:path>
              <a:path w="21600" h="21600" stroke="0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  <a:lnTo>
                  <a:pt x="21600" y="0"/>
                </a:lnTo>
                <a:lnTo>
                  <a:pt x="2160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2" name="Line 41"/>
          <p:cNvSpPr>
            <a:spLocks noChangeShapeType="1"/>
          </p:cNvSpPr>
          <p:nvPr/>
        </p:nvSpPr>
        <p:spPr bwMode="auto">
          <a:xfrm flipV="1">
            <a:off x="4921607" y="2651125"/>
            <a:ext cx="1588" cy="10795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3" name="Line 42"/>
          <p:cNvSpPr>
            <a:spLocks noChangeShapeType="1"/>
          </p:cNvSpPr>
          <p:nvPr/>
        </p:nvSpPr>
        <p:spPr bwMode="auto">
          <a:xfrm flipV="1">
            <a:off x="4921607" y="3771900"/>
            <a:ext cx="1588" cy="106363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4" name="Line 43"/>
          <p:cNvSpPr>
            <a:spLocks noChangeShapeType="1"/>
          </p:cNvSpPr>
          <p:nvPr/>
        </p:nvSpPr>
        <p:spPr bwMode="auto">
          <a:xfrm>
            <a:off x="6274157" y="2284413"/>
            <a:ext cx="258763" cy="4953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5" name="Line 44"/>
          <p:cNvSpPr>
            <a:spLocks noChangeShapeType="1"/>
          </p:cNvSpPr>
          <p:nvPr/>
        </p:nvSpPr>
        <p:spPr bwMode="auto">
          <a:xfrm flipV="1">
            <a:off x="6274157" y="3513138"/>
            <a:ext cx="258763" cy="473075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6" name="Freeform 45"/>
          <p:cNvSpPr>
            <a:spLocks/>
          </p:cNvSpPr>
          <p:nvPr/>
        </p:nvSpPr>
        <p:spPr bwMode="auto">
          <a:xfrm>
            <a:off x="4856520" y="2478088"/>
            <a:ext cx="150812" cy="301625"/>
          </a:xfrm>
          <a:custGeom>
            <a:avLst/>
            <a:gdLst>
              <a:gd name="T0" fmla="*/ 2147483646 w 56"/>
              <a:gd name="T1" fmla="*/ 2147483646 h 112"/>
              <a:gd name="T2" fmla="*/ 0 w 56"/>
              <a:gd name="T3" fmla="*/ 0 h 112"/>
              <a:gd name="T4" fmla="*/ 2147483646 w 56"/>
              <a:gd name="T5" fmla="*/ 0 h 112"/>
              <a:gd name="T6" fmla="*/ 2147483646 w 56"/>
              <a:gd name="T7" fmla="*/ 0 h 112"/>
              <a:gd name="T8" fmla="*/ 2147483646 w 56"/>
              <a:gd name="T9" fmla="*/ 2147483646 h 11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56" h="112">
                <a:moveTo>
                  <a:pt x="24" y="112"/>
                </a:moveTo>
                <a:lnTo>
                  <a:pt x="0" y="0"/>
                </a:lnTo>
                <a:lnTo>
                  <a:pt x="24" y="0"/>
                </a:lnTo>
                <a:lnTo>
                  <a:pt x="56" y="0"/>
                </a:lnTo>
                <a:lnTo>
                  <a:pt x="24" y="11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7" name="Line 46"/>
          <p:cNvSpPr>
            <a:spLocks noChangeShapeType="1"/>
          </p:cNvSpPr>
          <p:nvPr/>
        </p:nvSpPr>
        <p:spPr bwMode="auto">
          <a:xfrm flipV="1">
            <a:off x="4921607" y="2284413"/>
            <a:ext cx="1588" cy="193675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8" name="Line 47"/>
          <p:cNvSpPr>
            <a:spLocks noChangeShapeType="1"/>
          </p:cNvSpPr>
          <p:nvPr/>
        </p:nvSpPr>
        <p:spPr bwMode="auto">
          <a:xfrm flipV="1">
            <a:off x="4921607" y="3878263"/>
            <a:ext cx="1588" cy="10795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9" name="Freeform 48"/>
          <p:cNvSpPr>
            <a:spLocks/>
          </p:cNvSpPr>
          <p:nvPr/>
        </p:nvSpPr>
        <p:spPr bwMode="auto">
          <a:xfrm>
            <a:off x="5864582" y="2219325"/>
            <a:ext cx="301625" cy="150813"/>
          </a:xfrm>
          <a:custGeom>
            <a:avLst/>
            <a:gdLst>
              <a:gd name="T0" fmla="*/ 2147483646 w 112"/>
              <a:gd name="T1" fmla="*/ 2147483646 h 56"/>
              <a:gd name="T2" fmla="*/ 0 w 112"/>
              <a:gd name="T3" fmla="*/ 2147483646 h 56"/>
              <a:gd name="T4" fmla="*/ 0 w 112"/>
              <a:gd name="T5" fmla="*/ 2147483646 h 56"/>
              <a:gd name="T6" fmla="*/ 0 w 112"/>
              <a:gd name="T7" fmla="*/ 0 h 56"/>
              <a:gd name="T8" fmla="*/ 2147483646 w 112"/>
              <a:gd name="T9" fmla="*/ 2147483646 h 5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112" h="56">
                <a:moveTo>
                  <a:pt x="112" y="24"/>
                </a:moveTo>
                <a:lnTo>
                  <a:pt x="0" y="56"/>
                </a:lnTo>
                <a:lnTo>
                  <a:pt x="0" y="24"/>
                </a:lnTo>
                <a:lnTo>
                  <a:pt x="0" y="0"/>
                </a:lnTo>
                <a:lnTo>
                  <a:pt x="112" y="2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0" name="Line 49"/>
          <p:cNvSpPr>
            <a:spLocks noChangeShapeType="1"/>
          </p:cNvSpPr>
          <p:nvPr/>
        </p:nvSpPr>
        <p:spPr bwMode="auto">
          <a:xfrm flipH="1" flipV="1">
            <a:off x="4146907" y="2276475"/>
            <a:ext cx="1096963" cy="7938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1" name="Freeform 50"/>
          <p:cNvSpPr>
            <a:spLocks/>
          </p:cNvSpPr>
          <p:nvPr/>
        </p:nvSpPr>
        <p:spPr bwMode="auto">
          <a:xfrm>
            <a:off x="4512032" y="2219325"/>
            <a:ext cx="301625" cy="150813"/>
          </a:xfrm>
          <a:custGeom>
            <a:avLst/>
            <a:gdLst>
              <a:gd name="T0" fmla="*/ 2147483646 w 112"/>
              <a:gd name="T1" fmla="*/ 2147483646 h 56"/>
              <a:gd name="T2" fmla="*/ 0 w 112"/>
              <a:gd name="T3" fmla="*/ 2147483646 h 56"/>
              <a:gd name="T4" fmla="*/ 0 w 112"/>
              <a:gd name="T5" fmla="*/ 2147483646 h 56"/>
              <a:gd name="T6" fmla="*/ 0 w 112"/>
              <a:gd name="T7" fmla="*/ 0 h 56"/>
              <a:gd name="T8" fmla="*/ 2147483646 w 112"/>
              <a:gd name="T9" fmla="*/ 2147483646 h 5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112" h="56">
                <a:moveTo>
                  <a:pt x="112" y="24"/>
                </a:moveTo>
                <a:lnTo>
                  <a:pt x="0" y="56"/>
                </a:lnTo>
                <a:lnTo>
                  <a:pt x="0" y="24"/>
                </a:lnTo>
                <a:lnTo>
                  <a:pt x="0" y="0"/>
                </a:lnTo>
                <a:lnTo>
                  <a:pt x="112" y="2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2" name="Line 51"/>
          <p:cNvSpPr>
            <a:spLocks noChangeShapeType="1"/>
          </p:cNvSpPr>
          <p:nvPr/>
        </p:nvSpPr>
        <p:spPr bwMode="auto">
          <a:xfrm flipH="1">
            <a:off x="4318357" y="2284413"/>
            <a:ext cx="193675" cy="3175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3" name="Freeform 52"/>
          <p:cNvSpPr>
            <a:spLocks/>
          </p:cNvSpPr>
          <p:nvPr/>
        </p:nvSpPr>
        <p:spPr bwMode="auto">
          <a:xfrm flipH="1">
            <a:off x="8682395" y="2219325"/>
            <a:ext cx="349250" cy="130175"/>
          </a:xfrm>
          <a:custGeom>
            <a:avLst/>
            <a:gdLst>
              <a:gd name="T0" fmla="*/ 2147483646 w 112"/>
              <a:gd name="T1" fmla="*/ 2147483646 h 56"/>
              <a:gd name="T2" fmla="*/ 0 w 112"/>
              <a:gd name="T3" fmla="*/ 2147483646 h 56"/>
              <a:gd name="T4" fmla="*/ 0 w 112"/>
              <a:gd name="T5" fmla="*/ 2147483646 h 56"/>
              <a:gd name="T6" fmla="*/ 0 w 112"/>
              <a:gd name="T7" fmla="*/ 0 h 56"/>
              <a:gd name="T8" fmla="*/ 2147483646 w 112"/>
              <a:gd name="T9" fmla="*/ 2147483646 h 5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112" h="56">
                <a:moveTo>
                  <a:pt x="112" y="24"/>
                </a:moveTo>
                <a:lnTo>
                  <a:pt x="0" y="56"/>
                </a:lnTo>
                <a:lnTo>
                  <a:pt x="0" y="24"/>
                </a:lnTo>
                <a:lnTo>
                  <a:pt x="0" y="0"/>
                </a:lnTo>
                <a:lnTo>
                  <a:pt x="112" y="2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4" name="Line 53"/>
          <p:cNvSpPr>
            <a:spLocks noChangeShapeType="1"/>
          </p:cNvSpPr>
          <p:nvPr/>
        </p:nvSpPr>
        <p:spPr bwMode="auto">
          <a:xfrm flipH="1">
            <a:off x="8837970" y="2284413"/>
            <a:ext cx="193675" cy="3175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5" name="Freeform 54"/>
          <p:cNvSpPr>
            <a:spLocks/>
          </p:cNvSpPr>
          <p:nvPr/>
        </p:nvSpPr>
        <p:spPr bwMode="auto">
          <a:xfrm>
            <a:off x="9187220" y="2420938"/>
            <a:ext cx="150812" cy="301625"/>
          </a:xfrm>
          <a:custGeom>
            <a:avLst/>
            <a:gdLst>
              <a:gd name="T0" fmla="*/ 2147483646 w 56"/>
              <a:gd name="T1" fmla="*/ 0 h 112"/>
              <a:gd name="T2" fmla="*/ 2147483646 w 56"/>
              <a:gd name="T3" fmla="*/ 2147483646 h 112"/>
              <a:gd name="T4" fmla="*/ 2147483646 w 56"/>
              <a:gd name="T5" fmla="*/ 2147483646 h 112"/>
              <a:gd name="T6" fmla="*/ 0 w 56"/>
              <a:gd name="T7" fmla="*/ 2147483646 h 112"/>
              <a:gd name="T8" fmla="*/ 2147483646 w 56"/>
              <a:gd name="T9" fmla="*/ 0 h 11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56" h="112">
                <a:moveTo>
                  <a:pt x="32" y="0"/>
                </a:moveTo>
                <a:lnTo>
                  <a:pt x="56" y="112"/>
                </a:lnTo>
                <a:lnTo>
                  <a:pt x="32" y="112"/>
                </a:lnTo>
                <a:lnTo>
                  <a:pt x="0" y="112"/>
                </a:lnTo>
                <a:lnTo>
                  <a:pt x="3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6" name="Line 55"/>
          <p:cNvSpPr>
            <a:spLocks noChangeShapeType="1"/>
          </p:cNvSpPr>
          <p:nvPr/>
        </p:nvSpPr>
        <p:spPr bwMode="auto">
          <a:xfrm>
            <a:off x="9258657" y="2552700"/>
            <a:ext cx="3175" cy="1163638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7" name="Freeform 56"/>
          <p:cNvSpPr>
            <a:spLocks/>
          </p:cNvSpPr>
          <p:nvPr/>
        </p:nvSpPr>
        <p:spPr bwMode="auto">
          <a:xfrm>
            <a:off x="4124682" y="2413000"/>
            <a:ext cx="150813" cy="301625"/>
          </a:xfrm>
          <a:custGeom>
            <a:avLst/>
            <a:gdLst>
              <a:gd name="T0" fmla="*/ 2147483646 w 56"/>
              <a:gd name="T1" fmla="*/ 0 h 112"/>
              <a:gd name="T2" fmla="*/ 2147483646 w 56"/>
              <a:gd name="T3" fmla="*/ 2147483646 h 112"/>
              <a:gd name="T4" fmla="*/ 2147483646 w 56"/>
              <a:gd name="T5" fmla="*/ 2147483646 h 112"/>
              <a:gd name="T6" fmla="*/ 0 w 56"/>
              <a:gd name="T7" fmla="*/ 2147483646 h 112"/>
              <a:gd name="T8" fmla="*/ 2147483646 w 56"/>
              <a:gd name="T9" fmla="*/ 0 h 11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56" h="112">
                <a:moveTo>
                  <a:pt x="24" y="0"/>
                </a:moveTo>
                <a:lnTo>
                  <a:pt x="56" y="112"/>
                </a:lnTo>
                <a:lnTo>
                  <a:pt x="24" y="112"/>
                </a:lnTo>
                <a:lnTo>
                  <a:pt x="0" y="112"/>
                </a:lnTo>
                <a:lnTo>
                  <a:pt x="2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8" name="Line 57"/>
          <p:cNvSpPr>
            <a:spLocks noChangeShapeType="1"/>
          </p:cNvSpPr>
          <p:nvPr/>
        </p:nvSpPr>
        <p:spPr bwMode="auto">
          <a:xfrm>
            <a:off x="4188182" y="2714625"/>
            <a:ext cx="3175" cy="1163638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9" name="Rectangle 58"/>
          <p:cNvSpPr>
            <a:spLocks noChangeArrowheads="1"/>
          </p:cNvSpPr>
          <p:nvPr/>
        </p:nvSpPr>
        <p:spPr bwMode="auto">
          <a:xfrm>
            <a:off x="7286982" y="2047875"/>
            <a:ext cx="1905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1800" b="1">
                <a:latin typeface="Times" panose="02020603050405020304" pitchFamily="18" charset="0"/>
              </a:rPr>
              <a:t>m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60" name="Rectangle 59"/>
          <p:cNvSpPr>
            <a:spLocks noChangeArrowheads="1"/>
          </p:cNvSpPr>
          <p:nvPr/>
        </p:nvSpPr>
        <p:spPr bwMode="auto">
          <a:xfrm>
            <a:off x="3715107" y="2909888"/>
            <a:ext cx="7461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1200">
                <a:latin typeface="Times" panose="02020603050405020304" pitchFamily="18" charset="0"/>
              </a:rPr>
              <a:t>v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61" name="Rectangle 60"/>
          <p:cNvSpPr>
            <a:spLocks noChangeArrowheads="1"/>
          </p:cNvSpPr>
          <p:nvPr/>
        </p:nvSpPr>
        <p:spPr bwMode="auto">
          <a:xfrm>
            <a:off x="3865920" y="3081338"/>
            <a:ext cx="57150" cy="138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900">
                <a:latin typeface="Times" panose="02020603050405020304" pitchFamily="18" charset="0"/>
              </a:rPr>
              <a:t>1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62" name="Rectangle 61"/>
          <p:cNvSpPr>
            <a:spLocks noChangeArrowheads="1"/>
          </p:cNvSpPr>
          <p:nvPr/>
        </p:nvSpPr>
        <p:spPr bwMode="auto">
          <a:xfrm>
            <a:off x="8971320" y="2997200"/>
            <a:ext cx="73025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1200">
                <a:latin typeface="Times" panose="02020603050405020304" pitchFamily="18" charset="0"/>
              </a:rPr>
              <a:t>v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63" name="Rectangle 62"/>
          <p:cNvSpPr>
            <a:spLocks noChangeArrowheads="1"/>
          </p:cNvSpPr>
          <p:nvPr/>
        </p:nvSpPr>
        <p:spPr bwMode="auto">
          <a:xfrm>
            <a:off x="9122132" y="3168650"/>
            <a:ext cx="57150" cy="138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900">
                <a:latin typeface="Times" panose="02020603050405020304" pitchFamily="18" charset="0"/>
              </a:rPr>
              <a:t>2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64" name="Rectangle 63"/>
          <p:cNvSpPr>
            <a:spLocks noChangeArrowheads="1"/>
          </p:cNvSpPr>
          <p:nvPr/>
        </p:nvSpPr>
        <p:spPr bwMode="auto">
          <a:xfrm>
            <a:off x="8880832" y="1831975"/>
            <a:ext cx="428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1200">
                <a:latin typeface="Times" panose="02020603050405020304" pitchFamily="18" charset="0"/>
              </a:rPr>
              <a:t>i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65" name="Rectangle 64"/>
          <p:cNvSpPr>
            <a:spLocks noChangeArrowheads="1"/>
          </p:cNvSpPr>
          <p:nvPr/>
        </p:nvSpPr>
        <p:spPr bwMode="auto">
          <a:xfrm>
            <a:off x="8988782" y="1960563"/>
            <a:ext cx="55563" cy="134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900">
                <a:latin typeface="Times" panose="02020603050405020304" pitchFamily="18" charset="0"/>
              </a:rPr>
              <a:t>2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66" name="Rectangle 65"/>
          <p:cNvSpPr>
            <a:spLocks noChangeArrowheads="1"/>
          </p:cNvSpPr>
          <p:nvPr/>
        </p:nvSpPr>
        <p:spPr bwMode="auto">
          <a:xfrm>
            <a:off x="4338995" y="1831975"/>
            <a:ext cx="4445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1200">
                <a:latin typeface="Times" panose="02020603050405020304" pitchFamily="18" charset="0"/>
              </a:rPr>
              <a:t>i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67" name="Rectangle 66"/>
          <p:cNvSpPr>
            <a:spLocks noChangeArrowheads="1"/>
          </p:cNvSpPr>
          <p:nvPr/>
        </p:nvSpPr>
        <p:spPr bwMode="auto">
          <a:xfrm>
            <a:off x="4446945" y="1960563"/>
            <a:ext cx="57150" cy="134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900">
                <a:latin typeface="Times" panose="02020603050405020304" pitchFamily="18" charset="0"/>
              </a:rPr>
              <a:t>1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68" name="Rectangle 67"/>
          <p:cNvSpPr>
            <a:spLocks noChangeArrowheads="1"/>
          </p:cNvSpPr>
          <p:nvPr/>
        </p:nvSpPr>
        <p:spPr bwMode="auto">
          <a:xfrm>
            <a:off x="5907445" y="1831975"/>
            <a:ext cx="71437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1200">
                <a:latin typeface="Times" panose="02020603050405020304" pitchFamily="18" charset="0"/>
              </a:rPr>
              <a:t>i'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69" name="Rectangle 68"/>
          <p:cNvSpPr>
            <a:spLocks noChangeArrowheads="1"/>
          </p:cNvSpPr>
          <p:nvPr/>
        </p:nvSpPr>
        <p:spPr bwMode="auto">
          <a:xfrm>
            <a:off x="6058257" y="1960563"/>
            <a:ext cx="57150" cy="134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900">
                <a:latin typeface="Times" panose="02020603050405020304" pitchFamily="18" charset="0"/>
              </a:rPr>
              <a:t>1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70" name="Rectangle 69"/>
          <p:cNvSpPr>
            <a:spLocks noChangeArrowheads="1"/>
          </p:cNvSpPr>
          <p:nvPr/>
        </p:nvSpPr>
        <p:spPr bwMode="auto">
          <a:xfrm>
            <a:off x="5072420" y="2457450"/>
            <a:ext cx="428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1200">
                <a:latin typeface="Times" panose="02020603050405020304" pitchFamily="18" charset="0"/>
              </a:rPr>
              <a:t>i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71" name="Rectangle 70"/>
          <p:cNvSpPr>
            <a:spLocks noChangeArrowheads="1"/>
          </p:cNvSpPr>
          <p:nvPr/>
        </p:nvSpPr>
        <p:spPr bwMode="auto">
          <a:xfrm>
            <a:off x="5135920" y="2563813"/>
            <a:ext cx="115887" cy="134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900">
                <a:latin typeface="Times" panose="02020603050405020304" pitchFamily="18" charset="0"/>
              </a:rPr>
              <a:t>10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72" name="Oval 71"/>
          <p:cNvSpPr>
            <a:spLocks noChangeArrowheads="1"/>
          </p:cNvSpPr>
          <p:nvPr/>
        </p:nvSpPr>
        <p:spPr bwMode="auto">
          <a:xfrm>
            <a:off x="6242407" y="2725738"/>
            <a:ext cx="107950" cy="130175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round/>
            <a:headEnd/>
            <a:tailEnd/>
          </a:ln>
        </p:spPr>
        <p:txBody>
          <a:bodyPr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73" name="Oval 72"/>
          <p:cNvSpPr>
            <a:spLocks noChangeArrowheads="1"/>
          </p:cNvSpPr>
          <p:nvPr/>
        </p:nvSpPr>
        <p:spPr bwMode="auto">
          <a:xfrm>
            <a:off x="8309332" y="2725738"/>
            <a:ext cx="130175" cy="130175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round/>
            <a:headEnd/>
            <a:tailEnd/>
          </a:ln>
        </p:spPr>
        <p:txBody>
          <a:bodyPr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74" name="Rectangle 73"/>
          <p:cNvSpPr>
            <a:spLocks noChangeArrowheads="1"/>
          </p:cNvSpPr>
          <p:nvPr/>
        </p:nvSpPr>
        <p:spPr bwMode="auto">
          <a:xfrm>
            <a:off x="5223232" y="3038475"/>
            <a:ext cx="1524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1200" b="1">
                <a:latin typeface="Times" panose="02020603050405020304" pitchFamily="18" charset="0"/>
              </a:rPr>
              <a:t>L</a:t>
            </a:r>
            <a:r>
              <a:rPr lang="fr-FR" altLang="fr-FR" sz="1200" b="1" baseline="-25000">
                <a:latin typeface="Times" panose="02020603050405020304" pitchFamily="18" charset="0"/>
              </a:rPr>
              <a:t>1</a:t>
            </a:r>
            <a:endParaRPr lang="fr-FR" altLang="fr-FR" sz="1800" baseline="-250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grpSp>
        <p:nvGrpSpPr>
          <p:cNvPr id="75" name="Group 74"/>
          <p:cNvGrpSpPr>
            <a:grpSpLocks/>
          </p:cNvGrpSpPr>
          <p:nvPr/>
        </p:nvGrpSpPr>
        <p:grpSpPr bwMode="auto">
          <a:xfrm>
            <a:off x="5515332" y="2276475"/>
            <a:ext cx="503238" cy="1728788"/>
            <a:chOff x="2064" y="1434"/>
            <a:chExt cx="317" cy="1089"/>
          </a:xfrm>
        </p:grpSpPr>
        <p:sp>
          <p:nvSpPr>
            <p:cNvPr id="76" name="Rectangle 75"/>
            <p:cNvSpPr>
              <a:spLocks noChangeArrowheads="1"/>
            </p:cNvSpPr>
            <p:nvPr/>
          </p:nvSpPr>
          <p:spPr bwMode="auto">
            <a:xfrm>
              <a:off x="2064" y="1706"/>
              <a:ext cx="181" cy="59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7" name="Line 76"/>
            <p:cNvSpPr>
              <a:spLocks noChangeShapeType="1"/>
            </p:cNvSpPr>
            <p:nvPr/>
          </p:nvSpPr>
          <p:spPr bwMode="auto">
            <a:xfrm>
              <a:off x="2154" y="1434"/>
              <a:ext cx="0" cy="2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8" name="Line 77"/>
            <p:cNvSpPr>
              <a:spLocks noChangeShapeType="1"/>
            </p:cNvSpPr>
            <p:nvPr/>
          </p:nvSpPr>
          <p:spPr bwMode="auto">
            <a:xfrm>
              <a:off x="2154" y="2296"/>
              <a:ext cx="0" cy="22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9" name="Rectangle 78"/>
            <p:cNvSpPr>
              <a:spLocks noChangeArrowheads="1"/>
            </p:cNvSpPr>
            <p:nvPr/>
          </p:nvSpPr>
          <p:spPr bwMode="auto">
            <a:xfrm>
              <a:off x="2290" y="1979"/>
              <a:ext cx="91" cy="1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fr-FR" altLang="fr-FR" sz="1200" b="1">
                  <a:latin typeface="Times" panose="02020603050405020304" pitchFamily="18" charset="0"/>
                </a:rPr>
                <a:t>R</a:t>
              </a:r>
              <a:r>
                <a:rPr lang="fr-FR" altLang="fr-FR" sz="1200" b="1" baseline="-25000">
                  <a:latin typeface="Times" panose="02020603050405020304" pitchFamily="18" charset="0"/>
                </a:rPr>
                <a:t>f</a:t>
              </a:r>
              <a:endParaRPr lang="fr-FR" altLang="fr-FR" sz="1800" baseline="-250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80" name="Group 79"/>
          <p:cNvGrpSpPr>
            <a:grpSpLocks/>
          </p:cNvGrpSpPr>
          <p:nvPr/>
        </p:nvGrpSpPr>
        <p:grpSpPr bwMode="auto">
          <a:xfrm>
            <a:off x="9474557" y="1916113"/>
            <a:ext cx="720725" cy="433387"/>
            <a:chOff x="4558" y="1207"/>
            <a:chExt cx="454" cy="273"/>
          </a:xfrm>
        </p:grpSpPr>
        <p:sp>
          <p:nvSpPr>
            <p:cNvPr id="81" name="Rectangle 80"/>
            <p:cNvSpPr>
              <a:spLocks noChangeArrowheads="1"/>
            </p:cNvSpPr>
            <p:nvPr/>
          </p:nvSpPr>
          <p:spPr bwMode="auto">
            <a:xfrm>
              <a:off x="4558" y="1389"/>
              <a:ext cx="363" cy="91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2" name="Line 81"/>
            <p:cNvSpPr>
              <a:spLocks noChangeShapeType="1"/>
            </p:cNvSpPr>
            <p:nvPr/>
          </p:nvSpPr>
          <p:spPr bwMode="auto">
            <a:xfrm>
              <a:off x="4921" y="1434"/>
              <a:ext cx="91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3" name="Rectangle 82"/>
            <p:cNvSpPr>
              <a:spLocks noChangeArrowheads="1"/>
            </p:cNvSpPr>
            <p:nvPr/>
          </p:nvSpPr>
          <p:spPr bwMode="auto">
            <a:xfrm>
              <a:off x="4694" y="1207"/>
              <a:ext cx="43" cy="1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fr-FR" altLang="fr-FR" sz="1200" b="1">
                  <a:latin typeface="Times" panose="02020603050405020304" pitchFamily="18" charset="0"/>
                </a:rPr>
                <a:t>r</a:t>
              </a:r>
              <a:endParaRPr lang="fr-FR" altLang="fr-FR" sz="1800" baseline="-250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</p:grpSp>
      <p:sp>
        <p:nvSpPr>
          <p:cNvPr id="84" name="Text Box 83"/>
          <p:cNvSpPr txBox="1">
            <a:spLocks noChangeArrowheads="1"/>
          </p:cNvSpPr>
          <p:nvPr/>
        </p:nvSpPr>
        <p:spPr bwMode="auto">
          <a:xfrm>
            <a:off x="4475520" y="4827230"/>
            <a:ext cx="5977919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L</a:t>
            </a:r>
            <a:r>
              <a:rPr lang="en-CA" altLang="fr-FR" sz="2400" b="1" i="1" baseline="-25000" dirty="0">
                <a:solidFill>
                  <a:schemeClr val="tx1"/>
                </a:solidFill>
                <a:latin typeface="Times New Roman" panose="02020603050405020304" pitchFamily="18" charset="0"/>
              </a:rPr>
              <a:t>1</a:t>
            </a: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 : Magnetizing inductance (at primary side)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i="1" dirty="0" err="1">
                <a:solidFill>
                  <a:schemeClr val="tx1"/>
                </a:solidFill>
                <a:latin typeface="Times New Roman" panose="02020603050405020304" pitchFamily="18" charset="0"/>
              </a:rPr>
              <a:t>R</a:t>
            </a:r>
            <a:r>
              <a:rPr lang="en-CA" altLang="fr-FR" sz="2400" b="1" i="1" baseline="-25000" dirty="0" err="1">
                <a:solidFill>
                  <a:schemeClr val="tx1"/>
                </a:solidFill>
                <a:latin typeface="Times New Roman" panose="02020603050405020304" pitchFamily="18" charset="0"/>
              </a:rPr>
              <a:t>f</a:t>
            </a: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 : ferromagnetic losses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r : Joule loss (or </a:t>
            </a:r>
            <a:r>
              <a:rPr lang="en-CA" altLang="fr-FR" sz="2400" b="1" i="1" dirty="0" err="1">
                <a:solidFill>
                  <a:schemeClr val="tx1"/>
                </a:solidFill>
                <a:latin typeface="Times New Roman" panose="02020603050405020304" pitchFamily="18" charset="0"/>
              </a:rPr>
              <a:t>ohmic</a:t>
            </a: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 loss)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i="1" dirty="0">
                <a:solidFill>
                  <a:schemeClr val="tx1"/>
                </a:solidFill>
                <a:latin typeface="Symbol" panose="05050102010706020507" pitchFamily="18" charset="2"/>
              </a:rPr>
              <a:t>l</a:t>
            </a: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 : leakage inductance</a:t>
            </a:r>
          </a:p>
        </p:txBody>
      </p:sp>
      <p:grpSp>
        <p:nvGrpSpPr>
          <p:cNvPr id="85" name="Group 84"/>
          <p:cNvGrpSpPr>
            <a:grpSpLocks/>
          </p:cNvGrpSpPr>
          <p:nvPr/>
        </p:nvGrpSpPr>
        <p:grpSpPr bwMode="auto">
          <a:xfrm>
            <a:off x="9115782" y="3500438"/>
            <a:ext cx="935038" cy="649287"/>
            <a:chOff x="4332" y="2205"/>
            <a:chExt cx="589" cy="409"/>
          </a:xfrm>
        </p:grpSpPr>
        <p:grpSp>
          <p:nvGrpSpPr>
            <p:cNvPr id="86" name="Group 85"/>
            <p:cNvGrpSpPr>
              <a:grpSpLocks/>
            </p:cNvGrpSpPr>
            <p:nvPr/>
          </p:nvGrpSpPr>
          <p:grpSpPr bwMode="auto">
            <a:xfrm rot="5400000">
              <a:off x="4496" y="2279"/>
              <a:ext cx="171" cy="499"/>
              <a:chOff x="1122" y="3008"/>
              <a:chExt cx="177" cy="841"/>
            </a:xfrm>
          </p:grpSpPr>
          <p:sp>
            <p:nvSpPr>
              <p:cNvPr id="89" name="Arc 86"/>
              <p:cNvSpPr>
                <a:spLocks/>
              </p:cNvSpPr>
              <p:nvPr/>
            </p:nvSpPr>
            <p:spPr bwMode="auto">
              <a:xfrm>
                <a:off x="1122" y="3564"/>
                <a:ext cx="88" cy="75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</a:path>
                  <a:path w="21600" h="21600" stroke="0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  <a:lnTo>
                      <a:pt x="21600" y="0"/>
                    </a:lnTo>
                    <a:lnTo>
                      <a:pt x="2160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0" name="Arc 87"/>
              <p:cNvSpPr>
                <a:spLocks/>
              </p:cNvSpPr>
              <p:nvPr/>
            </p:nvSpPr>
            <p:spPr bwMode="auto">
              <a:xfrm>
                <a:off x="1210" y="3605"/>
                <a:ext cx="89" cy="3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600"/>
                    </a:cubicBezTo>
                  </a:path>
                  <a:path w="21600" h="21600" stroke="0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600"/>
                    </a:cubicBezTo>
                    <a:lnTo>
                      <a:pt x="0" y="0"/>
                    </a:lnTo>
                    <a:lnTo>
                      <a:pt x="21600" y="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1" name="Arc 88"/>
              <p:cNvSpPr>
                <a:spLocks/>
              </p:cNvSpPr>
              <p:nvPr/>
            </p:nvSpPr>
            <p:spPr bwMode="auto">
              <a:xfrm>
                <a:off x="1122" y="3571"/>
                <a:ext cx="88" cy="75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</a:path>
                  <a:path w="21600" h="21600" stroke="0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2" name="Arc 89"/>
              <p:cNvSpPr>
                <a:spLocks/>
              </p:cNvSpPr>
              <p:nvPr/>
            </p:nvSpPr>
            <p:spPr bwMode="auto">
              <a:xfrm>
                <a:off x="1210" y="3571"/>
                <a:ext cx="89" cy="3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-1" y="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3" name="Arc 90"/>
              <p:cNvSpPr>
                <a:spLocks/>
              </p:cNvSpPr>
              <p:nvPr/>
            </p:nvSpPr>
            <p:spPr bwMode="auto">
              <a:xfrm>
                <a:off x="1122" y="3483"/>
                <a:ext cx="88" cy="7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</a:path>
                  <a:path w="21600" h="21600" stroke="0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  <a:lnTo>
                      <a:pt x="21600" y="0"/>
                    </a:lnTo>
                    <a:lnTo>
                      <a:pt x="2160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4" name="Arc 91"/>
              <p:cNvSpPr>
                <a:spLocks/>
              </p:cNvSpPr>
              <p:nvPr/>
            </p:nvSpPr>
            <p:spPr bwMode="auto">
              <a:xfrm>
                <a:off x="1210" y="3524"/>
                <a:ext cx="89" cy="33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600"/>
                    </a:cubicBezTo>
                  </a:path>
                  <a:path w="21600" h="21600" stroke="0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600"/>
                    </a:cubicBezTo>
                    <a:lnTo>
                      <a:pt x="0" y="0"/>
                    </a:lnTo>
                    <a:lnTo>
                      <a:pt x="21600" y="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5" name="Arc 92"/>
              <p:cNvSpPr>
                <a:spLocks/>
              </p:cNvSpPr>
              <p:nvPr/>
            </p:nvSpPr>
            <p:spPr bwMode="auto">
              <a:xfrm>
                <a:off x="1122" y="3490"/>
                <a:ext cx="88" cy="7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</a:path>
                  <a:path w="21600" h="21600" stroke="0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6" name="Arc 93"/>
              <p:cNvSpPr>
                <a:spLocks/>
              </p:cNvSpPr>
              <p:nvPr/>
            </p:nvSpPr>
            <p:spPr bwMode="auto">
              <a:xfrm>
                <a:off x="1210" y="3490"/>
                <a:ext cx="89" cy="3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-1" y="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7" name="Arc 94"/>
              <p:cNvSpPr>
                <a:spLocks/>
              </p:cNvSpPr>
              <p:nvPr/>
            </p:nvSpPr>
            <p:spPr bwMode="auto">
              <a:xfrm>
                <a:off x="1122" y="3395"/>
                <a:ext cx="88" cy="81"/>
              </a:xfrm>
              <a:custGeom>
                <a:avLst/>
                <a:gdLst>
                  <a:gd name="T0" fmla="*/ 0 w 21600"/>
                  <a:gd name="T1" fmla="*/ 0 h 21718"/>
                  <a:gd name="T2" fmla="*/ 0 w 21600"/>
                  <a:gd name="T3" fmla="*/ 0 h 21718"/>
                  <a:gd name="T4" fmla="*/ 0 w 21600"/>
                  <a:gd name="T5" fmla="*/ 0 h 21718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718" fill="none" extrusionOk="0">
                    <a:moveTo>
                      <a:pt x="21600" y="21718"/>
                    </a:moveTo>
                    <a:cubicBezTo>
                      <a:pt x="9670" y="21718"/>
                      <a:pt x="0" y="12047"/>
                      <a:pt x="0" y="118"/>
                    </a:cubicBezTo>
                    <a:cubicBezTo>
                      <a:pt x="-1" y="78"/>
                      <a:pt x="0" y="39"/>
                      <a:pt x="0" y="0"/>
                    </a:cubicBezTo>
                  </a:path>
                  <a:path w="21600" h="21718" stroke="0" extrusionOk="0">
                    <a:moveTo>
                      <a:pt x="21600" y="21718"/>
                    </a:moveTo>
                    <a:cubicBezTo>
                      <a:pt x="9670" y="21718"/>
                      <a:pt x="0" y="12047"/>
                      <a:pt x="0" y="118"/>
                    </a:cubicBezTo>
                    <a:cubicBezTo>
                      <a:pt x="-1" y="78"/>
                      <a:pt x="0" y="39"/>
                      <a:pt x="0" y="0"/>
                    </a:cubicBezTo>
                    <a:lnTo>
                      <a:pt x="21600" y="118"/>
                    </a:lnTo>
                    <a:lnTo>
                      <a:pt x="21600" y="21718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8" name="Arc 95"/>
              <p:cNvSpPr>
                <a:spLocks/>
              </p:cNvSpPr>
              <p:nvPr/>
            </p:nvSpPr>
            <p:spPr bwMode="auto">
              <a:xfrm>
                <a:off x="1210" y="3442"/>
                <a:ext cx="89" cy="3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600"/>
                    </a:cubicBezTo>
                  </a:path>
                  <a:path w="21600" h="21600" stroke="0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600"/>
                    </a:cubicBezTo>
                    <a:lnTo>
                      <a:pt x="0" y="0"/>
                    </a:lnTo>
                    <a:lnTo>
                      <a:pt x="21600" y="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9" name="Arc 96"/>
              <p:cNvSpPr>
                <a:spLocks/>
              </p:cNvSpPr>
              <p:nvPr/>
            </p:nvSpPr>
            <p:spPr bwMode="auto">
              <a:xfrm>
                <a:off x="1122" y="3408"/>
                <a:ext cx="88" cy="75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</a:path>
                  <a:path w="21600" h="21600" stroke="0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0" name="Arc 97"/>
              <p:cNvSpPr>
                <a:spLocks/>
              </p:cNvSpPr>
              <p:nvPr/>
            </p:nvSpPr>
            <p:spPr bwMode="auto">
              <a:xfrm>
                <a:off x="1210" y="3408"/>
                <a:ext cx="89" cy="3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-1" y="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1" name="Arc 98"/>
              <p:cNvSpPr>
                <a:spLocks/>
              </p:cNvSpPr>
              <p:nvPr/>
            </p:nvSpPr>
            <p:spPr bwMode="auto">
              <a:xfrm>
                <a:off x="1122" y="3306"/>
                <a:ext cx="88" cy="75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</a:path>
                  <a:path w="21600" h="21600" stroke="0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  <a:lnTo>
                      <a:pt x="21600" y="0"/>
                    </a:lnTo>
                    <a:lnTo>
                      <a:pt x="2160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2" name="Arc 99"/>
              <p:cNvSpPr>
                <a:spLocks/>
              </p:cNvSpPr>
              <p:nvPr/>
            </p:nvSpPr>
            <p:spPr bwMode="auto">
              <a:xfrm>
                <a:off x="1210" y="3354"/>
                <a:ext cx="89" cy="27"/>
              </a:xfrm>
              <a:custGeom>
                <a:avLst/>
                <a:gdLst>
                  <a:gd name="T0" fmla="*/ 0 w 21600"/>
                  <a:gd name="T1" fmla="*/ 0 h 21955"/>
                  <a:gd name="T2" fmla="*/ 0 w 21600"/>
                  <a:gd name="T3" fmla="*/ 0 h 21955"/>
                  <a:gd name="T4" fmla="*/ 0 w 21600"/>
                  <a:gd name="T5" fmla="*/ 0 h 21955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955" fill="none" extrusionOk="0">
                    <a:moveTo>
                      <a:pt x="21597" y="-1"/>
                    </a:moveTo>
                    <a:cubicBezTo>
                      <a:pt x="21599" y="118"/>
                      <a:pt x="21600" y="236"/>
                      <a:pt x="21600" y="355"/>
                    </a:cubicBezTo>
                    <a:cubicBezTo>
                      <a:pt x="21600" y="12284"/>
                      <a:pt x="11929" y="21954"/>
                      <a:pt x="0" y="21955"/>
                    </a:cubicBezTo>
                  </a:path>
                  <a:path w="21600" h="21955" stroke="0" extrusionOk="0">
                    <a:moveTo>
                      <a:pt x="21597" y="-1"/>
                    </a:moveTo>
                    <a:cubicBezTo>
                      <a:pt x="21599" y="118"/>
                      <a:pt x="21600" y="236"/>
                      <a:pt x="21600" y="355"/>
                    </a:cubicBezTo>
                    <a:cubicBezTo>
                      <a:pt x="21600" y="12284"/>
                      <a:pt x="11929" y="21954"/>
                      <a:pt x="0" y="21955"/>
                    </a:cubicBezTo>
                    <a:lnTo>
                      <a:pt x="0" y="355"/>
                    </a:lnTo>
                    <a:lnTo>
                      <a:pt x="21597" y="-1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3" name="Arc 100"/>
              <p:cNvSpPr>
                <a:spLocks/>
              </p:cNvSpPr>
              <p:nvPr/>
            </p:nvSpPr>
            <p:spPr bwMode="auto">
              <a:xfrm>
                <a:off x="1122" y="3327"/>
                <a:ext cx="88" cy="7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</a:path>
                  <a:path w="21600" h="21600" stroke="0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4" name="Arc 101"/>
              <p:cNvSpPr>
                <a:spLocks/>
              </p:cNvSpPr>
              <p:nvPr/>
            </p:nvSpPr>
            <p:spPr bwMode="auto">
              <a:xfrm>
                <a:off x="1210" y="3327"/>
                <a:ext cx="89" cy="3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-1" y="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" name="Arc 102"/>
              <p:cNvSpPr>
                <a:spLocks/>
              </p:cNvSpPr>
              <p:nvPr/>
            </p:nvSpPr>
            <p:spPr bwMode="auto">
              <a:xfrm>
                <a:off x="1122" y="3225"/>
                <a:ext cx="88" cy="75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</a:path>
                  <a:path w="21600" h="21600" stroke="0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  <a:lnTo>
                      <a:pt x="21600" y="0"/>
                    </a:lnTo>
                    <a:lnTo>
                      <a:pt x="2160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6" name="Arc 103"/>
              <p:cNvSpPr>
                <a:spLocks/>
              </p:cNvSpPr>
              <p:nvPr/>
            </p:nvSpPr>
            <p:spPr bwMode="auto">
              <a:xfrm>
                <a:off x="1210" y="3272"/>
                <a:ext cx="89" cy="28"/>
              </a:xfrm>
              <a:custGeom>
                <a:avLst/>
                <a:gdLst>
                  <a:gd name="T0" fmla="*/ 0 w 21600"/>
                  <a:gd name="T1" fmla="*/ 0 h 21955"/>
                  <a:gd name="T2" fmla="*/ 0 w 21600"/>
                  <a:gd name="T3" fmla="*/ 0 h 21955"/>
                  <a:gd name="T4" fmla="*/ 0 w 21600"/>
                  <a:gd name="T5" fmla="*/ 0 h 21955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955" fill="none" extrusionOk="0">
                    <a:moveTo>
                      <a:pt x="21597" y="-1"/>
                    </a:moveTo>
                    <a:cubicBezTo>
                      <a:pt x="21599" y="118"/>
                      <a:pt x="21600" y="236"/>
                      <a:pt x="21600" y="355"/>
                    </a:cubicBezTo>
                    <a:cubicBezTo>
                      <a:pt x="21600" y="12284"/>
                      <a:pt x="11929" y="21954"/>
                      <a:pt x="0" y="21955"/>
                    </a:cubicBezTo>
                  </a:path>
                  <a:path w="21600" h="21955" stroke="0" extrusionOk="0">
                    <a:moveTo>
                      <a:pt x="21597" y="-1"/>
                    </a:moveTo>
                    <a:cubicBezTo>
                      <a:pt x="21599" y="118"/>
                      <a:pt x="21600" y="236"/>
                      <a:pt x="21600" y="355"/>
                    </a:cubicBezTo>
                    <a:cubicBezTo>
                      <a:pt x="21600" y="12284"/>
                      <a:pt x="11929" y="21954"/>
                      <a:pt x="0" y="21955"/>
                    </a:cubicBezTo>
                    <a:lnTo>
                      <a:pt x="0" y="355"/>
                    </a:lnTo>
                    <a:lnTo>
                      <a:pt x="21597" y="-1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7" name="Arc 104"/>
              <p:cNvSpPr>
                <a:spLocks/>
              </p:cNvSpPr>
              <p:nvPr/>
            </p:nvSpPr>
            <p:spPr bwMode="auto">
              <a:xfrm>
                <a:off x="1122" y="3245"/>
                <a:ext cx="88" cy="75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</a:path>
                  <a:path w="21600" h="21600" stroke="0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8" name="Arc 105"/>
              <p:cNvSpPr>
                <a:spLocks/>
              </p:cNvSpPr>
              <p:nvPr/>
            </p:nvSpPr>
            <p:spPr bwMode="auto">
              <a:xfrm>
                <a:off x="1210" y="3245"/>
                <a:ext cx="89" cy="3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-1" y="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9" name="Arc 106"/>
              <p:cNvSpPr>
                <a:spLocks/>
              </p:cNvSpPr>
              <p:nvPr/>
            </p:nvSpPr>
            <p:spPr bwMode="auto">
              <a:xfrm>
                <a:off x="1122" y="3144"/>
                <a:ext cx="88" cy="7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</a:path>
                  <a:path w="21600" h="21600" stroke="0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  <a:lnTo>
                      <a:pt x="21600" y="0"/>
                    </a:lnTo>
                    <a:lnTo>
                      <a:pt x="2160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0" name="Arc 107"/>
              <p:cNvSpPr>
                <a:spLocks/>
              </p:cNvSpPr>
              <p:nvPr/>
            </p:nvSpPr>
            <p:spPr bwMode="auto">
              <a:xfrm>
                <a:off x="1210" y="3191"/>
                <a:ext cx="89" cy="27"/>
              </a:xfrm>
              <a:custGeom>
                <a:avLst/>
                <a:gdLst>
                  <a:gd name="T0" fmla="*/ 0 w 21600"/>
                  <a:gd name="T1" fmla="*/ 0 h 21955"/>
                  <a:gd name="T2" fmla="*/ 0 w 21600"/>
                  <a:gd name="T3" fmla="*/ 0 h 21955"/>
                  <a:gd name="T4" fmla="*/ 0 w 21600"/>
                  <a:gd name="T5" fmla="*/ 0 h 21955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955" fill="none" extrusionOk="0">
                    <a:moveTo>
                      <a:pt x="21597" y="-1"/>
                    </a:moveTo>
                    <a:cubicBezTo>
                      <a:pt x="21599" y="118"/>
                      <a:pt x="21600" y="236"/>
                      <a:pt x="21600" y="355"/>
                    </a:cubicBezTo>
                    <a:cubicBezTo>
                      <a:pt x="21600" y="12284"/>
                      <a:pt x="11929" y="21954"/>
                      <a:pt x="0" y="21955"/>
                    </a:cubicBezTo>
                  </a:path>
                  <a:path w="21600" h="21955" stroke="0" extrusionOk="0">
                    <a:moveTo>
                      <a:pt x="21597" y="-1"/>
                    </a:moveTo>
                    <a:cubicBezTo>
                      <a:pt x="21599" y="118"/>
                      <a:pt x="21600" y="236"/>
                      <a:pt x="21600" y="355"/>
                    </a:cubicBezTo>
                    <a:cubicBezTo>
                      <a:pt x="21600" y="12284"/>
                      <a:pt x="11929" y="21954"/>
                      <a:pt x="0" y="21955"/>
                    </a:cubicBezTo>
                    <a:lnTo>
                      <a:pt x="0" y="355"/>
                    </a:lnTo>
                    <a:lnTo>
                      <a:pt x="21597" y="-1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1" name="Arc 108"/>
              <p:cNvSpPr>
                <a:spLocks/>
              </p:cNvSpPr>
              <p:nvPr/>
            </p:nvSpPr>
            <p:spPr bwMode="auto">
              <a:xfrm>
                <a:off x="1122" y="3164"/>
                <a:ext cx="88" cy="75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</a:path>
                  <a:path w="21600" h="21600" stroke="0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2" name="Arc 109"/>
              <p:cNvSpPr>
                <a:spLocks/>
              </p:cNvSpPr>
              <p:nvPr/>
            </p:nvSpPr>
            <p:spPr bwMode="auto">
              <a:xfrm>
                <a:off x="1210" y="3164"/>
                <a:ext cx="89" cy="3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-1" y="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3" name="Arc 110"/>
              <p:cNvSpPr>
                <a:spLocks/>
              </p:cNvSpPr>
              <p:nvPr/>
            </p:nvSpPr>
            <p:spPr bwMode="auto">
              <a:xfrm>
                <a:off x="1122" y="3082"/>
                <a:ext cx="88" cy="75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</a:path>
                  <a:path w="21600" h="21600" stroke="0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4" name="Arc 111"/>
              <p:cNvSpPr>
                <a:spLocks/>
              </p:cNvSpPr>
              <p:nvPr/>
            </p:nvSpPr>
            <p:spPr bwMode="auto">
              <a:xfrm>
                <a:off x="1122" y="3646"/>
                <a:ext cx="88" cy="7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</a:path>
                  <a:path w="21600" h="21600" stroke="0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  <a:lnTo>
                      <a:pt x="21600" y="0"/>
                    </a:lnTo>
                    <a:lnTo>
                      <a:pt x="2160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5" name="Line 112"/>
              <p:cNvSpPr>
                <a:spLocks noChangeShapeType="1"/>
              </p:cNvSpPr>
              <p:nvPr/>
            </p:nvSpPr>
            <p:spPr bwMode="auto">
              <a:xfrm flipV="1">
                <a:off x="1197" y="3008"/>
                <a:ext cx="1" cy="68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6" name="Line 113"/>
              <p:cNvSpPr>
                <a:spLocks noChangeShapeType="1"/>
              </p:cNvSpPr>
              <p:nvPr/>
            </p:nvSpPr>
            <p:spPr bwMode="auto">
              <a:xfrm flipV="1">
                <a:off x="1197" y="3714"/>
                <a:ext cx="1" cy="67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7" name="Line 114"/>
              <p:cNvSpPr>
                <a:spLocks noChangeShapeType="1"/>
              </p:cNvSpPr>
              <p:nvPr/>
            </p:nvSpPr>
            <p:spPr bwMode="auto">
              <a:xfrm flipV="1">
                <a:off x="1197" y="3781"/>
                <a:ext cx="1" cy="68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87" name="Rectangle 115"/>
            <p:cNvSpPr>
              <a:spLocks noChangeArrowheads="1"/>
            </p:cNvSpPr>
            <p:nvPr/>
          </p:nvSpPr>
          <p:spPr bwMode="auto">
            <a:xfrm>
              <a:off x="4604" y="2205"/>
              <a:ext cx="53" cy="1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fr-FR" altLang="fr-FR" sz="1200" b="1">
                  <a:latin typeface="Symbol" panose="05050102010706020507" pitchFamily="18" charset="2"/>
                </a:rPr>
                <a:t>l</a:t>
              </a:r>
              <a:endParaRPr lang="fr-FR" altLang="fr-FR" sz="1800" baseline="-25000">
                <a:solidFill>
                  <a:schemeClr val="tx1"/>
                </a:solidFill>
                <a:latin typeface="Symbol" panose="05050102010706020507" pitchFamily="18" charset="2"/>
              </a:endParaRPr>
            </a:p>
          </p:txBody>
        </p:sp>
        <p:sp>
          <p:nvSpPr>
            <p:cNvPr id="88" name="Line 116"/>
            <p:cNvSpPr>
              <a:spLocks noChangeShapeType="1"/>
            </p:cNvSpPr>
            <p:nvPr/>
          </p:nvSpPr>
          <p:spPr bwMode="auto">
            <a:xfrm>
              <a:off x="4830" y="2523"/>
              <a:ext cx="91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18" name="ZoneTexte 117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Coil</a:t>
            </a: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915814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Skin effect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3"/>
          <p:cNvSpPr>
            <a:spLocks noChangeArrowheads="1"/>
          </p:cNvSpPr>
          <p:nvPr/>
        </p:nvSpPr>
        <p:spPr bwMode="auto">
          <a:xfrm>
            <a:off x="4130530" y="2825297"/>
            <a:ext cx="2495550" cy="2419350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7" name="Line 4"/>
          <p:cNvSpPr>
            <a:spLocks noChangeShapeType="1"/>
          </p:cNvSpPr>
          <p:nvPr/>
        </p:nvSpPr>
        <p:spPr bwMode="auto">
          <a:xfrm flipV="1">
            <a:off x="3854305" y="4015922"/>
            <a:ext cx="35147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" name="Line 5"/>
          <p:cNvSpPr>
            <a:spLocks noChangeShapeType="1"/>
          </p:cNvSpPr>
          <p:nvPr/>
        </p:nvSpPr>
        <p:spPr bwMode="auto">
          <a:xfrm>
            <a:off x="5378305" y="1920422"/>
            <a:ext cx="0" cy="36290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" name="Line 6"/>
          <p:cNvSpPr>
            <a:spLocks noChangeShapeType="1"/>
          </p:cNvSpPr>
          <p:nvPr/>
        </p:nvSpPr>
        <p:spPr bwMode="auto">
          <a:xfrm flipV="1">
            <a:off x="5378305" y="3158672"/>
            <a:ext cx="1028700" cy="8667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Oval 7"/>
          <p:cNvSpPr>
            <a:spLocks noChangeArrowheads="1"/>
          </p:cNvSpPr>
          <p:nvPr/>
        </p:nvSpPr>
        <p:spPr bwMode="auto">
          <a:xfrm>
            <a:off x="5984730" y="3449185"/>
            <a:ext cx="55563" cy="65087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13" name="Text Box 8"/>
          <p:cNvSpPr txBox="1">
            <a:spLocks noChangeArrowheads="1"/>
          </p:cNvSpPr>
          <p:nvPr/>
        </p:nvSpPr>
        <p:spPr bwMode="auto">
          <a:xfrm>
            <a:off x="5535468" y="3387272"/>
            <a:ext cx="295275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fr-FR" altLang="fr-FR" sz="1800">
                <a:solidFill>
                  <a:schemeClr val="tx1"/>
                </a:solidFill>
                <a:latin typeface="Times New Roman" panose="02020603050405020304" pitchFamily="18" charset="0"/>
              </a:rPr>
              <a:t>r</a:t>
            </a:r>
          </a:p>
        </p:txBody>
      </p:sp>
      <p:graphicFrame>
        <p:nvGraphicFramePr>
          <p:cNvPr id="14" name="Object 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41555712"/>
              </p:ext>
            </p:extLst>
          </p:nvPr>
        </p:nvGraphicFramePr>
        <p:xfrm>
          <a:off x="6708630" y="1480685"/>
          <a:ext cx="1933575" cy="1031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26698" imgH="495085" progId="Equation.3">
                  <p:embed/>
                </p:oleObj>
              </mc:Choice>
              <mc:Fallback>
                <p:oleObj name="Equation" r:id="rId2" imgW="926698" imgH="495085" progId="Equation.3">
                  <p:embed/>
                  <p:pic>
                    <p:nvPicPr>
                      <p:cNvPr id="14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08630" y="1480685"/>
                        <a:ext cx="1933575" cy="10318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Picture 10"/>
          <p:cNvPicPr>
            <a:picLocks noChangeAspect="1" noChangeArrowheads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04068" y="2985635"/>
            <a:ext cx="1901825" cy="1127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6" name="Text Box 11"/>
          <p:cNvSpPr txBox="1">
            <a:spLocks noChangeArrowheads="1"/>
          </p:cNvSpPr>
          <p:nvPr/>
        </p:nvSpPr>
        <p:spPr bwMode="auto">
          <a:xfrm>
            <a:off x="7381730" y="4801735"/>
            <a:ext cx="3460441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Char char="•"/>
            </a:pPr>
            <a:r>
              <a:rPr lang="en-CA" altLang="fr-FR" sz="2400" dirty="0">
                <a:solidFill>
                  <a:schemeClr val="tx1"/>
                </a:solidFill>
                <a:latin typeface="Times New Roman" panose="02020603050405020304" pitchFamily="18" charset="0"/>
              </a:rPr>
              <a:t> </a:t>
            </a:r>
            <a:r>
              <a:rPr lang="en-CA" altLang="fr-FR" sz="2400" dirty="0">
                <a:solidFill>
                  <a:schemeClr val="tx1"/>
                </a:solidFill>
                <a:latin typeface="Symbol" panose="05050102010706020507" pitchFamily="18" charset="2"/>
              </a:rPr>
              <a:t>d</a:t>
            </a:r>
            <a:r>
              <a:rPr lang="en-CA" altLang="fr-FR" sz="2400" dirty="0">
                <a:solidFill>
                  <a:schemeClr val="tx1"/>
                </a:solidFill>
                <a:latin typeface="Times New Roman" panose="02020603050405020304" pitchFamily="18" charset="0"/>
              </a:rPr>
              <a:t> : skin depth thickness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Char char="•"/>
            </a:pPr>
            <a:r>
              <a:rPr lang="en-CA" altLang="fr-FR" sz="2400" dirty="0">
                <a:solidFill>
                  <a:schemeClr val="tx1"/>
                </a:solidFill>
                <a:latin typeface="Times New Roman" panose="02020603050405020304" pitchFamily="18" charset="0"/>
              </a:rPr>
              <a:t> </a:t>
            </a:r>
            <a:r>
              <a:rPr lang="en-CA" altLang="fr-FR" sz="2400" dirty="0">
                <a:solidFill>
                  <a:schemeClr val="tx1"/>
                </a:solidFill>
                <a:latin typeface="Symbol" panose="05050102010706020507" pitchFamily="18" charset="2"/>
              </a:rPr>
              <a:t>s</a:t>
            </a:r>
            <a:r>
              <a:rPr lang="en-CA" altLang="fr-FR" sz="2400" dirty="0">
                <a:solidFill>
                  <a:schemeClr val="tx1"/>
                </a:solidFill>
                <a:latin typeface="Times New Roman" panose="02020603050405020304" pitchFamily="18" charset="0"/>
              </a:rPr>
              <a:t> : conductivity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Char char="•"/>
            </a:pPr>
            <a:r>
              <a:rPr lang="en-CA" altLang="fr-FR" sz="2400" dirty="0">
                <a:solidFill>
                  <a:schemeClr val="tx1"/>
                </a:solidFill>
                <a:latin typeface="Times New Roman" panose="02020603050405020304" pitchFamily="18" charset="0"/>
              </a:rPr>
              <a:t> </a:t>
            </a:r>
            <a:r>
              <a:rPr lang="en-CA" altLang="fr-FR" sz="2400" dirty="0">
                <a:solidFill>
                  <a:schemeClr val="tx1"/>
                </a:solidFill>
                <a:latin typeface="Symbol" panose="05050102010706020507" pitchFamily="18" charset="2"/>
              </a:rPr>
              <a:t>m</a:t>
            </a:r>
            <a:r>
              <a:rPr lang="en-CA" altLang="fr-FR" sz="2400" dirty="0">
                <a:solidFill>
                  <a:schemeClr val="tx1"/>
                </a:solidFill>
                <a:latin typeface="Times New Roman" panose="02020603050405020304" pitchFamily="18" charset="0"/>
              </a:rPr>
              <a:t> : permeability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Char char="•"/>
            </a:pPr>
            <a:r>
              <a:rPr lang="en-CA" altLang="fr-FR" sz="2400" dirty="0">
                <a:solidFill>
                  <a:schemeClr val="tx1"/>
                </a:solidFill>
                <a:latin typeface="Times New Roman" panose="02020603050405020304" pitchFamily="18" charset="0"/>
              </a:rPr>
              <a:t> f : frequency</a:t>
            </a:r>
          </a:p>
        </p:txBody>
      </p:sp>
      <p:sp>
        <p:nvSpPr>
          <p:cNvPr id="17" name="ZoneTexte 16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Coil</a:t>
            </a: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58864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6" dur="2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Skin effect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3"/>
          <p:cNvSpPr>
            <a:spLocks noChangeArrowheads="1"/>
          </p:cNvSpPr>
          <p:nvPr/>
        </p:nvSpPr>
        <p:spPr bwMode="auto">
          <a:xfrm>
            <a:off x="3430814" y="2782208"/>
            <a:ext cx="2495550" cy="2447925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7" name="Line 4"/>
          <p:cNvSpPr>
            <a:spLocks noChangeShapeType="1"/>
          </p:cNvSpPr>
          <p:nvPr/>
        </p:nvSpPr>
        <p:spPr bwMode="auto">
          <a:xfrm flipV="1">
            <a:off x="3154589" y="3725183"/>
            <a:ext cx="35147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" name="Line 5"/>
          <p:cNvSpPr>
            <a:spLocks noChangeShapeType="1"/>
          </p:cNvSpPr>
          <p:nvPr/>
        </p:nvSpPr>
        <p:spPr bwMode="auto">
          <a:xfrm>
            <a:off x="4678589" y="1905908"/>
            <a:ext cx="0" cy="36290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" name="Line 6"/>
          <p:cNvSpPr>
            <a:spLocks noChangeShapeType="1"/>
          </p:cNvSpPr>
          <p:nvPr/>
        </p:nvSpPr>
        <p:spPr bwMode="auto">
          <a:xfrm flipV="1">
            <a:off x="4678589" y="2848883"/>
            <a:ext cx="1028700" cy="8667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Oval 7"/>
          <p:cNvSpPr>
            <a:spLocks noChangeArrowheads="1"/>
          </p:cNvSpPr>
          <p:nvPr/>
        </p:nvSpPr>
        <p:spPr bwMode="auto">
          <a:xfrm>
            <a:off x="5285014" y="3139396"/>
            <a:ext cx="55563" cy="65087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13" name="Text Box 8"/>
          <p:cNvSpPr txBox="1">
            <a:spLocks noChangeArrowheads="1"/>
          </p:cNvSpPr>
          <p:nvPr/>
        </p:nvSpPr>
        <p:spPr bwMode="auto">
          <a:xfrm>
            <a:off x="4835752" y="3077483"/>
            <a:ext cx="295275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fr-FR" altLang="fr-FR" sz="1800">
                <a:solidFill>
                  <a:schemeClr val="tx1"/>
                </a:solidFill>
                <a:latin typeface="Times New Roman" panose="02020603050405020304" pitchFamily="18" charset="0"/>
              </a:rPr>
              <a:t>r</a:t>
            </a:r>
          </a:p>
        </p:txBody>
      </p:sp>
      <p:grpSp>
        <p:nvGrpSpPr>
          <p:cNvPr id="14" name="Group 9"/>
          <p:cNvGrpSpPr>
            <a:grpSpLocks/>
          </p:cNvGrpSpPr>
          <p:nvPr/>
        </p:nvGrpSpPr>
        <p:grpSpPr bwMode="auto">
          <a:xfrm>
            <a:off x="3565752" y="2888571"/>
            <a:ext cx="2209800" cy="2770187"/>
            <a:chOff x="643" y="1459"/>
            <a:chExt cx="1392" cy="2128"/>
          </a:xfrm>
        </p:grpSpPr>
        <p:sp useBgFill="1">
          <p:nvSpPr>
            <p:cNvPr id="15" name="Oval 10"/>
            <p:cNvSpPr>
              <a:spLocks noChangeArrowheads="1"/>
            </p:cNvSpPr>
            <p:nvPr/>
          </p:nvSpPr>
          <p:spPr bwMode="auto">
            <a:xfrm>
              <a:off x="643" y="1459"/>
              <a:ext cx="1392" cy="1722"/>
            </a:xfrm>
            <a:prstGeom prst="ellipse">
              <a:avLst/>
            </a:prstGeom>
            <a:ln w="19050">
              <a:solidFill>
                <a:srgbClr val="FF33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6" name="Line 11"/>
            <p:cNvSpPr>
              <a:spLocks noChangeShapeType="1"/>
            </p:cNvSpPr>
            <p:nvPr/>
          </p:nvSpPr>
          <p:spPr bwMode="auto">
            <a:xfrm flipH="1" flipV="1">
              <a:off x="1620" y="3180"/>
              <a:ext cx="108" cy="1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Text Box 12"/>
            <p:cNvSpPr txBox="1">
              <a:spLocks noChangeArrowheads="1"/>
            </p:cNvSpPr>
            <p:nvPr/>
          </p:nvSpPr>
          <p:spPr bwMode="auto">
            <a:xfrm>
              <a:off x="1697" y="3305"/>
              <a:ext cx="182" cy="28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fr-FR" altLang="fr-FR" sz="1800" b="1">
                  <a:solidFill>
                    <a:srgbClr val="FF3300"/>
                  </a:solidFill>
                  <a:latin typeface="Symbol" panose="05050102010706020507" pitchFamily="18" charset="2"/>
                </a:rPr>
                <a:t>d</a:t>
              </a:r>
            </a:p>
          </p:txBody>
        </p:sp>
      </p:grpSp>
      <p:pic>
        <p:nvPicPr>
          <p:cNvPr id="18" name="Picture 1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57" r="50688" b="75621"/>
          <a:stretch/>
        </p:blipFill>
        <p:spPr bwMode="auto">
          <a:xfrm>
            <a:off x="7039201" y="1417410"/>
            <a:ext cx="3606328" cy="20246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9" name="Text Box 17"/>
          <p:cNvSpPr txBox="1">
            <a:spLocks noChangeArrowheads="1"/>
          </p:cNvSpPr>
          <p:nvPr/>
        </p:nvSpPr>
        <p:spPr bwMode="auto">
          <a:xfrm>
            <a:off x="7266675" y="3725183"/>
            <a:ext cx="3369833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dirty="0">
                <a:solidFill>
                  <a:srgbClr val="FF3300"/>
                </a:solidFill>
                <a:latin typeface="Times New Roman" panose="02020603050405020304" pitchFamily="18" charset="0"/>
              </a:rPr>
              <a:t>Copper at 25°C</a:t>
            </a:r>
          </a:p>
          <a:p>
            <a:pPr eaLnBrk="1" hangingPunct="1">
              <a:spcBef>
                <a:spcPct val="0"/>
              </a:spcBef>
              <a:buClrTx/>
              <a:buSzTx/>
              <a:buFont typeface="Wingdings" panose="05000000000000000000" pitchFamily="2" charset="2"/>
              <a:buChar char="Ø"/>
            </a:pPr>
            <a:r>
              <a:rPr lang="en-CA" altLang="fr-FR" sz="2400" dirty="0">
                <a:solidFill>
                  <a:srgbClr val="FF3300"/>
                </a:solidFill>
                <a:latin typeface="Times New Roman" panose="02020603050405020304" pitchFamily="18" charset="0"/>
              </a:rPr>
              <a:t> 50 Hz : </a:t>
            </a:r>
            <a:r>
              <a:rPr lang="en-CA" altLang="fr-FR" sz="2400" dirty="0">
                <a:solidFill>
                  <a:srgbClr val="FF3300"/>
                </a:solidFill>
                <a:latin typeface="Symbol" panose="05050102010706020507" pitchFamily="18" charset="2"/>
              </a:rPr>
              <a:t>d</a:t>
            </a:r>
            <a:r>
              <a:rPr lang="en-CA" altLang="fr-FR" sz="2400" dirty="0">
                <a:solidFill>
                  <a:srgbClr val="FF3300"/>
                </a:solidFill>
                <a:latin typeface="Times New Roman" panose="02020603050405020304" pitchFamily="18" charset="0"/>
              </a:rPr>
              <a:t> = 9,4 mm</a:t>
            </a:r>
          </a:p>
          <a:p>
            <a:pPr eaLnBrk="1" hangingPunct="1">
              <a:spcBef>
                <a:spcPct val="0"/>
              </a:spcBef>
              <a:buClrTx/>
              <a:buSzTx/>
              <a:buFont typeface="Wingdings" panose="05000000000000000000" pitchFamily="2" charset="2"/>
              <a:buChar char="Ø"/>
            </a:pPr>
            <a:r>
              <a:rPr lang="en-CA" altLang="fr-FR" sz="2400" dirty="0">
                <a:solidFill>
                  <a:srgbClr val="FF3300"/>
                </a:solidFill>
                <a:latin typeface="Times New Roman" panose="02020603050405020304" pitchFamily="18" charset="0"/>
              </a:rPr>
              <a:t> 100 kHz : </a:t>
            </a:r>
            <a:r>
              <a:rPr lang="en-CA" altLang="fr-FR" sz="2400" dirty="0">
                <a:solidFill>
                  <a:srgbClr val="FF3300"/>
                </a:solidFill>
                <a:latin typeface="Symbol" panose="05050102010706020507" pitchFamily="18" charset="2"/>
              </a:rPr>
              <a:t>d</a:t>
            </a:r>
            <a:r>
              <a:rPr lang="en-CA" altLang="fr-FR" sz="2400" dirty="0">
                <a:solidFill>
                  <a:srgbClr val="FF3300"/>
                </a:solidFill>
                <a:latin typeface="Times New Roman" panose="02020603050405020304" pitchFamily="18" charset="0"/>
              </a:rPr>
              <a:t> = 0,21 mm</a:t>
            </a:r>
          </a:p>
        </p:txBody>
      </p:sp>
      <p:sp>
        <p:nvSpPr>
          <p:cNvPr id="20" name="Text Box 18"/>
          <p:cNvSpPr txBox="1">
            <a:spLocks noChangeArrowheads="1"/>
          </p:cNvSpPr>
          <p:nvPr/>
        </p:nvSpPr>
        <p:spPr bwMode="auto">
          <a:xfrm>
            <a:off x="6757187" y="5433718"/>
            <a:ext cx="4248150" cy="461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CA" altLang="fr-FR" sz="2400" b="1" i="1" dirty="0">
                <a:solidFill>
                  <a:srgbClr val="0033CC"/>
                </a:solidFill>
                <a:latin typeface="Times New Roman" panose="02020603050405020304" pitchFamily="18" charset="0"/>
              </a:rPr>
              <a:t>=&gt; Multi strand wire, </a:t>
            </a:r>
            <a:r>
              <a:rPr lang="en-CA" altLang="fr-FR" sz="2400" b="1" i="1" dirty="0" err="1">
                <a:solidFill>
                  <a:srgbClr val="0033CC"/>
                </a:solidFill>
                <a:latin typeface="Times New Roman" panose="02020603050405020304" pitchFamily="18" charset="0"/>
              </a:rPr>
              <a:t>Litz</a:t>
            </a:r>
            <a:r>
              <a:rPr lang="en-CA" altLang="fr-FR" sz="2400" b="1" i="1" dirty="0">
                <a:solidFill>
                  <a:srgbClr val="0033CC"/>
                </a:solidFill>
                <a:latin typeface="Times New Roman" panose="02020603050405020304" pitchFamily="18" charset="0"/>
              </a:rPr>
              <a:t> wire</a:t>
            </a:r>
          </a:p>
        </p:txBody>
      </p:sp>
      <p:sp>
        <p:nvSpPr>
          <p:cNvPr id="21" name="ZoneTexte 20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Coil</a:t>
            </a: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9938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Winding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3"/>
          <p:cNvGrpSpPr>
            <a:grpSpLocks/>
          </p:cNvGrpSpPr>
          <p:nvPr/>
        </p:nvGrpSpPr>
        <p:grpSpPr bwMode="auto">
          <a:xfrm>
            <a:off x="2941837" y="2127086"/>
            <a:ext cx="2536711" cy="3156114"/>
            <a:chOff x="1383" y="1480"/>
            <a:chExt cx="1860" cy="1814"/>
          </a:xfrm>
        </p:grpSpPr>
        <p:sp>
          <p:nvSpPr>
            <p:cNvPr id="7" name="AutoShape 4"/>
            <p:cNvSpPr>
              <a:spLocks noChangeArrowheads="1"/>
            </p:cNvSpPr>
            <p:nvPr/>
          </p:nvSpPr>
          <p:spPr bwMode="auto">
            <a:xfrm>
              <a:off x="1429" y="1480"/>
              <a:ext cx="1814" cy="181"/>
            </a:xfrm>
            <a:prstGeom prst="parallelogram">
              <a:avLst>
                <a:gd name="adj" fmla="val 123699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" name="AutoShape 5"/>
            <p:cNvSpPr>
              <a:spLocks noChangeArrowheads="1"/>
            </p:cNvSpPr>
            <p:nvPr/>
          </p:nvSpPr>
          <p:spPr bwMode="auto">
            <a:xfrm rot="5400000" flipH="1">
              <a:off x="2223" y="2273"/>
              <a:ext cx="1814" cy="227"/>
            </a:xfrm>
            <a:prstGeom prst="parallelogram">
              <a:avLst>
                <a:gd name="adj" fmla="val 78395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" name="Rectangle 6"/>
            <p:cNvSpPr>
              <a:spLocks noChangeArrowheads="1"/>
            </p:cNvSpPr>
            <p:nvPr/>
          </p:nvSpPr>
          <p:spPr bwMode="auto">
            <a:xfrm>
              <a:off x="1429" y="1661"/>
              <a:ext cx="1587" cy="163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2" name="Rectangle 7"/>
            <p:cNvSpPr>
              <a:spLocks noChangeArrowheads="1"/>
            </p:cNvSpPr>
            <p:nvPr/>
          </p:nvSpPr>
          <p:spPr bwMode="auto">
            <a:xfrm>
              <a:off x="1746" y="1979"/>
              <a:ext cx="953" cy="997"/>
            </a:xfrm>
            <a:prstGeom prst="rect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3" name="AutoShape 8"/>
            <p:cNvSpPr>
              <a:spLocks noChangeArrowheads="1"/>
            </p:cNvSpPr>
            <p:nvPr/>
          </p:nvSpPr>
          <p:spPr bwMode="auto">
            <a:xfrm rot="5400000" flipH="1">
              <a:off x="1270" y="2273"/>
              <a:ext cx="1179" cy="227"/>
            </a:xfrm>
            <a:prstGeom prst="parallelogram">
              <a:avLst>
                <a:gd name="adj" fmla="val 79278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4" name="AutoShape 9"/>
            <p:cNvSpPr>
              <a:spLocks noChangeArrowheads="1"/>
            </p:cNvSpPr>
            <p:nvPr/>
          </p:nvSpPr>
          <p:spPr bwMode="auto">
            <a:xfrm>
              <a:off x="1746" y="2795"/>
              <a:ext cx="1179" cy="181"/>
            </a:xfrm>
            <a:prstGeom prst="parallelogram">
              <a:avLst>
                <a:gd name="adj" fmla="val 126808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5" name="AutoShape 10"/>
            <p:cNvSpPr>
              <a:spLocks noChangeArrowheads="1"/>
            </p:cNvSpPr>
            <p:nvPr/>
          </p:nvSpPr>
          <p:spPr bwMode="auto">
            <a:xfrm>
              <a:off x="1746" y="1797"/>
              <a:ext cx="1179" cy="181"/>
            </a:xfrm>
            <a:prstGeom prst="parallelogram">
              <a:avLst>
                <a:gd name="adj" fmla="val 126808"/>
              </a:avLst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6" name="AutoShape 11"/>
            <p:cNvSpPr>
              <a:spLocks noChangeArrowheads="1"/>
            </p:cNvSpPr>
            <p:nvPr/>
          </p:nvSpPr>
          <p:spPr bwMode="auto">
            <a:xfrm rot="5400000" flipH="1">
              <a:off x="2223" y="2273"/>
              <a:ext cx="1179" cy="227"/>
            </a:xfrm>
            <a:prstGeom prst="parallelogram">
              <a:avLst>
                <a:gd name="adj" fmla="val 79278"/>
              </a:avLst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7" name="Rectangle 12"/>
            <p:cNvSpPr>
              <a:spLocks noChangeArrowheads="1"/>
            </p:cNvSpPr>
            <p:nvPr/>
          </p:nvSpPr>
          <p:spPr bwMode="auto">
            <a:xfrm>
              <a:off x="1429" y="1661"/>
              <a:ext cx="1587" cy="31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8" name="Rectangle 13"/>
            <p:cNvSpPr>
              <a:spLocks noChangeArrowheads="1"/>
            </p:cNvSpPr>
            <p:nvPr/>
          </p:nvSpPr>
          <p:spPr bwMode="auto">
            <a:xfrm>
              <a:off x="2699" y="1888"/>
              <a:ext cx="317" cy="131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9" name="Rectangle 14"/>
            <p:cNvSpPr>
              <a:spLocks noChangeArrowheads="1"/>
            </p:cNvSpPr>
            <p:nvPr/>
          </p:nvSpPr>
          <p:spPr bwMode="auto">
            <a:xfrm>
              <a:off x="1429" y="1661"/>
              <a:ext cx="1587" cy="163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0" name="Rectangle 15"/>
            <p:cNvSpPr>
              <a:spLocks noChangeArrowheads="1"/>
            </p:cNvSpPr>
            <p:nvPr/>
          </p:nvSpPr>
          <p:spPr bwMode="auto">
            <a:xfrm>
              <a:off x="1746" y="1979"/>
              <a:ext cx="953" cy="99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1" name="Rectangle 16"/>
            <p:cNvSpPr>
              <a:spLocks noChangeArrowheads="1"/>
            </p:cNvSpPr>
            <p:nvPr/>
          </p:nvSpPr>
          <p:spPr bwMode="auto">
            <a:xfrm>
              <a:off x="1837" y="2341"/>
              <a:ext cx="136" cy="9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2" name="Rectangle 17"/>
            <p:cNvSpPr>
              <a:spLocks noChangeArrowheads="1"/>
            </p:cNvSpPr>
            <p:nvPr/>
          </p:nvSpPr>
          <p:spPr bwMode="auto">
            <a:xfrm>
              <a:off x="1383" y="2478"/>
              <a:ext cx="227" cy="9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3" name="AutoShape 18"/>
            <p:cNvSpPr>
              <a:spLocks noChangeArrowheads="1"/>
            </p:cNvSpPr>
            <p:nvPr/>
          </p:nvSpPr>
          <p:spPr bwMode="auto">
            <a:xfrm>
              <a:off x="1429" y="2432"/>
              <a:ext cx="544" cy="136"/>
            </a:xfrm>
            <a:prstGeom prst="parallelogram">
              <a:avLst>
                <a:gd name="adj" fmla="val 171574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4" name="Rectangle 19"/>
            <p:cNvSpPr>
              <a:spLocks noChangeArrowheads="1"/>
            </p:cNvSpPr>
            <p:nvPr/>
          </p:nvSpPr>
          <p:spPr bwMode="auto">
            <a:xfrm>
              <a:off x="1429" y="2387"/>
              <a:ext cx="317" cy="9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5" name="Line 20"/>
            <p:cNvSpPr>
              <a:spLocks noChangeShapeType="1"/>
            </p:cNvSpPr>
            <p:nvPr/>
          </p:nvSpPr>
          <p:spPr bwMode="auto">
            <a:xfrm>
              <a:off x="1429" y="2341"/>
              <a:ext cx="0" cy="13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Line 21"/>
            <p:cNvSpPr>
              <a:spLocks noChangeShapeType="1"/>
            </p:cNvSpPr>
            <p:nvPr/>
          </p:nvSpPr>
          <p:spPr bwMode="auto">
            <a:xfrm>
              <a:off x="1429" y="2478"/>
              <a:ext cx="31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Line 22"/>
            <p:cNvSpPr>
              <a:spLocks noChangeShapeType="1"/>
            </p:cNvSpPr>
            <p:nvPr/>
          </p:nvSpPr>
          <p:spPr bwMode="auto">
            <a:xfrm flipV="1">
              <a:off x="1746" y="2341"/>
              <a:ext cx="0" cy="13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AutoShape 23"/>
            <p:cNvSpPr>
              <a:spLocks noChangeArrowheads="1"/>
            </p:cNvSpPr>
            <p:nvPr/>
          </p:nvSpPr>
          <p:spPr bwMode="auto">
            <a:xfrm rot="16200000" flipH="1">
              <a:off x="1746" y="2251"/>
              <a:ext cx="228" cy="227"/>
            </a:xfrm>
            <a:prstGeom prst="parallelogram">
              <a:avLst>
                <a:gd name="adj" fmla="val 64752"/>
              </a:avLst>
            </a:pr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9" name="Line 24"/>
            <p:cNvSpPr>
              <a:spLocks noChangeShapeType="1"/>
            </p:cNvSpPr>
            <p:nvPr/>
          </p:nvSpPr>
          <p:spPr bwMode="auto">
            <a:xfrm>
              <a:off x="1746" y="2341"/>
              <a:ext cx="0" cy="13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Line 25"/>
            <p:cNvSpPr>
              <a:spLocks noChangeShapeType="1"/>
            </p:cNvSpPr>
            <p:nvPr/>
          </p:nvSpPr>
          <p:spPr bwMode="auto">
            <a:xfrm flipV="1">
              <a:off x="1746" y="2341"/>
              <a:ext cx="227" cy="13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26"/>
            <p:cNvSpPr>
              <a:spLocks noChangeShapeType="1"/>
            </p:cNvSpPr>
            <p:nvPr/>
          </p:nvSpPr>
          <p:spPr bwMode="auto">
            <a:xfrm flipV="1">
              <a:off x="1973" y="2251"/>
              <a:ext cx="0" cy="9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32" name="Group 27"/>
          <p:cNvGrpSpPr>
            <a:grpSpLocks/>
          </p:cNvGrpSpPr>
          <p:nvPr/>
        </p:nvGrpSpPr>
        <p:grpSpPr bwMode="auto">
          <a:xfrm>
            <a:off x="6586410" y="1837752"/>
            <a:ext cx="3608872" cy="4289365"/>
            <a:chOff x="1116" y="1794"/>
            <a:chExt cx="1518" cy="1916"/>
          </a:xfrm>
        </p:grpSpPr>
        <p:sp>
          <p:nvSpPr>
            <p:cNvPr id="33" name="Rectangle 28"/>
            <p:cNvSpPr>
              <a:spLocks noChangeArrowheads="1"/>
            </p:cNvSpPr>
            <p:nvPr/>
          </p:nvSpPr>
          <p:spPr bwMode="auto">
            <a:xfrm>
              <a:off x="1116" y="1794"/>
              <a:ext cx="1518" cy="1614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 useBgFill="1">
          <p:nvSpPr>
            <p:cNvPr id="34" name="Rectangle 29"/>
            <p:cNvSpPr>
              <a:spLocks noChangeArrowheads="1"/>
            </p:cNvSpPr>
            <p:nvPr/>
          </p:nvSpPr>
          <p:spPr bwMode="auto">
            <a:xfrm>
              <a:off x="1459" y="2143"/>
              <a:ext cx="828" cy="942"/>
            </a:xfrm>
            <a:prstGeom prst="rect">
              <a:avLst/>
            </a:prstGeom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5" name="Oval 30"/>
            <p:cNvSpPr>
              <a:spLocks noChangeArrowheads="1"/>
            </p:cNvSpPr>
            <p:nvPr/>
          </p:nvSpPr>
          <p:spPr bwMode="auto">
            <a:xfrm>
              <a:off x="1464" y="2892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6" name="Oval 31"/>
            <p:cNvSpPr>
              <a:spLocks noChangeArrowheads="1"/>
            </p:cNvSpPr>
            <p:nvPr/>
          </p:nvSpPr>
          <p:spPr bwMode="auto">
            <a:xfrm>
              <a:off x="1627" y="2893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7" name="Oval 32"/>
            <p:cNvSpPr>
              <a:spLocks noChangeArrowheads="1"/>
            </p:cNvSpPr>
            <p:nvPr/>
          </p:nvSpPr>
          <p:spPr bwMode="auto">
            <a:xfrm>
              <a:off x="1790" y="2894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8" name="Oval 33"/>
            <p:cNvSpPr>
              <a:spLocks noChangeArrowheads="1"/>
            </p:cNvSpPr>
            <p:nvPr/>
          </p:nvSpPr>
          <p:spPr bwMode="auto">
            <a:xfrm>
              <a:off x="1953" y="2895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9" name="Oval 34"/>
            <p:cNvSpPr>
              <a:spLocks noChangeArrowheads="1"/>
            </p:cNvSpPr>
            <p:nvPr/>
          </p:nvSpPr>
          <p:spPr bwMode="auto">
            <a:xfrm>
              <a:off x="2116" y="2896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0" name="Oval 35"/>
            <p:cNvSpPr>
              <a:spLocks noChangeArrowheads="1"/>
            </p:cNvSpPr>
            <p:nvPr/>
          </p:nvSpPr>
          <p:spPr bwMode="auto">
            <a:xfrm>
              <a:off x="1543" y="2725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1" name="Oval 36"/>
            <p:cNvSpPr>
              <a:spLocks noChangeArrowheads="1"/>
            </p:cNvSpPr>
            <p:nvPr/>
          </p:nvSpPr>
          <p:spPr bwMode="auto">
            <a:xfrm>
              <a:off x="1706" y="2726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2" name="Oval 37"/>
            <p:cNvSpPr>
              <a:spLocks noChangeArrowheads="1"/>
            </p:cNvSpPr>
            <p:nvPr/>
          </p:nvSpPr>
          <p:spPr bwMode="auto">
            <a:xfrm>
              <a:off x="1869" y="2727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3" name="Oval 38"/>
            <p:cNvSpPr>
              <a:spLocks noChangeArrowheads="1"/>
            </p:cNvSpPr>
            <p:nvPr/>
          </p:nvSpPr>
          <p:spPr bwMode="auto">
            <a:xfrm>
              <a:off x="2032" y="2728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4" name="Oval 39"/>
            <p:cNvSpPr>
              <a:spLocks noChangeArrowheads="1"/>
            </p:cNvSpPr>
            <p:nvPr/>
          </p:nvSpPr>
          <p:spPr bwMode="auto">
            <a:xfrm>
              <a:off x="1461" y="215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5" name="Oval 40"/>
            <p:cNvSpPr>
              <a:spLocks noChangeArrowheads="1"/>
            </p:cNvSpPr>
            <p:nvPr/>
          </p:nvSpPr>
          <p:spPr bwMode="auto">
            <a:xfrm>
              <a:off x="1519" y="2149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6" name="Oval 41"/>
            <p:cNvSpPr>
              <a:spLocks noChangeArrowheads="1"/>
            </p:cNvSpPr>
            <p:nvPr/>
          </p:nvSpPr>
          <p:spPr bwMode="auto">
            <a:xfrm>
              <a:off x="1577" y="2150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7" name="Oval 42"/>
            <p:cNvSpPr>
              <a:spLocks noChangeArrowheads="1"/>
            </p:cNvSpPr>
            <p:nvPr/>
          </p:nvSpPr>
          <p:spPr bwMode="auto">
            <a:xfrm>
              <a:off x="1635" y="215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8" name="Oval 43"/>
            <p:cNvSpPr>
              <a:spLocks noChangeArrowheads="1"/>
            </p:cNvSpPr>
            <p:nvPr/>
          </p:nvSpPr>
          <p:spPr bwMode="auto">
            <a:xfrm>
              <a:off x="1693" y="2152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9" name="Oval 44"/>
            <p:cNvSpPr>
              <a:spLocks noChangeArrowheads="1"/>
            </p:cNvSpPr>
            <p:nvPr/>
          </p:nvSpPr>
          <p:spPr bwMode="auto">
            <a:xfrm>
              <a:off x="1751" y="2150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0" name="Oval 45"/>
            <p:cNvSpPr>
              <a:spLocks noChangeArrowheads="1"/>
            </p:cNvSpPr>
            <p:nvPr/>
          </p:nvSpPr>
          <p:spPr bwMode="auto">
            <a:xfrm>
              <a:off x="1809" y="215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1" name="Oval 46"/>
            <p:cNvSpPr>
              <a:spLocks noChangeArrowheads="1"/>
            </p:cNvSpPr>
            <p:nvPr/>
          </p:nvSpPr>
          <p:spPr bwMode="auto">
            <a:xfrm>
              <a:off x="1867" y="2152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2" name="Oval 47"/>
            <p:cNvSpPr>
              <a:spLocks noChangeArrowheads="1"/>
            </p:cNvSpPr>
            <p:nvPr/>
          </p:nvSpPr>
          <p:spPr bwMode="auto">
            <a:xfrm>
              <a:off x="1925" y="2153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3" name="Oval 48"/>
            <p:cNvSpPr>
              <a:spLocks noChangeArrowheads="1"/>
            </p:cNvSpPr>
            <p:nvPr/>
          </p:nvSpPr>
          <p:spPr bwMode="auto">
            <a:xfrm>
              <a:off x="1983" y="215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4" name="Oval 49"/>
            <p:cNvSpPr>
              <a:spLocks noChangeArrowheads="1"/>
            </p:cNvSpPr>
            <p:nvPr/>
          </p:nvSpPr>
          <p:spPr bwMode="auto">
            <a:xfrm>
              <a:off x="2041" y="2152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5" name="Oval 50"/>
            <p:cNvSpPr>
              <a:spLocks noChangeArrowheads="1"/>
            </p:cNvSpPr>
            <p:nvPr/>
          </p:nvSpPr>
          <p:spPr bwMode="auto">
            <a:xfrm>
              <a:off x="2099" y="2153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6" name="Oval 51"/>
            <p:cNvSpPr>
              <a:spLocks noChangeArrowheads="1"/>
            </p:cNvSpPr>
            <p:nvPr/>
          </p:nvSpPr>
          <p:spPr bwMode="auto">
            <a:xfrm>
              <a:off x="2156" y="2150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7" name="Oval 52"/>
            <p:cNvSpPr>
              <a:spLocks noChangeArrowheads="1"/>
            </p:cNvSpPr>
            <p:nvPr/>
          </p:nvSpPr>
          <p:spPr bwMode="auto">
            <a:xfrm>
              <a:off x="2214" y="215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8" name="Oval 53"/>
            <p:cNvSpPr>
              <a:spLocks noChangeArrowheads="1"/>
            </p:cNvSpPr>
            <p:nvPr/>
          </p:nvSpPr>
          <p:spPr bwMode="auto">
            <a:xfrm>
              <a:off x="1492" y="2212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9" name="Oval 54"/>
            <p:cNvSpPr>
              <a:spLocks noChangeArrowheads="1"/>
            </p:cNvSpPr>
            <p:nvPr/>
          </p:nvSpPr>
          <p:spPr bwMode="auto">
            <a:xfrm>
              <a:off x="1550" y="2210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0" name="Oval 55"/>
            <p:cNvSpPr>
              <a:spLocks noChangeArrowheads="1"/>
            </p:cNvSpPr>
            <p:nvPr/>
          </p:nvSpPr>
          <p:spPr bwMode="auto">
            <a:xfrm>
              <a:off x="1608" y="221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1" name="Oval 56"/>
            <p:cNvSpPr>
              <a:spLocks noChangeArrowheads="1"/>
            </p:cNvSpPr>
            <p:nvPr/>
          </p:nvSpPr>
          <p:spPr bwMode="auto">
            <a:xfrm>
              <a:off x="1666" y="2212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2" name="Oval 57"/>
            <p:cNvSpPr>
              <a:spLocks noChangeArrowheads="1"/>
            </p:cNvSpPr>
            <p:nvPr/>
          </p:nvSpPr>
          <p:spPr bwMode="auto">
            <a:xfrm>
              <a:off x="1724" y="2213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3" name="Oval 58"/>
            <p:cNvSpPr>
              <a:spLocks noChangeArrowheads="1"/>
            </p:cNvSpPr>
            <p:nvPr/>
          </p:nvSpPr>
          <p:spPr bwMode="auto">
            <a:xfrm>
              <a:off x="1782" y="221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4" name="Oval 59"/>
            <p:cNvSpPr>
              <a:spLocks noChangeArrowheads="1"/>
            </p:cNvSpPr>
            <p:nvPr/>
          </p:nvSpPr>
          <p:spPr bwMode="auto">
            <a:xfrm>
              <a:off x="1840" y="2212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5" name="Oval 60"/>
            <p:cNvSpPr>
              <a:spLocks noChangeArrowheads="1"/>
            </p:cNvSpPr>
            <p:nvPr/>
          </p:nvSpPr>
          <p:spPr bwMode="auto">
            <a:xfrm>
              <a:off x="1898" y="2213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6" name="Oval 61"/>
            <p:cNvSpPr>
              <a:spLocks noChangeArrowheads="1"/>
            </p:cNvSpPr>
            <p:nvPr/>
          </p:nvSpPr>
          <p:spPr bwMode="auto">
            <a:xfrm>
              <a:off x="1956" y="2214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7" name="Oval 62"/>
            <p:cNvSpPr>
              <a:spLocks noChangeArrowheads="1"/>
            </p:cNvSpPr>
            <p:nvPr/>
          </p:nvSpPr>
          <p:spPr bwMode="auto">
            <a:xfrm>
              <a:off x="2014" y="2212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8" name="Oval 63"/>
            <p:cNvSpPr>
              <a:spLocks noChangeArrowheads="1"/>
            </p:cNvSpPr>
            <p:nvPr/>
          </p:nvSpPr>
          <p:spPr bwMode="auto">
            <a:xfrm>
              <a:off x="2072" y="2213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9" name="Oval 64"/>
            <p:cNvSpPr>
              <a:spLocks noChangeArrowheads="1"/>
            </p:cNvSpPr>
            <p:nvPr/>
          </p:nvSpPr>
          <p:spPr bwMode="auto">
            <a:xfrm>
              <a:off x="2130" y="2214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0" name="Oval 65"/>
            <p:cNvSpPr>
              <a:spLocks noChangeArrowheads="1"/>
            </p:cNvSpPr>
            <p:nvPr/>
          </p:nvSpPr>
          <p:spPr bwMode="auto">
            <a:xfrm>
              <a:off x="2187" y="221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1" name="Oval 66"/>
            <p:cNvSpPr>
              <a:spLocks noChangeArrowheads="1"/>
            </p:cNvSpPr>
            <p:nvPr/>
          </p:nvSpPr>
          <p:spPr bwMode="auto">
            <a:xfrm>
              <a:off x="1462" y="2275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2" name="Oval 67"/>
            <p:cNvSpPr>
              <a:spLocks noChangeArrowheads="1"/>
            </p:cNvSpPr>
            <p:nvPr/>
          </p:nvSpPr>
          <p:spPr bwMode="auto">
            <a:xfrm>
              <a:off x="1520" y="2273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3" name="Oval 68"/>
            <p:cNvSpPr>
              <a:spLocks noChangeArrowheads="1"/>
            </p:cNvSpPr>
            <p:nvPr/>
          </p:nvSpPr>
          <p:spPr bwMode="auto">
            <a:xfrm>
              <a:off x="1578" y="2274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4" name="Oval 69"/>
            <p:cNvSpPr>
              <a:spLocks noChangeArrowheads="1"/>
            </p:cNvSpPr>
            <p:nvPr/>
          </p:nvSpPr>
          <p:spPr bwMode="auto">
            <a:xfrm>
              <a:off x="1636" y="2275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5" name="Oval 70"/>
            <p:cNvSpPr>
              <a:spLocks noChangeArrowheads="1"/>
            </p:cNvSpPr>
            <p:nvPr/>
          </p:nvSpPr>
          <p:spPr bwMode="auto">
            <a:xfrm>
              <a:off x="1694" y="2276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6" name="Oval 71"/>
            <p:cNvSpPr>
              <a:spLocks noChangeArrowheads="1"/>
            </p:cNvSpPr>
            <p:nvPr/>
          </p:nvSpPr>
          <p:spPr bwMode="auto">
            <a:xfrm>
              <a:off x="1752" y="2274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7" name="Oval 72"/>
            <p:cNvSpPr>
              <a:spLocks noChangeArrowheads="1"/>
            </p:cNvSpPr>
            <p:nvPr/>
          </p:nvSpPr>
          <p:spPr bwMode="auto">
            <a:xfrm>
              <a:off x="1810" y="2275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8" name="Oval 73"/>
            <p:cNvSpPr>
              <a:spLocks noChangeArrowheads="1"/>
            </p:cNvSpPr>
            <p:nvPr/>
          </p:nvSpPr>
          <p:spPr bwMode="auto">
            <a:xfrm>
              <a:off x="1868" y="2276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9" name="Oval 74"/>
            <p:cNvSpPr>
              <a:spLocks noChangeArrowheads="1"/>
            </p:cNvSpPr>
            <p:nvPr/>
          </p:nvSpPr>
          <p:spPr bwMode="auto">
            <a:xfrm>
              <a:off x="1926" y="2277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0" name="Oval 75"/>
            <p:cNvSpPr>
              <a:spLocks noChangeArrowheads="1"/>
            </p:cNvSpPr>
            <p:nvPr/>
          </p:nvSpPr>
          <p:spPr bwMode="auto">
            <a:xfrm>
              <a:off x="1984" y="2275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1" name="Oval 76"/>
            <p:cNvSpPr>
              <a:spLocks noChangeArrowheads="1"/>
            </p:cNvSpPr>
            <p:nvPr/>
          </p:nvSpPr>
          <p:spPr bwMode="auto">
            <a:xfrm>
              <a:off x="2042" y="2276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2" name="Oval 77"/>
            <p:cNvSpPr>
              <a:spLocks noChangeArrowheads="1"/>
            </p:cNvSpPr>
            <p:nvPr/>
          </p:nvSpPr>
          <p:spPr bwMode="auto">
            <a:xfrm>
              <a:off x="2100" y="2277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3" name="Oval 78"/>
            <p:cNvSpPr>
              <a:spLocks noChangeArrowheads="1"/>
            </p:cNvSpPr>
            <p:nvPr/>
          </p:nvSpPr>
          <p:spPr bwMode="auto">
            <a:xfrm>
              <a:off x="2157" y="2274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4" name="Oval 79"/>
            <p:cNvSpPr>
              <a:spLocks noChangeArrowheads="1"/>
            </p:cNvSpPr>
            <p:nvPr/>
          </p:nvSpPr>
          <p:spPr bwMode="auto">
            <a:xfrm>
              <a:off x="2215" y="2275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5" name="Oval 80"/>
            <p:cNvSpPr>
              <a:spLocks noChangeArrowheads="1"/>
            </p:cNvSpPr>
            <p:nvPr/>
          </p:nvSpPr>
          <p:spPr bwMode="auto">
            <a:xfrm>
              <a:off x="1493" y="2336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6" name="Oval 81"/>
            <p:cNvSpPr>
              <a:spLocks noChangeArrowheads="1"/>
            </p:cNvSpPr>
            <p:nvPr/>
          </p:nvSpPr>
          <p:spPr bwMode="auto">
            <a:xfrm>
              <a:off x="1551" y="2334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7" name="Oval 82"/>
            <p:cNvSpPr>
              <a:spLocks noChangeArrowheads="1"/>
            </p:cNvSpPr>
            <p:nvPr/>
          </p:nvSpPr>
          <p:spPr bwMode="auto">
            <a:xfrm>
              <a:off x="1609" y="2335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8" name="Oval 83"/>
            <p:cNvSpPr>
              <a:spLocks noChangeArrowheads="1"/>
            </p:cNvSpPr>
            <p:nvPr/>
          </p:nvSpPr>
          <p:spPr bwMode="auto">
            <a:xfrm>
              <a:off x="1667" y="2336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9" name="Oval 84"/>
            <p:cNvSpPr>
              <a:spLocks noChangeArrowheads="1"/>
            </p:cNvSpPr>
            <p:nvPr/>
          </p:nvSpPr>
          <p:spPr bwMode="auto">
            <a:xfrm>
              <a:off x="1725" y="2337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0" name="Oval 85"/>
            <p:cNvSpPr>
              <a:spLocks noChangeArrowheads="1"/>
            </p:cNvSpPr>
            <p:nvPr/>
          </p:nvSpPr>
          <p:spPr bwMode="auto">
            <a:xfrm>
              <a:off x="1783" y="2335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1" name="Oval 86"/>
            <p:cNvSpPr>
              <a:spLocks noChangeArrowheads="1"/>
            </p:cNvSpPr>
            <p:nvPr/>
          </p:nvSpPr>
          <p:spPr bwMode="auto">
            <a:xfrm>
              <a:off x="1841" y="2336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2" name="Oval 87"/>
            <p:cNvSpPr>
              <a:spLocks noChangeArrowheads="1"/>
            </p:cNvSpPr>
            <p:nvPr/>
          </p:nvSpPr>
          <p:spPr bwMode="auto">
            <a:xfrm>
              <a:off x="1899" y="2337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3" name="Oval 88"/>
            <p:cNvSpPr>
              <a:spLocks noChangeArrowheads="1"/>
            </p:cNvSpPr>
            <p:nvPr/>
          </p:nvSpPr>
          <p:spPr bwMode="auto">
            <a:xfrm>
              <a:off x="1957" y="2338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4" name="Oval 89"/>
            <p:cNvSpPr>
              <a:spLocks noChangeArrowheads="1"/>
            </p:cNvSpPr>
            <p:nvPr/>
          </p:nvSpPr>
          <p:spPr bwMode="auto">
            <a:xfrm>
              <a:off x="2015" y="2336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5" name="Oval 90"/>
            <p:cNvSpPr>
              <a:spLocks noChangeArrowheads="1"/>
            </p:cNvSpPr>
            <p:nvPr/>
          </p:nvSpPr>
          <p:spPr bwMode="auto">
            <a:xfrm>
              <a:off x="2073" y="2337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6" name="Oval 91"/>
            <p:cNvSpPr>
              <a:spLocks noChangeArrowheads="1"/>
            </p:cNvSpPr>
            <p:nvPr/>
          </p:nvSpPr>
          <p:spPr bwMode="auto">
            <a:xfrm>
              <a:off x="2131" y="2338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7" name="Oval 92"/>
            <p:cNvSpPr>
              <a:spLocks noChangeArrowheads="1"/>
            </p:cNvSpPr>
            <p:nvPr/>
          </p:nvSpPr>
          <p:spPr bwMode="auto">
            <a:xfrm>
              <a:off x="2188" y="2335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8" name="Oval 93"/>
            <p:cNvSpPr>
              <a:spLocks noChangeArrowheads="1"/>
            </p:cNvSpPr>
            <p:nvPr/>
          </p:nvSpPr>
          <p:spPr bwMode="auto">
            <a:xfrm>
              <a:off x="1463" y="2399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9" name="Oval 94"/>
            <p:cNvSpPr>
              <a:spLocks noChangeArrowheads="1"/>
            </p:cNvSpPr>
            <p:nvPr/>
          </p:nvSpPr>
          <p:spPr bwMode="auto">
            <a:xfrm>
              <a:off x="1521" y="2397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0" name="Oval 95"/>
            <p:cNvSpPr>
              <a:spLocks noChangeArrowheads="1"/>
            </p:cNvSpPr>
            <p:nvPr/>
          </p:nvSpPr>
          <p:spPr bwMode="auto">
            <a:xfrm>
              <a:off x="1579" y="2398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1" name="Oval 96"/>
            <p:cNvSpPr>
              <a:spLocks noChangeArrowheads="1"/>
            </p:cNvSpPr>
            <p:nvPr/>
          </p:nvSpPr>
          <p:spPr bwMode="auto">
            <a:xfrm>
              <a:off x="1637" y="2399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2" name="Oval 97"/>
            <p:cNvSpPr>
              <a:spLocks noChangeArrowheads="1"/>
            </p:cNvSpPr>
            <p:nvPr/>
          </p:nvSpPr>
          <p:spPr bwMode="auto">
            <a:xfrm>
              <a:off x="1695" y="2400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3" name="Oval 98"/>
            <p:cNvSpPr>
              <a:spLocks noChangeArrowheads="1"/>
            </p:cNvSpPr>
            <p:nvPr/>
          </p:nvSpPr>
          <p:spPr bwMode="auto">
            <a:xfrm>
              <a:off x="1753" y="2398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4" name="Oval 99"/>
            <p:cNvSpPr>
              <a:spLocks noChangeArrowheads="1"/>
            </p:cNvSpPr>
            <p:nvPr/>
          </p:nvSpPr>
          <p:spPr bwMode="auto">
            <a:xfrm>
              <a:off x="1811" y="2399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5" name="Oval 100"/>
            <p:cNvSpPr>
              <a:spLocks noChangeArrowheads="1"/>
            </p:cNvSpPr>
            <p:nvPr/>
          </p:nvSpPr>
          <p:spPr bwMode="auto">
            <a:xfrm>
              <a:off x="1869" y="2400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6" name="Oval 101"/>
            <p:cNvSpPr>
              <a:spLocks noChangeArrowheads="1"/>
            </p:cNvSpPr>
            <p:nvPr/>
          </p:nvSpPr>
          <p:spPr bwMode="auto">
            <a:xfrm>
              <a:off x="1927" y="240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7" name="Oval 102"/>
            <p:cNvSpPr>
              <a:spLocks noChangeArrowheads="1"/>
            </p:cNvSpPr>
            <p:nvPr/>
          </p:nvSpPr>
          <p:spPr bwMode="auto">
            <a:xfrm>
              <a:off x="1985" y="2399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8" name="Oval 103"/>
            <p:cNvSpPr>
              <a:spLocks noChangeArrowheads="1"/>
            </p:cNvSpPr>
            <p:nvPr/>
          </p:nvSpPr>
          <p:spPr bwMode="auto">
            <a:xfrm>
              <a:off x="2043" y="2400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9" name="Oval 104"/>
            <p:cNvSpPr>
              <a:spLocks noChangeArrowheads="1"/>
            </p:cNvSpPr>
            <p:nvPr/>
          </p:nvSpPr>
          <p:spPr bwMode="auto">
            <a:xfrm>
              <a:off x="2101" y="240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0" name="Oval 105"/>
            <p:cNvSpPr>
              <a:spLocks noChangeArrowheads="1"/>
            </p:cNvSpPr>
            <p:nvPr/>
          </p:nvSpPr>
          <p:spPr bwMode="auto">
            <a:xfrm>
              <a:off x="2158" y="2398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1" name="Oval 106"/>
            <p:cNvSpPr>
              <a:spLocks noChangeArrowheads="1"/>
            </p:cNvSpPr>
            <p:nvPr/>
          </p:nvSpPr>
          <p:spPr bwMode="auto">
            <a:xfrm>
              <a:off x="2216" y="2399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2" name="Oval 107"/>
            <p:cNvSpPr>
              <a:spLocks noChangeArrowheads="1"/>
            </p:cNvSpPr>
            <p:nvPr/>
          </p:nvSpPr>
          <p:spPr bwMode="auto">
            <a:xfrm>
              <a:off x="1494" y="2460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3" name="Oval 108"/>
            <p:cNvSpPr>
              <a:spLocks noChangeArrowheads="1"/>
            </p:cNvSpPr>
            <p:nvPr/>
          </p:nvSpPr>
          <p:spPr bwMode="auto">
            <a:xfrm>
              <a:off x="1552" y="2458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4" name="Oval 109"/>
            <p:cNvSpPr>
              <a:spLocks noChangeArrowheads="1"/>
            </p:cNvSpPr>
            <p:nvPr/>
          </p:nvSpPr>
          <p:spPr bwMode="auto">
            <a:xfrm>
              <a:off x="1610" y="2459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5" name="Oval 110"/>
            <p:cNvSpPr>
              <a:spLocks noChangeArrowheads="1"/>
            </p:cNvSpPr>
            <p:nvPr/>
          </p:nvSpPr>
          <p:spPr bwMode="auto">
            <a:xfrm>
              <a:off x="1668" y="2460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6" name="Oval 111"/>
            <p:cNvSpPr>
              <a:spLocks noChangeArrowheads="1"/>
            </p:cNvSpPr>
            <p:nvPr/>
          </p:nvSpPr>
          <p:spPr bwMode="auto">
            <a:xfrm>
              <a:off x="1726" y="246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7" name="Oval 112"/>
            <p:cNvSpPr>
              <a:spLocks noChangeArrowheads="1"/>
            </p:cNvSpPr>
            <p:nvPr/>
          </p:nvSpPr>
          <p:spPr bwMode="auto">
            <a:xfrm>
              <a:off x="1784" y="2459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8" name="Oval 113"/>
            <p:cNvSpPr>
              <a:spLocks noChangeArrowheads="1"/>
            </p:cNvSpPr>
            <p:nvPr/>
          </p:nvSpPr>
          <p:spPr bwMode="auto">
            <a:xfrm>
              <a:off x="1842" y="2460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9" name="Oval 114"/>
            <p:cNvSpPr>
              <a:spLocks noChangeArrowheads="1"/>
            </p:cNvSpPr>
            <p:nvPr/>
          </p:nvSpPr>
          <p:spPr bwMode="auto">
            <a:xfrm>
              <a:off x="1900" y="246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20" name="Oval 115"/>
            <p:cNvSpPr>
              <a:spLocks noChangeArrowheads="1"/>
            </p:cNvSpPr>
            <p:nvPr/>
          </p:nvSpPr>
          <p:spPr bwMode="auto">
            <a:xfrm>
              <a:off x="1958" y="2462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21" name="Oval 116"/>
            <p:cNvSpPr>
              <a:spLocks noChangeArrowheads="1"/>
            </p:cNvSpPr>
            <p:nvPr/>
          </p:nvSpPr>
          <p:spPr bwMode="auto">
            <a:xfrm>
              <a:off x="2016" y="2460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22" name="Oval 117"/>
            <p:cNvSpPr>
              <a:spLocks noChangeArrowheads="1"/>
            </p:cNvSpPr>
            <p:nvPr/>
          </p:nvSpPr>
          <p:spPr bwMode="auto">
            <a:xfrm>
              <a:off x="2074" y="246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23" name="Oval 118"/>
            <p:cNvSpPr>
              <a:spLocks noChangeArrowheads="1"/>
            </p:cNvSpPr>
            <p:nvPr/>
          </p:nvSpPr>
          <p:spPr bwMode="auto">
            <a:xfrm>
              <a:off x="2132" y="2462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24" name="Oval 119"/>
            <p:cNvSpPr>
              <a:spLocks noChangeArrowheads="1"/>
            </p:cNvSpPr>
            <p:nvPr/>
          </p:nvSpPr>
          <p:spPr bwMode="auto">
            <a:xfrm>
              <a:off x="2189" y="2459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25" name="Oval 120"/>
            <p:cNvSpPr>
              <a:spLocks noChangeArrowheads="1"/>
            </p:cNvSpPr>
            <p:nvPr/>
          </p:nvSpPr>
          <p:spPr bwMode="auto">
            <a:xfrm>
              <a:off x="1462" y="2557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26" name="Oval 121"/>
            <p:cNvSpPr>
              <a:spLocks noChangeArrowheads="1"/>
            </p:cNvSpPr>
            <p:nvPr/>
          </p:nvSpPr>
          <p:spPr bwMode="auto">
            <a:xfrm>
              <a:off x="1625" y="2558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27" name="Oval 122"/>
            <p:cNvSpPr>
              <a:spLocks noChangeArrowheads="1"/>
            </p:cNvSpPr>
            <p:nvPr/>
          </p:nvSpPr>
          <p:spPr bwMode="auto">
            <a:xfrm>
              <a:off x="1788" y="2559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28" name="Oval 123"/>
            <p:cNvSpPr>
              <a:spLocks noChangeArrowheads="1"/>
            </p:cNvSpPr>
            <p:nvPr/>
          </p:nvSpPr>
          <p:spPr bwMode="auto">
            <a:xfrm>
              <a:off x="1951" y="2560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29" name="Oval 124"/>
            <p:cNvSpPr>
              <a:spLocks noChangeArrowheads="1"/>
            </p:cNvSpPr>
            <p:nvPr/>
          </p:nvSpPr>
          <p:spPr bwMode="auto">
            <a:xfrm>
              <a:off x="2114" y="2561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30" name="Text Box 125"/>
            <p:cNvSpPr txBox="1">
              <a:spLocks noChangeArrowheads="1"/>
            </p:cNvSpPr>
            <p:nvPr/>
          </p:nvSpPr>
          <p:spPr bwMode="auto">
            <a:xfrm>
              <a:off x="1574" y="3504"/>
              <a:ext cx="657" cy="20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fr-FR" altLang="fr-FR" sz="2400" dirty="0" err="1">
                  <a:solidFill>
                    <a:schemeClr val="tx1"/>
                  </a:solidFill>
                  <a:latin typeface="Times New Roman" panose="02020603050405020304" pitchFamily="18" charset="0"/>
                </a:rPr>
                <a:t>k</a:t>
              </a:r>
              <a:r>
                <a:rPr lang="fr-FR" altLang="fr-FR" sz="2400" baseline="-25000" dirty="0" err="1">
                  <a:solidFill>
                    <a:schemeClr val="tx1"/>
                  </a:solidFill>
                  <a:latin typeface="Times New Roman" panose="02020603050405020304" pitchFamily="18" charset="0"/>
                </a:rPr>
                <a:t>B</a:t>
              </a:r>
              <a:r>
                <a:rPr lang="fr-FR" altLang="fr-FR" sz="2400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 = 0,7</a:t>
              </a:r>
            </a:p>
          </p:txBody>
        </p:sp>
      </p:grpSp>
      <p:sp>
        <p:nvSpPr>
          <p:cNvPr id="321" name="ZoneTexte 320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Coil</a:t>
            </a: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10845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7" dur="2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Capacitors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" name="Group 16"/>
          <p:cNvGrpSpPr>
            <a:grpSpLocks/>
          </p:cNvGrpSpPr>
          <p:nvPr/>
        </p:nvGrpSpPr>
        <p:grpSpPr bwMode="auto">
          <a:xfrm>
            <a:off x="4416394" y="1958546"/>
            <a:ext cx="3081338" cy="1719263"/>
            <a:chOff x="2750" y="1326"/>
            <a:chExt cx="1941" cy="1083"/>
          </a:xfrm>
        </p:grpSpPr>
        <p:sp>
          <p:nvSpPr>
            <p:cNvPr id="19" name="Text Box 17"/>
            <p:cNvSpPr txBox="1">
              <a:spLocks noChangeArrowheads="1"/>
            </p:cNvSpPr>
            <p:nvPr/>
          </p:nvSpPr>
          <p:spPr bwMode="auto">
            <a:xfrm>
              <a:off x="2750" y="1326"/>
              <a:ext cx="1941" cy="29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FF33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CA" altLang="fr-FR" sz="2400" b="1" i="1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Losses in the capacitor</a:t>
              </a:r>
            </a:p>
          </p:txBody>
        </p:sp>
        <p:graphicFrame>
          <p:nvGraphicFramePr>
            <p:cNvPr id="20" name="Object 18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344095332"/>
                </p:ext>
              </p:extLst>
            </p:nvPr>
          </p:nvGraphicFramePr>
          <p:xfrm>
            <a:off x="3025" y="1850"/>
            <a:ext cx="1184" cy="55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457002" imgH="215806" progId="Equation.3">
                    <p:embed/>
                  </p:oleObj>
                </mc:Choice>
                <mc:Fallback>
                  <p:oleObj name="Equation" r:id="rId3" imgW="457002" imgH="215806" progId="Equation.3">
                    <p:embed/>
                    <p:pic>
                      <p:nvPicPr>
                        <p:cNvPr id="20" name="Object 1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025" y="1850"/>
                          <a:ext cx="1184" cy="559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9525">
                          <a:solidFill>
                            <a:srgbClr val="FF3300"/>
                          </a:solidFill>
                          <a:miter lim="800000"/>
                          <a:headEnd/>
                          <a:tailE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24" name="Text Box 21"/>
          <p:cNvSpPr txBox="1">
            <a:spLocks noChangeArrowheads="1"/>
          </p:cNvSpPr>
          <p:nvPr/>
        </p:nvSpPr>
        <p:spPr bwMode="auto">
          <a:xfrm>
            <a:off x="4663169" y="3978497"/>
            <a:ext cx="2570163" cy="461963"/>
          </a:xfrm>
          <a:prstGeom prst="rect">
            <a:avLst/>
          </a:prstGeom>
          <a:solidFill>
            <a:schemeClr val="bg1"/>
          </a:solidFill>
          <a:ln w="12700">
            <a:solidFill>
              <a:srgbClr val="FF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dirty="0">
                <a:solidFill>
                  <a:schemeClr val="tx1"/>
                </a:solidFill>
                <a:latin typeface="Times New Roman" panose="02020603050405020304" pitchFamily="18" charset="0"/>
              </a:rPr>
              <a:t>Rated voltage: </a:t>
            </a:r>
            <a:r>
              <a:rPr lang="en-CA" altLang="fr-FR" sz="2400" dirty="0" err="1">
                <a:solidFill>
                  <a:schemeClr val="tx1"/>
                </a:solidFill>
                <a:latin typeface="Times New Roman" panose="02020603050405020304" pitchFamily="18" charset="0"/>
              </a:rPr>
              <a:t>U</a:t>
            </a:r>
            <a:r>
              <a:rPr lang="en-CA" altLang="fr-FR" sz="2400" baseline="-25000" dirty="0" err="1">
                <a:solidFill>
                  <a:schemeClr val="tx1"/>
                </a:solidFill>
                <a:latin typeface="Times New Roman" panose="02020603050405020304" pitchFamily="18" charset="0"/>
              </a:rPr>
              <a:t>eff</a:t>
            </a:r>
            <a:endParaRPr lang="en-CA" altLang="fr-FR" sz="2400" dirty="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27" name="Text Box 25"/>
          <p:cNvSpPr txBox="1">
            <a:spLocks noChangeArrowheads="1"/>
          </p:cNvSpPr>
          <p:nvPr/>
        </p:nvSpPr>
        <p:spPr bwMode="auto">
          <a:xfrm>
            <a:off x="4032498" y="5689535"/>
            <a:ext cx="6421951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Multiple technologies : depends on the frequency</a:t>
            </a:r>
          </a:p>
        </p:txBody>
      </p:sp>
      <p:sp>
        <p:nvSpPr>
          <p:cNvPr id="28" name="Text Box 17"/>
          <p:cNvSpPr txBox="1">
            <a:spLocks noChangeArrowheads="1"/>
          </p:cNvSpPr>
          <p:nvPr/>
        </p:nvSpPr>
        <p:spPr bwMode="auto">
          <a:xfrm>
            <a:off x="2860068" y="5060395"/>
            <a:ext cx="4758034" cy="461665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r : ESR (Equivalent Series Resistor)</a:t>
            </a:r>
          </a:p>
        </p:txBody>
      </p:sp>
      <p:sp>
        <p:nvSpPr>
          <p:cNvPr id="29" name="ZoneTexte 28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Coil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rgbClr val="FF0000"/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6147" name="Picture 3">
            <a:extLst>
              <a:ext uri="{FF2B5EF4-FFF2-40B4-BE49-F238E27FC236}">
                <a16:creationId xmlns:a16="http://schemas.microsoft.com/office/drawing/2014/main" id="{F469A9EF-91DC-3A32-7DAD-07B99774C1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5032" y="1595344"/>
            <a:ext cx="760957" cy="31887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Line 22"/>
          <p:cNvSpPr>
            <a:spLocks noChangeShapeType="1"/>
          </p:cNvSpPr>
          <p:nvPr/>
        </p:nvSpPr>
        <p:spPr bwMode="auto">
          <a:xfrm flipV="1">
            <a:off x="3719932" y="1741952"/>
            <a:ext cx="0" cy="2923227"/>
          </a:xfrm>
          <a:prstGeom prst="line">
            <a:avLst/>
          </a:prstGeom>
          <a:noFill/>
          <a:ln w="57150">
            <a:solidFill>
              <a:srgbClr val="FF33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1" name="Text Box 23"/>
          <p:cNvSpPr txBox="1">
            <a:spLocks noChangeArrowheads="1"/>
          </p:cNvSpPr>
          <p:nvPr/>
        </p:nvSpPr>
        <p:spPr bwMode="auto">
          <a:xfrm>
            <a:off x="3826295" y="2737316"/>
            <a:ext cx="385042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u</a:t>
            </a:r>
            <a:endParaRPr lang="en-CA" altLang="fr-FR" sz="2400" b="1" dirty="0">
              <a:solidFill>
                <a:srgbClr val="FF33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ABA62D75-F46C-0A4D-9560-850F592841E6}"/>
              </a:ext>
            </a:extLst>
          </p:cNvPr>
          <p:cNvSpPr txBox="1"/>
          <p:nvPr/>
        </p:nvSpPr>
        <p:spPr>
          <a:xfrm>
            <a:off x="2672619" y="1941030"/>
            <a:ext cx="3748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/>
              <a:t>r</a:t>
            </a:r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00F6898E-C495-8CE1-26DB-8EE39CAE3DED}"/>
              </a:ext>
            </a:extLst>
          </p:cNvPr>
          <p:cNvSpPr txBox="1"/>
          <p:nvPr/>
        </p:nvSpPr>
        <p:spPr>
          <a:xfrm>
            <a:off x="2633973" y="2900908"/>
            <a:ext cx="3748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/>
              <a:t>L</a:t>
            </a: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05B550C2-FF32-16CC-35EE-1E746A6778B2}"/>
              </a:ext>
            </a:extLst>
          </p:cNvPr>
          <p:cNvSpPr txBox="1"/>
          <p:nvPr/>
        </p:nvSpPr>
        <p:spPr>
          <a:xfrm>
            <a:off x="2542022" y="3915846"/>
            <a:ext cx="3748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/>
              <a:t>C</a:t>
            </a:r>
          </a:p>
        </p:txBody>
      </p:sp>
      <p:pic>
        <p:nvPicPr>
          <p:cNvPr id="40" name="Image 39">
            <a:extLst>
              <a:ext uri="{FF2B5EF4-FFF2-40B4-BE49-F238E27FC236}">
                <a16:creationId xmlns:a16="http://schemas.microsoft.com/office/drawing/2014/main" id="{CA9C775F-EE64-1180-6D13-5CAD0DBE1F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18102" y="2776723"/>
            <a:ext cx="4443555" cy="2259804"/>
          </a:xfrm>
          <a:prstGeom prst="rect">
            <a:avLst/>
          </a:prstGeom>
        </p:spPr>
      </p:pic>
      <p:sp>
        <p:nvSpPr>
          <p:cNvPr id="41" name="ZoneTexte 40">
            <a:extLst>
              <a:ext uri="{FF2B5EF4-FFF2-40B4-BE49-F238E27FC236}">
                <a16:creationId xmlns:a16="http://schemas.microsoft.com/office/drawing/2014/main" id="{6451806F-416A-66EF-51D9-830E1B1D0BA8}"/>
              </a:ext>
            </a:extLst>
          </p:cNvPr>
          <p:cNvSpPr txBox="1"/>
          <p:nvPr/>
        </p:nvSpPr>
        <p:spPr>
          <a:xfrm>
            <a:off x="4913964" y="6449606"/>
            <a:ext cx="4114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i="1" dirty="0"/>
              <a:t>Redexpert (Würth </a:t>
            </a:r>
            <a:r>
              <a:rPr lang="fr-FR" sz="1400" i="1" dirty="0" err="1"/>
              <a:t>Elektronik</a:t>
            </a:r>
            <a:r>
              <a:rPr lang="fr-FR" sz="1400" i="1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036519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7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69"/>
          <p:cNvSpPr/>
          <p:nvPr/>
        </p:nvSpPr>
        <p:spPr>
          <a:xfrm rot="16200000">
            <a:off x="9313225" y="2635893"/>
            <a:ext cx="1094884" cy="246849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571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Capacitors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ZoneTexte 28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Coil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rgbClr val="FF0000"/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2" name="ZoneTexte 1"/>
          <p:cNvSpPr txBox="1"/>
          <p:nvPr/>
        </p:nvSpPr>
        <p:spPr>
          <a:xfrm>
            <a:off x="2830285" y="1335314"/>
            <a:ext cx="5388933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Electrolytic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High voltage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Polarized -&gt; DC voltage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</a:rPr>
              <a:t>Lifetime depends on temperature</a:t>
            </a:r>
            <a:endParaRPr lang="en-US" sz="2800" dirty="0"/>
          </a:p>
          <a:p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Ceramic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“low” values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High frequency</a:t>
            </a:r>
            <a:endParaRPr lang="en-US" sz="32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Films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AC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Self-healing</a:t>
            </a:r>
          </a:p>
        </p:txBody>
      </p:sp>
      <p:pic>
        <p:nvPicPr>
          <p:cNvPr id="31" name="Image 3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8855" y="295562"/>
            <a:ext cx="1570038" cy="1290134"/>
          </a:xfrm>
          <a:prstGeom prst="rect">
            <a:avLst/>
          </a:prstGeom>
        </p:spPr>
      </p:pic>
      <p:grpSp>
        <p:nvGrpSpPr>
          <p:cNvPr id="59" name="Groupe 58"/>
          <p:cNvGrpSpPr/>
          <p:nvPr/>
        </p:nvGrpSpPr>
        <p:grpSpPr>
          <a:xfrm>
            <a:off x="7675418" y="0"/>
            <a:ext cx="3553320" cy="3140424"/>
            <a:chOff x="7062839" y="65582"/>
            <a:chExt cx="3553320" cy="3140424"/>
          </a:xfrm>
        </p:grpSpPr>
        <p:sp>
          <p:nvSpPr>
            <p:cNvPr id="32" name="Rectangle 31"/>
            <p:cNvSpPr/>
            <p:nvPr/>
          </p:nvSpPr>
          <p:spPr>
            <a:xfrm>
              <a:off x="8025740" y="620209"/>
              <a:ext cx="809078" cy="1871306"/>
            </a:xfrm>
            <a:prstGeom prst="rect">
              <a:avLst/>
            </a:pr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8834818" y="620209"/>
              <a:ext cx="175832" cy="187130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9010650" y="620209"/>
              <a:ext cx="419100" cy="1871306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9448800" y="620209"/>
              <a:ext cx="241300" cy="1871306"/>
            </a:xfrm>
            <a:prstGeom prst="rect">
              <a:avLst/>
            </a:pr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38" name="Connecteur droit 37"/>
            <p:cNvCxnSpPr>
              <a:stCxn id="32" idx="1"/>
            </p:cNvCxnSpPr>
            <p:nvPr/>
          </p:nvCxnSpPr>
          <p:spPr>
            <a:xfrm flipH="1" flipV="1">
              <a:off x="7248187" y="1549400"/>
              <a:ext cx="777553" cy="6462"/>
            </a:xfrm>
            <a:prstGeom prst="line">
              <a:avLst/>
            </a:prstGeom>
            <a:ln w="571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Connecteur droit 39"/>
            <p:cNvCxnSpPr/>
            <p:nvPr/>
          </p:nvCxnSpPr>
          <p:spPr>
            <a:xfrm flipH="1" flipV="1">
              <a:off x="9704781" y="1555862"/>
              <a:ext cx="777553" cy="6462"/>
            </a:xfrm>
            <a:prstGeom prst="line">
              <a:avLst/>
            </a:prstGeom>
            <a:ln w="571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1" name="ZoneTexte 40"/>
            <p:cNvSpPr txBox="1"/>
            <p:nvPr/>
          </p:nvSpPr>
          <p:spPr>
            <a:xfrm>
              <a:off x="7062839" y="971087"/>
              <a:ext cx="38985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3200" b="1" dirty="0"/>
                <a:t>+</a:t>
              </a:r>
            </a:p>
          </p:txBody>
        </p:sp>
        <p:sp>
          <p:nvSpPr>
            <p:cNvPr id="42" name="ZoneTexte 41"/>
            <p:cNvSpPr txBox="1"/>
            <p:nvPr/>
          </p:nvSpPr>
          <p:spPr>
            <a:xfrm>
              <a:off x="10306459" y="977549"/>
              <a:ext cx="30970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3200" b="1" dirty="0"/>
                <a:t>-</a:t>
              </a:r>
            </a:p>
          </p:txBody>
        </p:sp>
        <p:sp>
          <p:nvSpPr>
            <p:cNvPr id="43" name="ZoneTexte 42"/>
            <p:cNvSpPr txBox="1"/>
            <p:nvPr/>
          </p:nvSpPr>
          <p:spPr>
            <a:xfrm>
              <a:off x="8785860" y="65582"/>
              <a:ext cx="3962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i="1" dirty="0"/>
                <a:t>Al</a:t>
              </a:r>
            </a:p>
          </p:txBody>
        </p:sp>
        <p:cxnSp>
          <p:nvCxnSpPr>
            <p:cNvPr id="45" name="Connecteur droit 44"/>
            <p:cNvCxnSpPr/>
            <p:nvPr/>
          </p:nvCxnSpPr>
          <p:spPr>
            <a:xfrm flipH="1">
              <a:off x="8442326" y="346075"/>
              <a:ext cx="392492" cy="46672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necteur droit 46"/>
            <p:cNvCxnSpPr/>
            <p:nvPr/>
          </p:nvCxnSpPr>
          <p:spPr>
            <a:xfrm>
              <a:off x="9093200" y="346075"/>
              <a:ext cx="476250" cy="41592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ZoneTexte 50"/>
            <p:cNvSpPr txBox="1"/>
            <p:nvPr/>
          </p:nvSpPr>
          <p:spPr>
            <a:xfrm>
              <a:off x="8402047" y="2698175"/>
              <a:ext cx="76762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i="1" dirty="0"/>
                <a:t>Al</a:t>
              </a:r>
              <a:r>
                <a:rPr lang="fr-FR" b="1" i="1" baseline="-25000" dirty="0"/>
                <a:t>2</a:t>
              </a:r>
              <a:r>
                <a:rPr lang="fr-FR" b="1" i="1" dirty="0"/>
                <a:t>O</a:t>
              </a:r>
              <a:r>
                <a:rPr lang="fr-FR" b="1" i="1" baseline="-25000" dirty="0"/>
                <a:t>3</a:t>
              </a:r>
            </a:p>
          </p:txBody>
        </p:sp>
        <p:cxnSp>
          <p:nvCxnSpPr>
            <p:cNvPr id="52" name="Connecteur droit 51"/>
            <p:cNvCxnSpPr/>
            <p:nvPr/>
          </p:nvCxnSpPr>
          <p:spPr>
            <a:xfrm flipH="1">
              <a:off x="8726488" y="2308324"/>
              <a:ext cx="220263" cy="482743"/>
            </a:xfrm>
            <a:prstGeom prst="line">
              <a:avLst/>
            </a:prstGeom>
            <a:ln w="19050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ZoneTexte 53"/>
            <p:cNvSpPr txBox="1"/>
            <p:nvPr/>
          </p:nvSpPr>
          <p:spPr>
            <a:xfrm>
              <a:off x="9319074" y="2559675"/>
              <a:ext cx="129708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i="1" dirty="0"/>
                <a:t>Electrolytic paper</a:t>
              </a:r>
              <a:endParaRPr lang="en-US" b="1" i="1" baseline="-25000" dirty="0"/>
            </a:p>
          </p:txBody>
        </p:sp>
        <p:cxnSp>
          <p:nvCxnSpPr>
            <p:cNvPr id="55" name="Connecteur droit 54"/>
            <p:cNvCxnSpPr/>
            <p:nvPr/>
          </p:nvCxnSpPr>
          <p:spPr>
            <a:xfrm>
              <a:off x="9278003" y="2353474"/>
              <a:ext cx="365893" cy="280817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60" name="Image 5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2020" y="3126212"/>
            <a:ext cx="1793398" cy="1490436"/>
          </a:xfrm>
          <a:prstGeom prst="rect">
            <a:avLst/>
          </a:prstGeom>
        </p:spPr>
      </p:pic>
      <p:pic>
        <p:nvPicPr>
          <p:cNvPr id="61" name="Image 6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2020" y="5183731"/>
            <a:ext cx="1514737" cy="1163204"/>
          </a:xfrm>
          <a:prstGeom prst="rect">
            <a:avLst/>
          </a:prstGeom>
        </p:spPr>
      </p:pic>
      <p:cxnSp>
        <p:nvCxnSpPr>
          <p:cNvPr id="63" name="Connecteur droit 62"/>
          <p:cNvCxnSpPr/>
          <p:nvPr/>
        </p:nvCxnSpPr>
        <p:spPr>
          <a:xfrm>
            <a:off x="8638319" y="3325279"/>
            <a:ext cx="0" cy="1092302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Connecteur droit 65"/>
          <p:cNvCxnSpPr/>
          <p:nvPr/>
        </p:nvCxnSpPr>
        <p:spPr>
          <a:xfrm>
            <a:off x="11094913" y="3325279"/>
            <a:ext cx="0" cy="1092302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Connecteur droit 66"/>
          <p:cNvCxnSpPr/>
          <p:nvPr/>
        </p:nvCxnSpPr>
        <p:spPr>
          <a:xfrm flipH="1">
            <a:off x="8626421" y="3338090"/>
            <a:ext cx="2292617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Connecteur droit 70"/>
          <p:cNvCxnSpPr/>
          <p:nvPr/>
        </p:nvCxnSpPr>
        <p:spPr>
          <a:xfrm flipH="1">
            <a:off x="8884761" y="3525704"/>
            <a:ext cx="2189127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Connecteur droit 71"/>
          <p:cNvCxnSpPr/>
          <p:nvPr/>
        </p:nvCxnSpPr>
        <p:spPr>
          <a:xfrm flipH="1">
            <a:off x="8659344" y="3686877"/>
            <a:ext cx="2259694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Connecteur droit 72"/>
          <p:cNvCxnSpPr/>
          <p:nvPr/>
        </p:nvCxnSpPr>
        <p:spPr>
          <a:xfrm flipH="1">
            <a:off x="8884761" y="3874491"/>
            <a:ext cx="2222050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Connecteur droit 73"/>
          <p:cNvCxnSpPr/>
          <p:nvPr/>
        </p:nvCxnSpPr>
        <p:spPr>
          <a:xfrm flipH="1">
            <a:off x="8652611" y="4069813"/>
            <a:ext cx="2266427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Connecteur droit 74"/>
          <p:cNvCxnSpPr/>
          <p:nvPr/>
        </p:nvCxnSpPr>
        <p:spPr>
          <a:xfrm flipH="1">
            <a:off x="8870070" y="4257427"/>
            <a:ext cx="2239534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Connecteur droit 75"/>
          <p:cNvCxnSpPr/>
          <p:nvPr/>
        </p:nvCxnSpPr>
        <p:spPr>
          <a:xfrm flipH="1" flipV="1">
            <a:off x="8646632" y="4412239"/>
            <a:ext cx="1963710" cy="5342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3" name="Rectangle 82"/>
          <p:cNvSpPr/>
          <p:nvPr/>
        </p:nvSpPr>
        <p:spPr>
          <a:xfrm>
            <a:off x="8480425" y="3338090"/>
            <a:ext cx="143204" cy="1074148"/>
          </a:xfrm>
          <a:prstGeom prst="rect">
            <a:avLst/>
          </a:prstGeom>
          <a:solidFill>
            <a:schemeClr val="tx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4" name="Rectangle 83"/>
          <p:cNvSpPr/>
          <p:nvPr/>
        </p:nvSpPr>
        <p:spPr>
          <a:xfrm>
            <a:off x="11141121" y="3338090"/>
            <a:ext cx="143204" cy="1074148"/>
          </a:xfrm>
          <a:prstGeom prst="rect">
            <a:avLst/>
          </a:prstGeom>
          <a:solidFill>
            <a:schemeClr val="tx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5" name="ZoneTexte 84"/>
          <p:cNvSpPr txBox="1"/>
          <p:nvPr/>
        </p:nvSpPr>
        <p:spPr>
          <a:xfrm>
            <a:off x="10356794" y="4567050"/>
            <a:ext cx="1297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Ceramic</a:t>
            </a:r>
            <a:endParaRPr lang="en-US" b="1" i="1" baseline="-25000" dirty="0"/>
          </a:p>
        </p:txBody>
      </p:sp>
      <p:sp>
        <p:nvSpPr>
          <p:cNvPr id="86" name="ZoneTexte 85"/>
          <p:cNvSpPr txBox="1"/>
          <p:nvPr/>
        </p:nvSpPr>
        <p:spPr>
          <a:xfrm>
            <a:off x="7376184" y="4504964"/>
            <a:ext cx="12970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External contact</a:t>
            </a:r>
            <a:endParaRPr lang="en-US" b="1" i="1" baseline="-25000" dirty="0"/>
          </a:p>
        </p:txBody>
      </p:sp>
      <p:cxnSp>
        <p:nvCxnSpPr>
          <p:cNvPr id="87" name="Connecteur droit 86"/>
          <p:cNvCxnSpPr/>
          <p:nvPr/>
        </p:nvCxnSpPr>
        <p:spPr>
          <a:xfrm flipV="1">
            <a:off x="8040930" y="4257427"/>
            <a:ext cx="439495" cy="26303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eur droit 88"/>
          <p:cNvCxnSpPr/>
          <p:nvPr/>
        </p:nvCxnSpPr>
        <p:spPr>
          <a:xfrm>
            <a:off x="10751937" y="4354204"/>
            <a:ext cx="365893" cy="280817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68165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900363" y="2794001"/>
            <a:ext cx="9291637" cy="133773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 bwMode="auto">
          <a:xfrm>
            <a:off x="3438525" y="2760135"/>
            <a:ext cx="3984625" cy="1337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  <a:cs typeface="ヒラギノ角ゴ Pro W3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9pPr>
          </a:lstStyle>
          <a:p>
            <a:pPr lvl="0" defTabSz="457200" eaLnBrk="1" hangingPunct="1">
              <a:defRPr/>
            </a:pPr>
            <a:r>
              <a:rPr lang="en-US" sz="2200" dirty="0">
                <a:solidFill>
                  <a:prstClr val="white"/>
                </a:solidFill>
                <a:latin typeface="Myriad Pro" charset="0"/>
                <a:cs typeface="Myriad Pro" charset="0"/>
              </a:rPr>
              <a:t>Active components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ZoneTexte 4"/>
          <p:cNvSpPr txBox="1"/>
          <p:nvPr/>
        </p:nvSpPr>
        <p:spPr>
          <a:xfrm>
            <a:off x="0" y="0"/>
            <a:ext cx="2479964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35602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Active components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Box 2"/>
          <p:cNvSpPr txBox="1">
            <a:spLocks noChangeArrowheads="1"/>
          </p:cNvSpPr>
          <p:nvPr/>
        </p:nvSpPr>
        <p:spPr bwMode="auto">
          <a:xfrm>
            <a:off x="3649890" y="1765981"/>
            <a:ext cx="1368425" cy="371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PN junction</a:t>
            </a:r>
          </a:p>
        </p:txBody>
      </p:sp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2553" y="1527856"/>
            <a:ext cx="2943225" cy="1381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10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73990" y="3472543"/>
            <a:ext cx="2714625" cy="1295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12" name="Text Box 6"/>
          <p:cNvSpPr txBox="1">
            <a:spLocks noChangeArrowheads="1"/>
          </p:cNvSpPr>
          <p:nvPr/>
        </p:nvSpPr>
        <p:spPr bwMode="auto">
          <a:xfrm>
            <a:off x="3813403" y="3688443"/>
            <a:ext cx="752475" cy="368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Diode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/>
              <p:cNvSpPr txBox="1"/>
              <p:nvPr/>
            </p:nvSpPr>
            <p:spPr>
              <a:xfrm>
                <a:off x="4743582" y="5554980"/>
                <a:ext cx="3617016" cy="76200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36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fr-FR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36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fr-FR" sz="36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fr-FR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fr-FR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36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f>
                                <m:fPr>
                                  <m:ctrlPr>
                                    <a:rPr lang="fr-FR" sz="3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3600" b="0" i="1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  <m:r>
                                    <a:rPr lang="fr-FR" sz="3600" b="0" i="1" smtClean="0">
                                      <a:latin typeface="Cambria Math" panose="02040503050406030204" pitchFamily="18" charset="0"/>
                                    </a:rPr>
                                    <m:t>. </m:t>
                                  </m:r>
                                  <m:sSub>
                                    <m:sSubPr>
                                      <m:ctrlPr>
                                        <a:rPr lang="fr-FR" sz="3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3600" b="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fr-FR" sz="3600" b="0" i="1" smtClean="0">
                                          <a:latin typeface="Cambria Math" panose="02040503050406030204" pitchFamily="18" charset="0"/>
                                        </a:rPr>
                                        <m:t>𝐴𝐾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36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fr-FR" sz="3600" b="0" i="1" smtClean="0"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  <m:r>
                                    <a:rPr lang="fr-FR" sz="36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den>
                              </m:f>
                            </m:sup>
                          </m:sSup>
                          <m:r>
                            <a:rPr lang="fr-FR" sz="36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fr-FR" sz="3600" dirty="0"/>
              </a:p>
            </p:txBody>
          </p:sp>
        </mc:Choice>
        <mc:Fallback xmlns="">
          <p:sp>
            <p:nvSpPr>
              <p:cNvPr id="2" name="ZoneTexte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3582" y="5554980"/>
                <a:ext cx="3617016" cy="76200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ZoneTexte 12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rgbClr val="FF0000"/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41016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Diode : static characteristic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2"/>
          <p:cNvGrpSpPr>
            <a:grpSpLocks/>
          </p:cNvGrpSpPr>
          <p:nvPr/>
        </p:nvGrpSpPr>
        <p:grpSpPr bwMode="auto">
          <a:xfrm>
            <a:off x="8063035" y="113030"/>
            <a:ext cx="3681413" cy="4373563"/>
            <a:chOff x="3112" y="196"/>
            <a:chExt cx="2319" cy="2755"/>
          </a:xfrm>
        </p:grpSpPr>
        <p:sp>
          <p:nvSpPr>
            <p:cNvPr id="7" name="Freeform 3"/>
            <p:cNvSpPr>
              <a:spLocks noChangeArrowheads="1"/>
            </p:cNvSpPr>
            <p:nvPr/>
          </p:nvSpPr>
          <p:spPr bwMode="auto">
            <a:xfrm>
              <a:off x="4257" y="1264"/>
              <a:ext cx="71" cy="71"/>
            </a:xfrm>
            <a:custGeom>
              <a:avLst/>
              <a:gdLst>
                <a:gd name="T0" fmla="*/ 0 w 9"/>
                <a:gd name="T1" fmla="*/ 560 h 9"/>
                <a:gd name="T2" fmla="*/ 308 w 9"/>
                <a:gd name="T3" fmla="*/ 560 h 9"/>
                <a:gd name="T4" fmla="*/ 560 w 9"/>
                <a:gd name="T5" fmla="*/ 560 h 9"/>
                <a:gd name="T6" fmla="*/ 308 w 9"/>
                <a:gd name="T7" fmla="*/ 0 h 9"/>
                <a:gd name="T8" fmla="*/ 0 w 9"/>
                <a:gd name="T9" fmla="*/ 560 h 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9" h="9">
                  <a:moveTo>
                    <a:pt x="0" y="9"/>
                  </a:moveTo>
                  <a:cubicBezTo>
                    <a:pt x="2" y="9"/>
                    <a:pt x="3" y="9"/>
                    <a:pt x="5" y="9"/>
                  </a:cubicBezTo>
                  <a:cubicBezTo>
                    <a:pt x="6" y="9"/>
                    <a:pt x="7" y="9"/>
                    <a:pt x="9" y="9"/>
                  </a:cubicBezTo>
                  <a:lnTo>
                    <a:pt x="5" y="0"/>
                  </a:lnTo>
                  <a:lnTo>
                    <a:pt x="0" y="9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0" name="Line 4"/>
            <p:cNvSpPr>
              <a:spLocks noChangeShapeType="1"/>
            </p:cNvSpPr>
            <p:nvPr/>
          </p:nvSpPr>
          <p:spPr bwMode="auto">
            <a:xfrm>
              <a:off x="4289" y="1328"/>
              <a:ext cx="0" cy="1567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" name="Freeform 5"/>
            <p:cNvSpPr>
              <a:spLocks noChangeArrowheads="1"/>
            </p:cNvSpPr>
            <p:nvPr/>
          </p:nvSpPr>
          <p:spPr bwMode="auto">
            <a:xfrm>
              <a:off x="5081" y="2360"/>
              <a:ext cx="87" cy="71"/>
            </a:xfrm>
            <a:custGeom>
              <a:avLst/>
              <a:gdLst>
                <a:gd name="T0" fmla="*/ 63 w 11"/>
                <a:gd name="T1" fmla="*/ 0 h 9"/>
                <a:gd name="T2" fmla="*/ 63 w 11"/>
                <a:gd name="T3" fmla="*/ 252 h 9"/>
                <a:gd name="T4" fmla="*/ 63 w 11"/>
                <a:gd name="T5" fmla="*/ 560 h 9"/>
                <a:gd name="T6" fmla="*/ 688 w 11"/>
                <a:gd name="T7" fmla="*/ 308 h 9"/>
                <a:gd name="T8" fmla="*/ 63 w 11"/>
                <a:gd name="T9" fmla="*/ 0 h 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1" h="9">
                  <a:moveTo>
                    <a:pt x="1" y="0"/>
                  </a:moveTo>
                  <a:cubicBezTo>
                    <a:pt x="1" y="2"/>
                    <a:pt x="1" y="3"/>
                    <a:pt x="1" y="4"/>
                  </a:cubicBezTo>
                  <a:cubicBezTo>
                    <a:pt x="0" y="6"/>
                    <a:pt x="1" y="7"/>
                    <a:pt x="1" y="9"/>
                  </a:cubicBezTo>
                  <a:lnTo>
                    <a:pt x="11" y="5"/>
                  </a:lnTo>
                  <a:lnTo>
                    <a:pt x="1" y="0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2" name="Line 6"/>
            <p:cNvSpPr>
              <a:spLocks noChangeShapeType="1"/>
            </p:cNvSpPr>
            <p:nvPr/>
          </p:nvSpPr>
          <p:spPr bwMode="auto">
            <a:xfrm flipH="1">
              <a:off x="3112" y="2400"/>
              <a:ext cx="1985" cy="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Rectangle 7"/>
            <p:cNvSpPr>
              <a:spLocks noChangeArrowheads="1"/>
            </p:cNvSpPr>
            <p:nvPr/>
          </p:nvSpPr>
          <p:spPr bwMode="auto">
            <a:xfrm>
              <a:off x="4177" y="1152"/>
              <a:ext cx="53" cy="23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2400">
                  <a:latin typeface="Times New Roman" panose="02020603050405020304" pitchFamily="18" charset="0"/>
                </a:rPr>
                <a:t>i</a:t>
              </a:r>
            </a:p>
          </p:txBody>
        </p:sp>
        <p:sp>
          <p:nvSpPr>
            <p:cNvPr id="14" name="Rectangle 8"/>
            <p:cNvSpPr>
              <a:spLocks noChangeArrowheads="1"/>
            </p:cNvSpPr>
            <p:nvPr/>
          </p:nvSpPr>
          <p:spPr bwMode="auto">
            <a:xfrm>
              <a:off x="5217" y="2152"/>
              <a:ext cx="95" cy="23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2400">
                  <a:latin typeface="Times New Roman" panose="02020603050405020304" pitchFamily="18" charset="0"/>
                </a:rPr>
                <a:t>v</a:t>
              </a:r>
            </a:p>
          </p:txBody>
        </p:sp>
        <p:sp>
          <p:nvSpPr>
            <p:cNvPr id="15" name="Rectangle 9"/>
            <p:cNvSpPr>
              <a:spLocks noChangeArrowheads="1"/>
            </p:cNvSpPr>
            <p:nvPr/>
          </p:nvSpPr>
          <p:spPr bwMode="auto">
            <a:xfrm>
              <a:off x="5329" y="2280"/>
              <a:ext cx="102" cy="8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900">
                  <a:latin typeface="Times New Roman" panose="02020603050405020304" pitchFamily="18" charset="0"/>
                </a:rPr>
                <a:t>AK</a:t>
              </a:r>
            </a:p>
          </p:txBody>
        </p:sp>
        <p:sp>
          <p:nvSpPr>
            <p:cNvPr id="16" name="Rectangle 10"/>
            <p:cNvSpPr>
              <a:spLocks noChangeArrowheads="1"/>
            </p:cNvSpPr>
            <p:nvPr/>
          </p:nvSpPr>
          <p:spPr bwMode="auto">
            <a:xfrm>
              <a:off x="4153" y="2256"/>
              <a:ext cx="56" cy="1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1400">
                  <a:latin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17" name="AutoShape 11"/>
            <p:cNvSpPr>
              <a:spLocks noChangeArrowheads="1"/>
            </p:cNvSpPr>
            <p:nvPr/>
          </p:nvSpPr>
          <p:spPr bwMode="auto">
            <a:xfrm>
              <a:off x="3852" y="1872"/>
              <a:ext cx="617" cy="555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10782 w 21600"/>
                <a:gd name="T19" fmla="*/ 10781 h 21600"/>
                <a:gd name="T20" fmla="*/ 17469 w 21600"/>
                <a:gd name="T21" fmla="*/ 21600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17348" y="19387"/>
                  </a:moveTo>
                  <a:cubicBezTo>
                    <a:pt x="15467" y="20822"/>
                    <a:pt x="13166" y="21599"/>
                    <a:pt x="10800" y="21599"/>
                  </a:cubicBezTo>
                  <a:lnTo>
                    <a:pt x="10800" y="10800"/>
                  </a:lnTo>
                  <a:lnTo>
                    <a:pt x="17348" y="19387"/>
                  </a:lnTo>
                  <a:close/>
                </a:path>
                <a:path w="21600" h="21600" fill="none">
                  <a:moveTo>
                    <a:pt x="17348" y="19387"/>
                  </a:moveTo>
                  <a:cubicBezTo>
                    <a:pt x="15467" y="20822"/>
                    <a:pt x="13166" y="21599"/>
                    <a:pt x="10800" y="21599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8" name="AutoShape 12"/>
            <p:cNvSpPr>
              <a:spLocks noChangeArrowheads="1"/>
            </p:cNvSpPr>
            <p:nvPr/>
          </p:nvSpPr>
          <p:spPr bwMode="auto">
            <a:xfrm>
              <a:off x="3908" y="196"/>
              <a:ext cx="719" cy="220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10785 w 21600"/>
                <a:gd name="T19" fmla="*/ 10604 h 21600"/>
                <a:gd name="T20" fmla="*/ 21600 w 21600"/>
                <a:gd name="T21" fmla="*/ 21305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21599" y="10759"/>
                  </a:moveTo>
                  <a:cubicBezTo>
                    <a:pt x="21599" y="10773"/>
                    <a:pt x="21600" y="10786"/>
                    <a:pt x="21600" y="10800"/>
                  </a:cubicBezTo>
                  <a:cubicBezTo>
                    <a:pt x="21600" y="15886"/>
                    <a:pt x="18050" y="20283"/>
                    <a:pt x="13079" y="21356"/>
                  </a:cubicBezTo>
                  <a:lnTo>
                    <a:pt x="10800" y="10800"/>
                  </a:lnTo>
                  <a:lnTo>
                    <a:pt x="21599" y="10759"/>
                  </a:lnTo>
                  <a:close/>
                </a:path>
                <a:path w="21600" h="21600" fill="none">
                  <a:moveTo>
                    <a:pt x="21599" y="10759"/>
                  </a:moveTo>
                  <a:cubicBezTo>
                    <a:pt x="21599" y="10773"/>
                    <a:pt x="21600" y="10786"/>
                    <a:pt x="21600" y="10800"/>
                  </a:cubicBezTo>
                  <a:cubicBezTo>
                    <a:pt x="21600" y="15886"/>
                    <a:pt x="18050" y="20283"/>
                    <a:pt x="13079" y="21356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9" name="Line 13"/>
            <p:cNvSpPr>
              <a:spLocks noChangeShapeType="1"/>
            </p:cNvSpPr>
            <p:nvPr/>
          </p:nvSpPr>
          <p:spPr bwMode="auto">
            <a:xfrm flipH="1">
              <a:off x="3279" y="2424"/>
              <a:ext cx="905" cy="15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AutoShape 14"/>
            <p:cNvSpPr>
              <a:spLocks noChangeArrowheads="1"/>
            </p:cNvSpPr>
            <p:nvPr/>
          </p:nvSpPr>
          <p:spPr bwMode="auto">
            <a:xfrm>
              <a:off x="3177" y="2436"/>
              <a:ext cx="255" cy="207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1600"/>
                <a:gd name="T19" fmla="*/ 0 h 21600"/>
                <a:gd name="T20" fmla="*/ 10758 w 21600"/>
                <a:gd name="T21" fmla="*/ 10748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0" y="10733"/>
                  </a:moveTo>
                  <a:cubicBezTo>
                    <a:pt x="36" y="4815"/>
                    <a:pt x="4828" y="29"/>
                    <a:pt x="10746" y="0"/>
                  </a:cubicBezTo>
                  <a:lnTo>
                    <a:pt x="10800" y="10800"/>
                  </a:lnTo>
                  <a:lnTo>
                    <a:pt x="0" y="10733"/>
                  </a:lnTo>
                  <a:close/>
                </a:path>
                <a:path w="21600" h="21600" fill="none">
                  <a:moveTo>
                    <a:pt x="0" y="10733"/>
                  </a:moveTo>
                  <a:cubicBezTo>
                    <a:pt x="36" y="4815"/>
                    <a:pt x="4828" y="29"/>
                    <a:pt x="10746" y="0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1" name="Line 15"/>
            <p:cNvSpPr>
              <a:spLocks noChangeShapeType="1"/>
            </p:cNvSpPr>
            <p:nvPr/>
          </p:nvSpPr>
          <p:spPr bwMode="auto">
            <a:xfrm>
              <a:off x="3177" y="2544"/>
              <a:ext cx="0" cy="407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Line 16"/>
            <p:cNvSpPr>
              <a:spLocks noChangeShapeType="1"/>
            </p:cNvSpPr>
            <p:nvPr/>
          </p:nvSpPr>
          <p:spPr bwMode="auto">
            <a:xfrm>
              <a:off x="3177" y="2376"/>
              <a:ext cx="0" cy="55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" name="Line 17"/>
            <p:cNvSpPr>
              <a:spLocks noChangeShapeType="1"/>
            </p:cNvSpPr>
            <p:nvPr/>
          </p:nvSpPr>
          <p:spPr bwMode="auto">
            <a:xfrm>
              <a:off x="4273" y="1624"/>
              <a:ext cx="39" cy="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Line 18"/>
            <p:cNvSpPr>
              <a:spLocks noChangeShapeType="1"/>
            </p:cNvSpPr>
            <p:nvPr/>
          </p:nvSpPr>
          <p:spPr bwMode="auto">
            <a:xfrm>
              <a:off x="4513" y="2376"/>
              <a:ext cx="0" cy="47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Line 19"/>
            <p:cNvSpPr>
              <a:spLocks noChangeShapeType="1"/>
            </p:cNvSpPr>
            <p:nvPr/>
          </p:nvSpPr>
          <p:spPr bwMode="auto">
            <a:xfrm>
              <a:off x="4273" y="2448"/>
              <a:ext cx="39" cy="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Rectangle 20"/>
            <p:cNvSpPr>
              <a:spLocks noChangeArrowheads="1"/>
            </p:cNvSpPr>
            <p:nvPr/>
          </p:nvSpPr>
          <p:spPr bwMode="auto">
            <a:xfrm>
              <a:off x="4121" y="2448"/>
              <a:ext cx="29" cy="11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1200">
                  <a:latin typeface="Times New Roman" panose="02020603050405020304" pitchFamily="18" charset="0"/>
                </a:rPr>
                <a:t>I</a:t>
              </a:r>
            </a:p>
          </p:txBody>
        </p:sp>
        <p:sp>
          <p:nvSpPr>
            <p:cNvPr id="27" name="Rectangle 21"/>
            <p:cNvSpPr>
              <a:spLocks noChangeArrowheads="1"/>
            </p:cNvSpPr>
            <p:nvPr/>
          </p:nvSpPr>
          <p:spPr bwMode="auto">
            <a:xfrm>
              <a:off x="4169" y="2488"/>
              <a:ext cx="27" cy="8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900">
                  <a:latin typeface="Times New Roman" panose="02020603050405020304" pitchFamily="18" charset="0"/>
                </a:rPr>
                <a:t>s</a:t>
              </a:r>
            </a:p>
          </p:txBody>
        </p:sp>
        <p:sp>
          <p:nvSpPr>
            <p:cNvPr id="28" name="Rectangle 22"/>
            <p:cNvSpPr>
              <a:spLocks noChangeArrowheads="1"/>
            </p:cNvSpPr>
            <p:nvPr/>
          </p:nvSpPr>
          <p:spPr bwMode="auto">
            <a:xfrm>
              <a:off x="4097" y="1536"/>
              <a:ext cx="29" cy="11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1200">
                  <a:latin typeface="Times New Roman" panose="02020603050405020304" pitchFamily="18" charset="0"/>
                </a:rPr>
                <a:t>I</a:t>
              </a:r>
            </a:p>
          </p:txBody>
        </p:sp>
        <p:sp>
          <p:nvSpPr>
            <p:cNvPr id="29" name="Rectangle 23"/>
            <p:cNvSpPr>
              <a:spLocks noChangeArrowheads="1"/>
            </p:cNvSpPr>
            <p:nvPr/>
          </p:nvSpPr>
          <p:spPr bwMode="auto">
            <a:xfrm>
              <a:off x="4153" y="1576"/>
              <a:ext cx="36" cy="8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900">
                  <a:latin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30" name="Rectangle 24"/>
            <p:cNvSpPr>
              <a:spLocks noChangeArrowheads="1"/>
            </p:cNvSpPr>
            <p:nvPr/>
          </p:nvSpPr>
          <p:spPr bwMode="auto">
            <a:xfrm>
              <a:off x="4497" y="2440"/>
              <a:ext cx="69" cy="11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1200">
                  <a:latin typeface="Times New Roman" panose="02020603050405020304" pitchFamily="18" charset="0"/>
                </a:rPr>
                <a:t>V</a:t>
              </a:r>
            </a:p>
          </p:txBody>
        </p:sp>
        <p:sp>
          <p:nvSpPr>
            <p:cNvPr id="31" name="Rectangle 25"/>
            <p:cNvSpPr>
              <a:spLocks noChangeArrowheads="1"/>
            </p:cNvSpPr>
            <p:nvPr/>
          </p:nvSpPr>
          <p:spPr bwMode="auto">
            <a:xfrm>
              <a:off x="4569" y="2480"/>
              <a:ext cx="36" cy="8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900">
                  <a:latin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32" name="Rectangle 26"/>
            <p:cNvSpPr>
              <a:spLocks noChangeArrowheads="1"/>
            </p:cNvSpPr>
            <p:nvPr/>
          </p:nvSpPr>
          <p:spPr bwMode="auto">
            <a:xfrm>
              <a:off x="3193" y="2216"/>
              <a:ext cx="69" cy="11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1200">
                  <a:latin typeface="Times New Roman" panose="02020603050405020304" pitchFamily="18" charset="0"/>
                </a:rPr>
                <a:t>V</a:t>
              </a:r>
            </a:p>
          </p:txBody>
        </p:sp>
        <p:sp>
          <p:nvSpPr>
            <p:cNvPr id="33" name="Rectangle 27"/>
            <p:cNvSpPr>
              <a:spLocks noChangeArrowheads="1"/>
            </p:cNvSpPr>
            <p:nvPr/>
          </p:nvSpPr>
          <p:spPr bwMode="auto">
            <a:xfrm>
              <a:off x="3265" y="2272"/>
              <a:ext cx="95" cy="8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900">
                  <a:latin typeface="Times New Roman" panose="02020603050405020304" pitchFamily="18" charset="0"/>
                </a:rPr>
                <a:t>BR</a:t>
              </a:r>
            </a:p>
          </p:txBody>
        </p:sp>
      </p:grpSp>
      <p:sp>
        <p:nvSpPr>
          <p:cNvPr id="34" name="Text Box 28"/>
          <p:cNvSpPr txBox="1">
            <a:spLocks noChangeArrowheads="1"/>
          </p:cNvSpPr>
          <p:nvPr/>
        </p:nvSpPr>
        <p:spPr bwMode="auto">
          <a:xfrm>
            <a:off x="2759426" y="1670259"/>
            <a:ext cx="5215059" cy="15718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I</a:t>
            </a:r>
            <a:r>
              <a:rPr lang="en-CA" altLang="fr-FR" sz="2400" b="1" baseline="-25000" dirty="0">
                <a:solidFill>
                  <a:srgbClr val="009900"/>
                </a:solidFill>
                <a:latin typeface="Times New Roman" panose="02020603050405020304" pitchFamily="18" charset="0"/>
              </a:rPr>
              <a:t>0</a:t>
            </a: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 : Average forward current, or I</a:t>
            </a:r>
            <a:r>
              <a:rPr lang="en-CA" altLang="fr-FR" sz="2400" b="1" baseline="-25000" dirty="0">
                <a:solidFill>
                  <a:srgbClr val="009900"/>
                </a:solidFill>
                <a:latin typeface="Times New Roman" panose="02020603050405020304" pitchFamily="18" charset="0"/>
              </a:rPr>
              <a:t>F</a:t>
            </a: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, I</a:t>
            </a:r>
            <a:r>
              <a:rPr lang="en-CA" altLang="fr-FR" sz="2400" b="1" baseline="-25000" dirty="0">
                <a:solidFill>
                  <a:srgbClr val="009900"/>
                </a:solidFill>
                <a:latin typeface="Times New Roman" panose="02020603050405020304" pitchFamily="18" charset="0"/>
              </a:rPr>
              <a:t>AV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I</a:t>
            </a:r>
            <a:r>
              <a:rPr lang="en-CA" altLang="fr-FR" sz="2400" b="1" baseline="-25000" dirty="0">
                <a:solidFill>
                  <a:srgbClr val="009900"/>
                </a:solidFill>
                <a:latin typeface="Times New Roman" panose="02020603050405020304" pitchFamily="18" charset="0"/>
              </a:rPr>
              <a:t>FM</a:t>
            </a: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 : Peak forward current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I</a:t>
            </a:r>
            <a:r>
              <a:rPr lang="en-CA" altLang="fr-FR" sz="2400" b="1" baseline="-25000" dirty="0">
                <a:solidFill>
                  <a:srgbClr val="009900"/>
                </a:solidFill>
                <a:latin typeface="Times New Roman" panose="02020603050405020304" pitchFamily="18" charset="0"/>
              </a:rPr>
              <a:t>FSM</a:t>
            </a: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 : Peak forward surge current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I</a:t>
            </a:r>
            <a:r>
              <a:rPr lang="en-CA" altLang="fr-FR" sz="2400" b="1" baseline="-25000" dirty="0">
                <a:solidFill>
                  <a:srgbClr val="009900"/>
                </a:solidFill>
                <a:latin typeface="Times New Roman" panose="02020603050405020304" pitchFamily="18" charset="0"/>
              </a:rPr>
              <a:t>RRM</a:t>
            </a: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 : Reverse repetitive current</a:t>
            </a:r>
          </a:p>
        </p:txBody>
      </p:sp>
      <p:sp>
        <p:nvSpPr>
          <p:cNvPr id="35" name="Text Box 29"/>
          <p:cNvSpPr txBox="1">
            <a:spLocks noChangeArrowheads="1"/>
          </p:cNvSpPr>
          <p:nvPr/>
        </p:nvSpPr>
        <p:spPr bwMode="auto">
          <a:xfrm>
            <a:off x="2903889" y="4767471"/>
            <a:ext cx="5159146" cy="12025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V</a:t>
            </a:r>
            <a:r>
              <a:rPr lang="en-CA" altLang="fr-FR" sz="2400" b="1" baseline="-25000" dirty="0">
                <a:solidFill>
                  <a:srgbClr val="009900"/>
                </a:solidFill>
                <a:latin typeface="Times New Roman" panose="02020603050405020304" pitchFamily="18" charset="0"/>
              </a:rPr>
              <a:t>0</a:t>
            </a: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 : Forward voltage or V</a:t>
            </a:r>
            <a:r>
              <a:rPr lang="en-CA" altLang="fr-FR" sz="2400" b="1" baseline="-25000" dirty="0">
                <a:solidFill>
                  <a:srgbClr val="009900"/>
                </a:solidFill>
                <a:latin typeface="Times New Roman" panose="02020603050405020304" pitchFamily="18" charset="0"/>
              </a:rPr>
              <a:t>FM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V</a:t>
            </a:r>
            <a:r>
              <a:rPr lang="en-CA" altLang="fr-FR" sz="2400" b="1" baseline="-25000" dirty="0">
                <a:solidFill>
                  <a:srgbClr val="009900"/>
                </a:solidFill>
                <a:latin typeface="Times New Roman" panose="02020603050405020304" pitchFamily="18" charset="0"/>
              </a:rPr>
              <a:t>BR</a:t>
            </a: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 : Breakdown reverse voltage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V</a:t>
            </a:r>
            <a:r>
              <a:rPr lang="en-CA" altLang="fr-FR" sz="2400" b="1" baseline="-25000" dirty="0">
                <a:solidFill>
                  <a:srgbClr val="009900"/>
                </a:solidFill>
                <a:latin typeface="Times New Roman" panose="02020603050405020304" pitchFamily="18" charset="0"/>
              </a:rPr>
              <a:t>RRM</a:t>
            </a: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 : Peak repetitive reverse voltage</a:t>
            </a:r>
          </a:p>
        </p:txBody>
      </p:sp>
      <p:pic>
        <p:nvPicPr>
          <p:cNvPr id="36" name="Picture 30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8245" y="5003064"/>
            <a:ext cx="2875594" cy="13721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37" name="ZoneTexte 36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rgbClr val="FF0000"/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863445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Diode : simplified static characteristics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Line 2"/>
          <p:cNvSpPr>
            <a:spLocks noChangeShapeType="1"/>
          </p:cNvSpPr>
          <p:nvPr/>
        </p:nvSpPr>
        <p:spPr bwMode="auto">
          <a:xfrm>
            <a:off x="3407682" y="4003675"/>
            <a:ext cx="3527425" cy="1588"/>
          </a:xfrm>
          <a:prstGeom prst="line">
            <a:avLst/>
          </a:prstGeom>
          <a:noFill/>
          <a:ln w="9360" cap="sq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3"/>
          <p:cNvSpPr>
            <a:spLocks noChangeShapeType="1"/>
          </p:cNvSpPr>
          <p:nvPr/>
        </p:nvSpPr>
        <p:spPr bwMode="auto">
          <a:xfrm flipV="1">
            <a:off x="5352370" y="1914525"/>
            <a:ext cx="1587" cy="3603625"/>
          </a:xfrm>
          <a:prstGeom prst="line">
            <a:avLst/>
          </a:prstGeom>
          <a:noFill/>
          <a:ln w="9360" cap="sq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" name="Line 4"/>
          <p:cNvSpPr>
            <a:spLocks noChangeShapeType="1"/>
          </p:cNvSpPr>
          <p:nvPr/>
        </p:nvSpPr>
        <p:spPr bwMode="auto">
          <a:xfrm flipV="1">
            <a:off x="5566682" y="1985963"/>
            <a:ext cx="360363" cy="2019300"/>
          </a:xfrm>
          <a:prstGeom prst="line">
            <a:avLst/>
          </a:prstGeom>
          <a:noFill/>
          <a:ln w="28440" cap="sq">
            <a:solidFill>
              <a:srgbClr val="FF33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" name="Line 5"/>
          <p:cNvSpPr>
            <a:spLocks noChangeShapeType="1"/>
          </p:cNvSpPr>
          <p:nvPr/>
        </p:nvSpPr>
        <p:spPr bwMode="auto">
          <a:xfrm>
            <a:off x="3695020" y="4003675"/>
            <a:ext cx="1871662" cy="1588"/>
          </a:xfrm>
          <a:prstGeom prst="line">
            <a:avLst/>
          </a:prstGeom>
          <a:noFill/>
          <a:ln w="28440" cap="sq">
            <a:solidFill>
              <a:srgbClr val="0099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Line 6"/>
          <p:cNvSpPr>
            <a:spLocks noChangeShapeType="1"/>
          </p:cNvSpPr>
          <p:nvPr/>
        </p:nvSpPr>
        <p:spPr bwMode="auto">
          <a:xfrm>
            <a:off x="3695020" y="4003675"/>
            <a:ext cx="1587" cy="1439863"/>
          </a:xfrm>
          <a:prstGeom prst="line">
            <a:avLst/>
          </a:prstGeom>
          <a:noFill/>
          <a:ln w="28440" cap="sq">
            <a:solidFill>
              <a:srgbClr val="0033CC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Text Box 7"/>
          <p:cNvSpPr txBox="1">
            <a:spLocks noChangeArrowheads="1"/>
          </p:cNvSpPr>
          <p:nvPr/>
        </p:nvSpPr>
        <p:spPr bwMode="auto">
          <a:xfrm>
            <a:off x="5382532" y="1700213"/>
            <a:ext cx="244475" cy="368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i</a:t>
            </a:r>
          </a:p>
        </p:txBody>
      </p:sp>
      <p:sp>
        <p:nvSpPr>
          <p:cNvPr id="14" name="Text Box 8"/>
          <p:cNvSpPr txBox="1">
            <a:spLocks noChangeArrowheads="1"/>
          </p:cNvSpPr>
          <p:nvPr/>
        </p:nvSpPr>
        <p:spPr bwMode="auto">
          <a:xfrm>
            <a:off x="6593795" y="3567113"/>
            <a:ext cx="485775" cy="406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v</a:t>
            </a:r>
            <a:r>
              <a:rPr lang="fr-FR" altLang="fr-FR" sz="1800" baseline="-25000">
                <a:latin typeface="Times New Roman" panose="02020603050405020304" pitchFamily="18" charset="0"/>
              </a:rPr>
              <a:t>AK</a:t>
            </a:r>
          </a:p>
        </p:txBody>
      </p:sp>
      <p:sp>
        <p:nvSpPr>
          <p:cNvPr id="15" name="Text Box 9"/>
          <p:cNvSpPr txBox="1">
            <a:spLocks noChangeArrowheads="1"/>
          </p:cNvSpPr>
          <p:nvPr/>
        </p:nvSpPr>
        <p:spPr bwMode="auto">
          <a:xfrm>
            <a:off x="5095195" y="3998913"/>
            <a:ext cx="295275" cy="368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6" name="AutoShape 10"/>
          <p:cNvSpPr>
            <a:spLocks/>
          </p:cNvSpPr>
          <p:nvPr/>
        </p:nvSpPr>
        <p:spPr bwMode="auto">
          <a:xfrm>
            <a:off x="7043057" y="1946275"/>
            <a:ext cx="2957286" cy="403225"/>
          </a:xfrm>
          <a:prstGeom prst="borderCallout1">
            <a:avLst>
              <a:gd name="adj1" fmla="val 28347"/>
              <a:gd name="adj2" fmla="val -3787"/>
              <a:gd name="adj3" fmla="val 256578"/>
              <a:gd name="adj4" fmla="val -39608"/>
            </a:avLst>
          </a:prstGeom>
          <a:noFill/>
          <a:ln w="9360" cap="sq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6800" rIns="90000" bIns="46800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2400" b="1" dirty="0">
                <a:latin typeface="Times New Roman" panose="02020603050405020304" pitchFamily="18" charset="0"/>
              </a:rPr>
              <a:t>V</a:t>
            </a:r>
            <a:r>
              <a:rPr lang="fr-FR" altLang="fr-FR" sz="2400" b="1" baseline="-25000" dirty="0">
                <a:latin typeface="Times New Roman" panose="02020603050405020304" pitchFamily="18" charset="0"/>
              </a:rPr>
              <a:t>AK</a:t>
            </a:r>
            <a:r>
              <a:rPr lang="fr-FR" altLang="fr-FR" sz="2400" b="1" dirty="0">
                <a:latin typeface="Times New Roman" panose="02020603050405020304" pitchFamily="18" charset="0"/>
              </a:rPr>
              <a:t> = </a:t>
            </a:r>
            <a:r>
              <a:rPr lang="fr-FR" altLang="fr-FR" sz="2400" b="1" dirty="0" err="1">
                <a:latin typeface="Times New Roman" panose="02020603050405020304" pitchFamily="18" charset="0"/>
              </a:rPr>
              <a:t>r</a:t>
            </a:r>
            <a:r>
              <a:rPr lang="fr-FR" altLang="fr-FR" sz="2400" b="1" baseline="-25000" dirty="0" err="1">
                <a:latin typeface="Times New Roman" panose="02020603050405020304" pitchFamily="18" charset="0"/>
              </a:rPr>
              <a:t>on</a:t>
            </a:r>
            <a:r>
              <a:rPr lang="fr-FR" altLang="fr-FR" sz="2400" b="1" dirty="0" err="1">
                <a:latin typeface="Times New Roman" panose="02020603050405020304" pitchFamily="18" charset="0"/>
              </a:rPr>
              <a:t>.i</a:t>
            </a:r>
            <a:r>
              <a:rPr lang="fr-FR" altLang="fr-FR" sz="2400" b="1" dirty="0">
                <a:latin typeface="Times New Roman" panose="02020603050405020304" pitchFamily="18" charset="0"/>
              </a:rPr>
              <a:t> + V</a:t>
            </a:r>
            <a:r>
              <a:rPr lang="fr-FR" altLang="fr-FR" sz="2400" b="1" baseline="-25000" dirty="0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7" name="AutoShape 11"/>
          <p:cNvSpPr>
            <a:spLocks/>
          </p:cNvSpPr>
          <p:nvPr/>
        </p:nvSpPr>
        <p:spPr bwMode="auto">
          <a:xfrm>
            <a:off x="5742895" y="4797425"/>
            <a:ext cx="936625" cy="403225"/>
          </a:xfrm>
          <a:prstGeom prst="borderCallout1">
            <a:avLst>
              <a:gd name="adj1" fmla="val 28347"/>
              <a:gd name="adj2" fmla="val -8134"/>
              <a:gd name="adj3" fmla="val -156411"/>
              <a:gd name="adj4" fmla="val -101866"/>
            </a:avLst>
          </a:prstGeom>
          <a:noFill/>
          <a:ln w="9360" cap="sq">
            <a:solidFill>
              <a:srgbClr val="339966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6800" rIns="90000" bIns="46800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i = 0</a:t>
            </a:r>
          </a:p>
        </p:txBody>
      </p:sp>
      <p:sp>
        <p:nvSpPr>
          <p:cNvPr id="18" name="AutoShape 12"/>
          <p:cNvSpPr>
            <a:spLocks/>
          </p:cNvSpPr>
          <p:nvPr/>
        </p:nvSpPr>
        <p:spPr bwMode="auto">
          <a:xfrm>
            <a:off x="5742895" y="5734050"/>
            <a:ext cx="1584325" cy="403225"/>
          </a:xfrm>
          <a:prstGeom prst="borderCallout1">
            <a:avLst>
              <a:gd name="adj1" fmla="val 28347"/>
              <a:gd name="adj2" fmla="val -4810"/>
              <a:gd name="adj3" fmla="val -174296"/>
              <a:gd name="adj4" fmla="val -121943"/>
            </a:avLst>
          </a:prstGeom>
          <a:noFill/>
          <a:ln w="9360" cap="sq">
            <a:solidFill>
              <a:srgbClr val="0000FF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6800" rIns="90000" bIns="46800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>
                <a:latin typeface="Times New Roman" panose="02020603050405020304" pitchFamily="18" charset="0"/>
              </a:rPr>
              <a:t>AK</a:t>
            </a:r>
            <a:r>
              <a:rPr lang="fr-FR" altLang="fr-FR" sz="1800" b="1">
                <a:latin typeface="Times New Roman" panose="02020603050405020304" pitchFamily="18" charset="0"/>
              </a:rPr>
              <a:t> = V</a:t>
            </a:r>
            <a:r>
              <a:rPr lang="fr-FR" altLang="fr-FR" sz="1800" b="1" baseline="-25000">
                <a:latin typeface="Times New Roman" panose="02020603050405020304" pitchFamily="18" charset="0"/>
              </a:rPr>
              <a:t>BR</a:t>
            </a:r>
          </a:p>
        </p:txBody>
      </p:sp>
      <p:sp>
        <p:nvSpPr>
          <p:cNvPr id="19" name="Text Box 13"/>
          <p:cNvSpPr txBox="1">
            <a:spLocks noChangeArrowheads="1"/>
          </p:cNvSpPr>
          <p:nvPr/>
        </p:nvSpPr>
        <p:spPr bwMode="auto">
          <a:xfrm>
            <a:off x="7897376" y="2708275"/>
            <a:ext cx="3333262" cy="83317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2400" b="1" i="1">
                <a:solidFill>
                  <a:srgbClr val="0033CC"/>
                </a:solidFill>
                <a:latin typeface="Times New Roman" panose="02020603050405020304" pitchFamily="18" charset="0"/>
              </a:rPr>
              <a:t>Linearized characteristic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2400" b="1" i="1">
                <a:solidFill>
                  <a:srgbClr val="0033CC"/>
                </a:solidFill>
                <a:latin typeface="Times New Roman" panose="02020603050405020304" pitchFamily="18" charset="0"/>
              </a:rPr>
              <a:t>3 segments</a:t>
            </a:r>
          </a:p>
        </p:txBody>
      </p:sp>
      <p:sp>
        <p:nvSpPr>
          <p:cNvPr id="20" name="Text Box 14"/>
          <p:cNvSpPr txBox="1">
            <a:spLocks noChangeArrowheads="1"/>
          </p:cNvSpPr>
          <p:nvPr/>
        </p:nvSpPr>
        <p:spPr bwMode="auto">
          <a:xfrm>
            <a:off x="7543120" y="4337505"/>
            <a:ext cx="4272272" cy="1017844"/>
          </a:xfrm>
          <a:prstGeom prst="rect">
            <a:avLst/>
          </a:prstGeom>
          <a:noFill/>
          <a:ln w="9360" cap="sq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2800" b="1" i="1" dirty="0">
                <a:solidFill>
                  <a:srgbClr val="0033CC"/>
                </a:solidFill>
                <a:latin typeface="Times New Roman" panose="02020603050405020304" pitchFamily="18" charset="0"/>
              </a:rPr>
              <a:t>Conduction loss calculation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P</a:t>
            </a:r>
            <a:r>
              <a:rPr lang="en-CA" altLang="fr-FR" b="1" i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c</a:t>
            </a:r>
            <a:r>
              <a:rPr lang="en-CA" altLang="fr-FR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 = r</a:t>
            </a:r>
            <a:r>
              <a:rPr lang="en-CA" altLang="fr-FR" b="1" i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on</a:t>
            </a:r>
            <a:r>
              <a:rPr lang="en-CA" altLang="fr-FR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.I</a:t>
            </a:r>
            <a:r>
              <a:rPr lang="en-CA" altLang="fr-FR" b="1" i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eff</a:t>
            </a:r>
            <a:r>
              <a:rPr lang="en-CA" altLang="fr-FR" b="1" i="1" baseline="30000" dirty="0">
                <a:solidFill>
                  <a:srgbClr val="FF3300"/>
                </a:solidFill>
                <a:latin typeface="Times New Roman" panose="02020603050405020304" pitchFamily="18" charset="0"/>
              </a:rPr>
              <a:t>2</a:t>
            </a:r>
            <a:r>
              <a:rPr lang="en-CA" altLang="fr-FR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 + V</a:t>
            </a:r>
            <a:r>
              <a:rPr lang="en-CA" altLang="fr-FR" b="1" i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0</a:t>
            </a:r>
            <a:r>
              <a:rPr lang="en-CA" altLang="fr-FR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. </a:t>
            </a:r>
            <a:r>
              <a:rPr lang="en-CA" altLang="fr-FR" b="1" i="1" dirty="0" err="1">
                <a:solidFill>
                  <a:srgbClr val="FF3300"/>
                </a:solidFill>
                <a:latin typeface="Times New Roman" panose="02020603050405020304" pitchFamily="18" charset="0"/>
              </a:rPr>
              <a:t>I</a:t>
            </a:r>
            <a:r>
              <a:rPr lang="en-CA" altLang="fr-FR" b="1" i="1" baseline="-25000" dirty="0" err="1">
                <a:solidFill>
                  <a:srgbClr val="FF3300"/>
                </a:solidFill>
                <a:latin typeface="Times New Roman" panose="02020603050405020304" pitchFamily="18" charset="0"/>
              </a:rPr>
              <a:t>av</a:t>
            </a:r>
            <a:endParaRPr lang="en-CA" altLang="fr-FR" b="1" i="1" baseline="-25000" dirty="0">
              <a:solidFill>
                <a:srgbClr val="FF33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21" name="AutoShape 15"/>
          <p:cNvSpPr>
            <a:spLocks noChangeArrowheads="1"/>
          </p:cNvSpPr>
          <p:nvPr/>
        </p:nvSpPr>
        <p:spPr bwMode="auto">
          <a:xfrm>
            <a:off x="9391919" y="3647815"/>
            <a:ext cx="287337" cy="504825"/>
          </a:xfrm>
          <a:prstGeom prst="downArrow">
            <a:avLst>
              <a:gd name="adj1" fmla="val 50000"/>
              <a:gd name="adj2" fmla="val 43923"/>
            </a:avLst>
          </a:prstGeom>
          <a:solidFill>
            <a:srgbClr val="0000FF"/>
          </a:solidFill>
          <a:ln w="9360" cap="sq">
            <a:solidFill>
              <a:srgbClr val="0000FF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fr-FR" altLang="fr-FR"/>
          </a:p>
        </p:txBody>
      </p:sp>
      <p:sp>
        <p:nvSpPr>
          <p:cNvPr id="22" name="ZoneTexte 21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rgbClr val="FF0000"/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69170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  <p:tav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100000">
                                          <p:val>
                                            <p:strVal val="1+#ppt_h/2"/>
                                          </p:val>
                                        </p:tav>
                                        <p:tav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Heat sink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622" t="17381" r="40886" b="28439"/>
          <a:stretch/>
        </p:blipFill>
        <p:spPr bwMode="auto">
          <a:xfrm>
            <a:off x="7421879" y="2148840"/>
            <a:ext cx="2087881" cy="19507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grpSp>
        <p:nvGrpSpPr>
          <p:cNvPr id="13" name="Group 7"/>
          <p:cNvGrpSpPr>
            <a:grpSpLocks/>
          </p:cNvGrpSpPr>
          <p:nvPr/>
        </p:nvGrpSpPr>
        <p:grpSpPr bwMode="auto">
          <a:xfrm>
            <a:off x="2784533" y="1388031"/>
            <a:ext cx="4539008" cy="2920066"/>
            <a:chOff x="350" y="1016"/>
            <a:chExt cx="1754" cy="1229"/>
          </a:xfrm>
        </p:grpSpPr>
        <p:sp>
          <p:nvSpPr>
            <p:cNvPr id="14" name="Oval 8"/>
            <p:cNvSpPr>
              <a:spLocks noChangeArrowheads="1"/>
            </p:cNvSpPr>
            <p:nvPr/>
          </p:nvSpPr>
          <p:spPr bwMode="auto">
            <a:xfrm>
              <a:off x="590" y="1637"/>
              <a:ext cx="181" cy="181"/>
            </a:xfrm>
            <a:prstGeom prst="ellips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fr-FR" altLang="fr-FR"/>
            </a:p>
          </p:txBody>
        </p:sp>
        <p:sp>
          <p:nvSpPr>
            <p:cNvPr id="15" name="Rectangle 9"/>
            <p:cNvSpPr>
              <a:spLocks noChangeArrowheads="1"/>
            </p:cNvSpPr>
            <p:nvPr/>
          </p:nvSpPr>
          <p:spPr bwMode="auto">
            <a:xfrm>
              <a:off x="998" y="1275"/>
              <a:ext cx="294" cy="89"/>
            </a:xfrm>
            <a:prstGeom prst="rect">
              <a:avLst/>
            </a:prstGeom>
            <a:solidFill>
              <a:srgbClr val="BBE0E3"/>
            </a:solidFill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fr-FR" altLang="fr-FR"/>
            </a:p>
          </p:txBody>
        </p:sp>
        <p:sp>
          <p:nvSpPr>
            <p:cNvPr id="16" name="Rectangle 10"/>
            <p:cNvSpPr>
              <a:spLocks noChangeArrowheads="1"/>
            </p:cNvSpPr>
            <p:nvPr/>
          </p:nvSpPr>
          <p:spPr bwMode="auto">
            <a:xfrm>
              <a:off x="1588" y="1569"/>
              <a:ext cx="90" cy="294"/>
            </a:xfrm>
            <a:prstGeom prst="rect">
              <a:avLst/>
            </a:prstGeom>
            <a:solidFill>
              <a:srgbClr val="BBE0E3"/>
            </a:solidFill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fr-FR" altLang="fr-FR"/>
            </a:p>
          </p:txBody>
        </p:sp>
        <p:sp>
          <p:nvSpPr>
            <p:cNvPr id="17" name="Line 11"/>
            <p:cNvSpPr>
              <a:spLocks noChangeShapeType="1"/>
            </p:cNvSpPr>
            <p:nvPr/>
          </p:nvSpPr>
          <p:spPr bwMode="auto">
            <a:xfrm flipV="1">
              <a:off x="1634" y="1319"/>
              <a:ext cx="0" cy="25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Line 12"/>
            <p:cNvSpPr>
              <a:spLocks noChangeShapeType="1"/>
            </p:cNvSpPr>
            <p:nvPr/>
          </p:nvSpPr>
          <p:spPr bwMode="auto">
            <a:xfrm flipH="1">
              <a:off x="1292" y="1320"/>
              <a:ext cx="342" cy="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Line 13"/>
            <p:cNvSpPr>
              <a:spLocks noChangeShapeType="1"/>
            </p:cNvSpPr>
            <p:nvPr/>
          </p:nvSpPr>
          <p:spPr bwMode="auto">
            <a:xfrm flipH="1">
              <a:off x="680" y="1320"/>
              <a:ext cx="319" cy="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Line 14"/>
            <p:cNvSpPr>
              <a:spLocks noChangeShapeType="1"/>
            </p:cNvSpPr>
            <p:nvPr/>
          </p:nvSpPr>
          <p:spPr bwMode="auto">
            <a:xfrm flipV="1">
              <a:off x="681" y="1319"/>
              <a:ext cx="0" cy="318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Line 15"/>
            <p:cNvSpPr>
              <a:spLocks noChangeShapeType="1"/>
            </p:cNvSpPr>
            <p:nvPr/>
          </p:nvSpPr>
          <p:spPr bwMode="auto">
            <a:xfrm flipV="1">
              <a:off x="681" y="1931"/>
              <a:ext cx="0" cy="115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Line 16"/>
            <p:cNvSpPr>
              <a:spLocks noChangeShapeType="1"/>
            </p:cNvSpPr>
            <p:nvPr/>
          </p:nvSpPr>
          <p:spPr bwMode="auto">
            <a:xfrm flipV="1">
              <a:off x="1634" y="1863"/>
              <a:ext cx="0" cy="183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" name="Oval 17"/>
            <p:cNvSpPr>
              <a:spLocks noChangeArrowheads="1"/>
            </p:cNvSpPr>
            <p:nvPr/>
          </p:nvSpPr>
          <p:spPr bwMode="auto">
            <a:xfrm>
              <a:off x="590" y="1751"/>
              <a:ext cx="181" cy="181"/>
            </a:xfrm>
            <a:prstGeom prst="ellips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fr-FR" altLang="fr-FR"/>
            </a:p>
          </p:txBody>
        </p:sp>
        <p:sp>
          <p:nvSpPr>
            <p:cNvPr id="24" name="Line 18"/>
            <p:cNvSpPr>
              <a:spLocks noChangeShapeType="1"/>
            </p:cNvSpPr>
            <p:nvPr/>
          </p:nvSpPr>
          <p:spPr bwMode="auto">
            <a:xfrm flipH="1">
              <a:off x="952" y="1524"/>
              <a:ext cx="183" cy="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Line 19"/>
            <p:cNvSpPr>
              <a:spLocks noChangeShapeType="1"/>
            </p:cNvSpPr>
            <p:nvPr/>
          </p:nvSpPr>
          <p:spPr bwMode="auto">
            <a:xfrm flipH="1">
              <a:off x="680" y="2046"/>
              <a:ext cx="954" cy="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Line 20"/>
            <p:cNvSpPr>
              <a:spLocks noChangeShapeType="1"/>
            </p:cNvSpPr>
            <p:nvPr/>
          </p:nvSpPr>
          <p:spPr bwMode="auto">
            <a:xfrm flipH="1">
              <a:off x="1179" y="1524"/>
              <a:ext cx="160" cy="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Line 21"/>
            <p:cNvSpPr>
              <a:spLocks noChangeShapeType="1"/>
            </p:cNvSpPr>
            <p:nvPr/>
          </p:nvSpPr>
          <p:spPr bwMode="auto">
            <a:xfrm>
              <a:off x="1180" y="1433"/>
              <a:ext cx="0" cy="181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Line 22"/>
            <p:cNvSpPr>
              <a:spLocks noChangeShapeType="1"/>
            </p:cNvSpPr>
            <p:nvPr/>
          </p:nvSpPr>
          <p:spPr bwMode="auto">
            <a:xfrm>
              <a:off x="1135" y="1433"/>
              <a:ext cx="0" cy="181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Line 23"/>
            <p:cNvSpPr>
              <a:spLocks noChangeShapeType="1"/>
            </p:cNvSpPr>
            <p:nvPr/>
          </p:nvSpPr>
          <p:spPr bwMode="auto">
            <a:xfrm>
              <a:off x="1339" y="1320"/>
              <a:ext cx="0" cy="204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Line 24"/>
            <p:cNvSpPr>
              <a:spLocks noChangeShapeType="1"/>
            </p:cNvSpPr>
            <p:nvPr/>
          </p:nvSpPr>
          <p:spPr bwMode="auto">
            <a:xfrm>
              <a:off x="953" y="1320"/>
              <a:ext cx="0" cy="204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25"/>
            <p:cNvSpPr>
              <a:spLocks noChangeShapeType="1"/>
            </p:cNvSpPr>
            <p:nvPr/>
          </p:nvSpPr>
          <p:spPr bwMode="auto">
            <a:xfrm flipH="1">
              <a:off x="1451" y="1524"/>
              <a:ext cx="183" cy="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Line 26"/>
            <p:cNvSpPr>
              <a:spLocks noChangeShapeType="1"/>
            </p:cNvSpPr>
            <p:nvPr/>
          </p:nvSpPr>
          <p:spPr bwMode="auto">
            <a:xfrm>
              <a:off x="1452" y="1524"/>
              <a:ext cx="0" cy="204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27"/>
            <p:cNvSpPr>
              <a:spLocks noChangeShapeType="1"/>
            </p:cNvSpPr>
            <p:nvPr/>
          </p:nvSpPr>
          <p:spPr bwMode="auto">
            <a:xfrm flipH="1">
              <a:off x="1360" y="1728"/>
              <a:ext cx="183" cy="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28"/>
            <p:cNvSpPr>
              <a:spLocks noChangeShapeType="1"/>
            </p:cNvSpPr>
            <p:nvPr/>
          </p:nvSpPr>
          <p:spPr bwMode="auto">
            <a:xfrm flipH="1">
              <a:off x="1360" y="1774"/>
              <a:ext cx="183" cy="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Line 29"/>
            <p:cNvSpPr>
              <a:spLocks noChangeShapeType="1"/>
            </p:cNvSpPr>
            <p:nvPr/>
          </p:nvSpPr>
          <p:spPr bwMode="auto">
            <a:xfrm>
              <a:off x="1452" y="1774"/>
              <a:ext cx="0" cy="271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Line 30"/>
            <p:cNvSpPr>
              <a:spLocks noChangeShapeType="1"/>
            </p:cNvSpPr>
            <p:nvPr/>
          </p:nvSpPr>
          <p:spPr bwMode="auto">
            <a:xfrm flipV="1">
              <a:off x="681" y="1659"/>
              <a:ext cx="0" cy="228"/>
            </a:xfrm>
            <a:prstGeom prst="line">
              <a:avLst/>
            </a:prstGeom>
            <a:noFill/>
            <a:ln w="19080" cap="sq">
              <a:solidFill>
                <a:srgbClr val="000000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Text Box 31"/>
            <p:cNvSpPr txBox="1">
              <a:spLocks noChangeArrowheads="1"/>
            </p:cNvSpPr>
            <p:nvPr/>
          </p:nvSpPr>
          <p:spPr bwMode="auto">
            <a:xfrm>
              <a:off x="350" y="1652"/>
              <a:ext cx="158" cy="24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>
                  <a:latin typeface="Times New Roman" panose="02020603050405020304" pitchFamily="18" charset="0"/>
                </a:rPr>
                <a:t>P</a:t>
              </a:r>
            </a:p>
          </p:txBody>
        </p:sp>
        <p:sp>
          <p:nvSpPr>
            <p:cNvPr id="38" name="Text Box 32"/>
            <p:cNvSpPr txBox="1">
              <a:spLocks noChangeArrowheads="1"/>
            </p:cNvSpPr>
            <p:nvPr/>
          </p:nvSpPr>
          <p:spPr bwMode="auto">
            <a:xfrm>
              <a:off x="499" y="1144"/>
              <a:ext cx="209" cy="24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square" lIns="90000" tIns="46800" rIns="90000" bIns="4680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dirty="0">
                  <a:latin typeface="Symbol" panose="05050102010706020507" pitchFamily="18" charset="2"/>
                </a:rPr>
                <a:t></a:t>
              </a:r>
              <a:r>
                <a:rPr lang="fr-FR" altLang="fr-FR" baseline="-25000" dirty="0">
                  <a:latin typeface="Times New Roman" panose="02020603050405020304" pitchFamily="18" charset="0"/>
                </a:rPr>
                <a:t>j</a:t>
              </a:r>
            </a:p>
          </p:txBody>
        </p:sp>
        <p:sp>
          <p:nvSpPr>
            <p:cNvPr id="39" name="Text Box 33"/>
            <p:cNvSpPr txBox="1">
              <a:spLocks noChangeArrowheads="1"/>
            </p:cNvSpPr>
            <p:nvPr/>
          </p:nvSpPr>
          <p:spPr bwMode="auto">
            <a:xfrm>
              <a:off x="560" y="1998"/>
              <a:ext cx="200" cy="24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dirty="0">
                  <a:latin typeface="Symbol" panose="05050102010706020507" pitchFamily="18" charset="2"/>
                </a:rPr>
                <a:t></a:t>
              </a:r>
              <a:r>
                <a:rPr lang="fr-FR" altLang="fr-FR" baseline="-25000" dirty="0">
                  <a:latin typeface="Times New Roman" panose="02020603050405020304" pitchFamily="18" charset="0"/>
                </a:rPr>
                <a:t>a</a:t>
              </a:r>
            </a:p>
          </p:txBody>
        </p:sp>
        <p:sp>
          <p:nvSpPr>
            <p:cNvPr id="40" name="Text Box 34"/>
            <p:cNvSpPr txBox="1">
              <a:spLocks noChangeArrowheads="1"/>
            </p:cNvSpPr>
            <p:nvPr/>
          </p:nvSpPr>
          <p:spPr bwMode="auto">
            <a:xfrm>
              <a:off x="1519" y="1049"/>
              <a:ext cx="200" cy="24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>
                  <a:latin typeface="Symbol" panose="05050102010706020507" pitchFamily="18" charset="2"/>
                </a:rPr>
                <a:t></a:t>
              </a:r>
              <a:r>
                <a:rPr lang="fr-FR" altLang="fr-FR" baseline="-25000">
                  <a:latin typeface="Times New Roman" panose="02020603050405020304" pitchFamily="18" charset="0"/>
                </a:rPr>
                <a:t>c</a:t>
              </a:r>
            </a:p>
          </p:txBody>
        </p:sp>
        <p:sp>
          <p:nvSpPr>
            <p:cNvPr id="41" name="Text Box 35"/>
            <p:cNvSpPr txBox="1">
              <a:spLocks noChangeArrowheads="1"/>
            </p:cNvSpPr>
            <p:nvPr/>
          </p:nvSpPr>
          <p:spPr bwMode="auto">
            <a:xfrm>
              <a:off x="962" y="1016"/>
              <a:ext cx="405" cy="24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dirty="0" err="1">
                  <a:latin typeface="Times New Roman" panose="02020603050405020304" pitchFamily="18" charset="0"/>
                </a:rPr>
                <a:t>Rth</a:t>
              </a:r>
              <a:r>
                <a:rPr lang="fr-FR" altLang="fr-FR" baseline="-25000" dirty="0" err="1">
                  <a:latin typeface="Times New Roman" panose="02020603050405020304" pitchFamily="18" charset="0"/>
                </a:rPr>
                <a:t>j</a:t>
              </a:r>
              <a:r>
                <a:rPr lang="fr-FR" altLang="fr-FR" baseline="-25000" dirty="0">
                  <a:latin typeface="Times New Roman" panose="02020603050405020304" pitchFamily="18" charset="0"/>
                </a:rPr>
                <a:t>/c</a:t>
              </a:r>
            </a:p>
          </p:txBody>
        </p:sp>
        <p:sp>
          <p:nvSpPr>
            <p:cNvPr id="42" name="Text Box 36"/>
            <p:cNvSpPr txBox="1">
              <a:spLocks noChangeArrowheads="1"/>
            </p:cNvSpPr>
            <p:nvPr/>
          </p:nvSpPr>
          <p:spPr bwMode="auto">
            <a:xfrm>
              <a:off x="1681" y="1585"/>
              <a:ext cx="423" cy="24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dirty="0" err="1">
                  <a:latin typeface="Times New Roman" panose="02020603050405020304" pitchFamily="18" charset="0"/>
                </a:rPr>
                <a:t>Rth</a:t>
              </a:r>
              <a:r>
                <a:rPr lang="fr-FR" altLang="fr-FR" baseline="-25000" dirty="0" err="1">
                  <a:latin typeface="Times New Roman" panose="02020603050405020304" pitchFamily="18" charset="0"/>
                </a:rPr>
                <a:t>c</a:t>
              </a:r>
              <a:r>
                <a:rPr lang="fr-FR" altLang="fr-FR" baseline="-25000" dirty="0">
                  <a:latin typeface="Times New Roman" panose="02020603050405020304" pitchFamily="18" charset="0"/>
                </a:rPr>
                <a:t>/a</a:t>
              </a:r>
            </a:p>
          </p:txBody>
        </p:sp>
      </p:grpSp>
      <p:sp>
        <p:nvSpPr>
          <p:cNvPr id="43" name="Text Box 37"/>
          <p:cNvSpPr txBox="1">
            <a:spLocks noChangeArrowheads="1"/>
          </p:cNvSpPr>
          <p:nvPr/>
        </p:nvSpPr>
        <p:spPr bwMode="auto">
          <a:xfrm>
            <a:off x="4368483" y="5266372"/>
            <a:ext cx="1584000" cy="612000"/>
          </a:xfrm>
          <a:prstGeom prst="rect">
            <a:avLst/>
          </a:prstGeom>
          <a:noFill/>
          <a:ln w="38100" cap="sq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2800" b="1">
                <a:latin typeface="Symbol" panose="05050102010706020507" pitchFamily="18" charset="2"/>
              </a:rPr>
              <a:t></a:t>
            </a:r>
            <a:r>
              <a:rPr lang="fr-FR" altLang="fr-FR" sz="2800" b="1" baseline="-25000">
                <a:latin typeface="Times New Roman" panose="02020603050405020304" pitchFamily="18" charset="0"/>
              </a:rPr>
              <a:t>j</a:t>
            </a:r>
            <a:r>
              <a:rPr lang="fr-FR" altLang="fr-FR" sz="2800" b="1">
                <a:latin typeface="Times New Roman" panose="02020603050405020304" pitchFamily="18" charset="0"/>
              </a:rPr>
              <a:t> &lt; </a:t>
            </a:r>
            <a:r>
              <a:rPr lang="fr-FR" altLang="fr-FR" sz="2800" b="1">
                <a:latin typeface="Symbol" panose="05050102010706020507" pitchFamily="18" charset="2"/>
              </a:rPr>
              <a:t></a:t>
            </a:r>
            <a:r>
              <a:rPr lang="fr-FR" altLang="fr-FR" sz="2800" b="1" baseline="-25000">
                <a:latin typeface="Times New Roman" panose="02020603050405020304" pitchFamily="18" charset="0"/>
              </a:rPr>
              <a:t>jmax</a:t>
            </a:r>
          </a:p>
        </p:txBody>
      </p:sp>
      <p:sp>
        <p:nvSpPr>
          <p:cNvPr id="44" name="Text Box 38"/>
          <p:cNvSpPr txBox="1">
            <a:spLocks noChangeArrowheads="1"/>
          </p:cNvSpPr>
          <p:nvPr/>
        </p:nvSpPr>
        <p:spPr bwMode="auto">
          <a:xfrm>
            <a:off x="3936683" y="4186873"/>
            <a:ext cx="1758600" cy="5254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2800" dirty="0">
                <a:latin typeface="Times New Roman" panose="02020603050405020304" pitchFamily="18" charset="0"/>
              </a:rPr>
              <a:t>P = P</a:t>
            </a:r>
            <a:r>
              <a:rPr lang="fr-FR" altLang="fr-FR" sz="2800" baseline="-25000" dirty="0">
                <a:latin typeface="Times New Roman" panose="02020603050405020304" pitchFamily="18" charset="0"/>
              </a:rPr>
              <a:t>c</a:t>
            </a:r>
            <a:r>
              <a:rPr lang="fr-FR" altLang="fr-FR" sz="2800" dirty="0">
                <a:latin typeface="Times New Roman" panose="02020603050405020304" pitchFamily="18" charset="0"/>
              </a:rPr>
              <a:t> + P</a:t>
            </a:r>
            <a:r>
              <a:rPr lang="fr-FR" altLang="fr-FR" sz="2800" baseline="-25000" dirty="0">
                <a:latin typeface="Times New Roman" panose="02020603050405020304" pitchFamily="18" charset="0"/>
              </a:rPr>
              <a:t>b</a:t>
            </a:r>
          </a:p>
        </p:txBody>
      </p:sp>
      <p:sp>
        <p:nvSpPr>
          <p:cNvPr id="45" name="Text Box 39"/>
          <p:cNvSpPr txBox="1">
            <a:spLocks noChangeArrowheads="1"/>
          </p:cNvSpPr>
          <p:nvPr/>
        </p:nvSpPr>
        <p:spPr bwMode="auto">
          <a:xfrm>
            <a:off x="7271225" y="5034598"/>
            <a:ext cx="3493562" cy="6485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3600" b="1" i="1" dirty="0" err="1">
                <a:solidFill>
                  <a:srgbClr val="0033CC"/>
                </a:solidFill>
                <a:latin typeface="Times New Roman" panose="02020603050405020304" pitchFamily="18" charset="0"/>
              </a:rPr>
              <a:t>Rth</a:t>
            </a:r>
            <a:r>
              <a:rPr lang="en-CA" altLang="fr-FR" sz="3600" b="1" i="1" baseline="-25000" dirty="0" err="1">
                <a:solidFill>
                  <a:srgbClr val="0033CC"/>
                </a:solidFill>
                <a:latin typeface="Times New Roman" panose="02020603050405020304" pitchFamily="18" charset="0"/>
              </a:rPr>
              <a:t>c</a:t>
            </a:r>
            <a:r>
              <a:rPr lang="en-CA" altLang="fr-FR" sz="3600" b="1" i="1" baseline="-25000" dirty="0">
                <a:solidFill>
                  <a:srgbClr val="0033CC"/>
                </a:solidFill>
                <a:latin typeface="Times New Roman" panose="02020603050405020304" pitchFamily="18" charset="0"/>
              </a:rPr>
              <a:t>/a</a:t>
            </a:r>
            <a:r>
              <a:rPr lang="en-CA" altLang="fr-FR" sz="3600" b="1" i="1" dirty="0">
                <a:solidFill>
                  <a:srgbClr val="0033CC"/>
                </a:solidFill>
                <a:latin typeface="Times New Roman" panose="02020603050405020304" pitchFamily="18" charset="0"/>
              </a:rPr>
              <a:t> calculation</a:t>
            </a:r>
          </a:p>
        </p:txBody>
      </p:sp>
      <p:pic>
        <p:nvPicPr>
          <p:cNvPr id="46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421" t="28588" r="13585" b="37126"/>
          <a:stretch/>
        </p:blipFill>
        <p:spPr bwMode="auto">
          <a:xfrm>
            <a:off x="9819399" y="2581910"/>
            <a:ext cx="1343898" cy="12344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47" name="ZoneTexte 46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rgbClr val="FF0000"/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6146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 additive="repl">
                                        <p:cTn id="17" dur="2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22" dur="500"/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Specific diode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Box 2"/>
          <p:cNvSpPr txBox="1">
            <a:spLocks noChangeArrowheads="1"/>
          </p:cNvSpPr>
          <p:nvPr/>
        </p:nvSpPr>
        <p:spPr bwMode="auto">
          <a:xfrm>
            <a:off x="3137128" y="2299717"/>
            <a:ext cx="8216900" cy="27733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lnSpc>
                <a:spcPct val="145000"/>
              </a:lnSpc>
              <a:spcBef>
                <a:spcPct val="0"/>
              </a:spcBef>
              <a:buClr>
                <a:srgbClr val="0033CC"/>
              </a:buClr>
              <a:buFont typeface="Times New Roman" panose="02020603050405020304" pitchFamily="18" charset="0"/>
              <a:buChar char="•"/>
            </a:pP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 Low threshold diode: </a:t>
            </a:r>
            <a:r>
              <a:rPr lang="en-CA" altLang="fr-FR" sz="2400" b="1" i="1" dirty="0" err="1">
                <a:solidFill>
                  <a:schemeClr val="tx1"/>
                </a:solidFill>
                <a:latin typeface="Times New Roman" panose="02020603050405020304" pitchFamily="18" charset="0"/>
              </a:rPr>
              <a:t>Schottky</a:t>
            </a: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 diode</a:t>
            </a:r>
          </a:p>
          <a:p>
            <a:pPr eaLnBrk="1" hangingPunct="1">
              <a:lnSpc>
                <a:spcPct val="145000"/>
              </a:lnSpc>
              <a:spcBef>
                <a:spcPct val="0"/>
              </a:spcBef>
              <a:buClr>
                <a:srgbClr val="0033CC"/>
              </a:buClr>
              <a:buFont typeface="Times New Roman" panose="02020603050405020304" pitchFamily="18" charset="0"/>
              <a:buChar char="•"/>
            </a:pP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 High voltage diode</a:t>
            </a:r>
          </a:p>
          <a:p>
            <a:pPr eaLnBrk="1" hangingPunct="1">
              <a:lnSpc>
                <a:spcPct val="145000"/>
              </a:lnSpc>
              <a:spcBef>
                <a:spcPct val="0"/>
              </a:spcBef>
              <a:buClr>
                <a:srgbClr val="0033CC"/>
              </a:buClr>
              <a:buFont typeface="Times New Roman" panose="02020603050405020304" pitchFamily="18" charset="0"/>
              <a:buChar char="•"/>
            </a:pP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 Power </a:t>
            </a:r>
            <a:r>
              <a:rPr lang="en-CA" altLang="fr-FR" sz="2400" b="1" i="1" dirty="0" err="1">
                <a:solidFill>
                  <a:schemeClr val="tx1"/>
                </a:solidFill>
                <a:latin typeface="Times New Roman" panose="02020603050405020304" pitchFamily="18" charset="0"/>
              </a:rPr>
              <a:t>Zener</a:t>
            </a: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 diodes (« Transient-voltage-suppression diode »)</a:t>
            </a:r>
          </a:p>
          <a:p>
            <a:pPr eaLnBrk="1" hangingPunct="1">
              <a:lnSpc>
                <a:spcPct val="145000"/>
              </a:lnSpc>
              <a:spcBef>
                <a:spcPct val="0"/>
              </a:spcBef>
              <a:buClr>
                <a:srgbClr val="0033CC"/>
              </a:buClr>
              <a:buFont typeface="Times New Roman" panose="02020603050405020304" pitchFamily="18" charset="0"/>
              <a:buChar char="•"/>
            </a:pP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 Fast diodes (low Q</a:t>
            </a:r>
            <a:r>
              <a:rPr lang="en-CA" altLang="fr-FR" sz="2400" b="1" i="1" baseline="-25000" dirty="0">
                <a:solidFill>
                  <a:schemeClr val="tx1"/>
                </a:solidFill>
                <a:latin typeface="Times New Roman" panose="02020603050405020304" pitchFamily="18" charset="0"/>
              </a:rPr>
              <a:t>R</a:t>
            </a: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)</a:t>
            </a:r>
          </a:p>
          <a:p>
            <a:pPr eaLnBrk="1" hangingPunct="1">
              <a:lnSpc>
                <a:spcPct val="145000"/>
              </a:lnSpc>
              <a:spcBef>
                <a:spcPct val="0"/>
              </a:spcBef>
              <a:buClr>
                <a:srgbClr val="0033CC"/>
              </a:buClr>
              <a:buFont typeface="Times New Roman" panose="02020603050405020304" pitchFamily="18" charset="0"/>
              <a:buChar char="•"/>
            </a:pP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 Light-emitting diodes (high threshold)</a:t>
            </a:r>
          </a:p>
        </p:txBody>
      </p:sp>
      <p:sp>
        <p:nvSpPr>
          <p:cNvPr id="7" name="ZoneTexte 6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rgbClr val="FF0000"/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582483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Schottky diode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8471" y="451091"/>
            <a:ext cx="4968875" cy="5932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2489" y="1417517"/>
            <a:ext cx="4160569" cy="17816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10" name="ZoneTexte 9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rgbClr val="FF0000"/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BAD93DB3-7C55-CB12-987F-5C0C88B8BA06}"/>
              </a:ext>
            </a:extLst>
          </p:cNvPr>
          <p:cNvSpPr txBox="1"/>
          <p:nvPr/>
        </p:nvSpPr>
        <p:spPr>
          <a:xfrm>
            <a:off x="2877954" y="3723223"/>
            <a:ext cx="321804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noProof="0" dirty="0"/>
              <a:t>Low V</a:t>
            </a:r>
            <a:r>
              <a:rPr lang="en-CA" baseline="-25000" noProof="0" dirty="0"/>
              <a:t>F</a:t>
            </a:r>
            <a:r>
              <a:rPr lang="en-CA" noProof="0" dirty="0"/>
              <a:t> -&gt; Low conduction losses</a:t>
            </a:r>
          </a:p>
          <a:p>
            <a:endParaRPr lang="en-CA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CA" noProof="0" dirty="0"/>
              <a:t>Used as diodes in converters (instead of PN diodes)</a:t>
            </a:r>
          </a:p>
        </p:txBody>
      </p:sp>
    </p:spTree>
    <p:extLst>
      <p:ext uri="{BB962C8B-B14F-4D97-AF65-F5344CB8AC3E}">
        <p14:creationId xmlns:p14="http://schemas.microsoft.com/office/powerpoint/2010/main" val="34021433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A16B07-DE80-A46D-18FF-C369E050A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2F1D55-DD58-FA0A-730D-21EA9280F2BE}"/>
              </a:ext>
            </a:extLst>
          </p:cNvPr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2053784-FFA6-1C2B-503D-F168F085BBF1}"/>
              </a:ext>
            </a:extLst>
          </p:cNvPr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E636336A-CA73-9924-1B5C-E50292CF4EE7}"/>
              </a:ext>
            </a:extLst>
          </p:cNvPr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Zener diode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4D63CF88-FE70-F15B-A320-543464A029CC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ZoneTexte 9">
            <a:extLst>
              <a:ext uri="{FF2B5EF4-FFF2-40B4-BE49-F238E27FC236}">
                <a16:creationId xmlns:a16="http://schemas.microsoft.com/office/drawing/2014/main" id="{E88917F6-9A4E-C4A4-FF91-E804D1EE5DE7}"/>
              </a:ext>
            </a:extLst>
          </p:cNvPr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rgbClr val="FF0000"/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EAAD5D8B-DAFA-F0BF-6A8E-6C4C2892076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546" t="17081" r="19715" b="21275"/>
          <a:stretch>
            <a:fillRect/>
          </a:stretch>
        </p:blipFill>
        <p:spPr>
          <a:xfrm>
            <a:off x="3296314" y="1790586"/>
            <a:ext cx="2414678" cy="1265085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7A0895B4-EEE4-6B51-0886-D734E44FCBD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498" b="6287"/>
          <a:stretch>
            <a:fillRect/>
          </a:stretch>
        </p:blipFill>
        <p:spPr>
          <a:xfrm>
            <a:off x="7328947" y="263949"/>
            <a:ext cx="4486445" cy="4088750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6057AADE-CFBB-F3AE-97B4-C5C2A00FADD3}"/>
              </a:ext>
            </a:extLst>
          </p:cNvPr>
          <p:cNvSpPr txBox="1"/>
          <p:nvPr/>
        </p:nvSpPr>
        <p:spPr>
          <a:xfrm>
            <a:off x="5060521" y="6507134"/>
            <a:ext cx="42736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i="1" dirty="0"/>
              <a:t>AN90031 (</a:t>
            </a:r>
            <a:r>
              <a:rPr lang="fr-FR" sz="1400" i="1" dirty="0" err="1"/>
              <a:t>Nexperia</a:t>
            </a:r>
            <a:r>
              <a:rPr lang="fr-FR" sz="1400" i="1" dirty="0"/>
              <a:t>)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FDC13273-C51A-3D62-452F-AA935756220F}"/>
              </a:ext>
            </a:extLst>
          </p:cNvPr>
          <p:cNvSpPr txBox="1"/>
          <p:nvPr/>
        </p:nvSpPr>
        <p:spPr>
          <a:xfrm>
            <a:off x="7643506" y="4257449"/>
            <a:ext cx="38573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A" noProof="0" dirty="0"/>
              <a:t>I-V characteristic of a Zener diode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AD1088D2-3286-E1FB-DFF7-C60B9AF5DC37}"/>
              </a:ext>
            </a:extLst>
          </p:cNvPr>
          <p:cNvSpPr txBox="1"/>
          <p:nvPr/>
        </p:nvSpPr>
        <p:spPr>
          <a:xfrm>
            <a:off x="5269222" y="1938992"/>
            <a:ext cx="10659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dirty="0"/>
              <a:t>cathode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C1FD3DB5-C3E6-CC11-A9BC-0BAE588C59C2}"/>
              </a:ext>
            </a:extLst>
          </p:cNvPr>
          <p:cNvSpPr txBox="1"/>
          <p:nvPr/>
        </p:nvSpPr>
        <p:spPr>
          <a:xfrm>
            <a:off x="2931914" y="1938992"/>
            <a:ext cx="8157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dirty="0"/>
              <a:t>anode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4427CFCB-7195-236D-369C-B6A9FCC49710}"/>
              </a:ext>
            </a:extLst>
          </p:cNvPr>
          <p:cNvSpPr txBox="1"/>
          <p:nvPr/>
        </p:nvSpPr>
        <p:spPr>
          <a:xfrm>
            <a:off x="4140666" y="3268592"/>
            <a:ext cx="13105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noProof="0" dirty="0"/>
              <a:t>Stable V</a:t>
            </a:r>
            <a:r>
              <a:rPr lang="en-CA" baseline="-25000" noProof="0" dirty="0"/>
              <a:t>BR</a:t>
            </a:r>
            <a:endParaRPr lang="en-CA" noProof="0" dirty="0"/>
          </a:p>
        </p:txBody>
      </p:sp>
      <p:pic>
        <p:nvPicPr>
          <p:cNvPr id="22" name="Image 21">
            <a:extLst>
              <a:ext uri="{FF2B5EF4-FFF2-40B4-BE49-F238E27FC236}">
                <a16:creationId xmlns:a16="http://schemas.microsoft.com/office/drawing/2014/main" id="{B3086B16-C710-02A7-23CB-96FB9ED563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1914" y="4594327"/>
            <a:ext cx="2953162" cy="1991003"/>
          </a:xfrm>
          <a:prstGeom prst="rect">
            <a:avLst/>
          </a:prstGeom>
        </p:spPr>
      </p:pic>
      <p:sp>
        <p:nvSpPr>
          <p:cNvPr id="24" name="ZoneTexte 23">
            <a:extLst>
              <a:ext uri="{FF2B5EF4-FFF2-40B4-BE49-F238E27FC236}">
                <a16:creationId xmlns:a16="http://schemas.microsoft.com/office/drawing/2014/main" id="{637A31F7-EF17-9715-BC84-2D747BC05EA0}"/>
              </a:ext>
            </a:extLst>
          </p:cNvPr>
          <p:cNvSpPr txBox="1"/>
          <p:nvPr/>
        </p:nvSpPr>
        <p:spPr>
          <a:xfrm>
            <a:off x="2599730" y="3914037"/>
            <a:ext cx="472505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CA" noProof="0" dirty="0"/>
              <a:t>Low-cost stabilized voltage</a:t>
            </a:r>
            <a:endParaRPr lang="en-CA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CA" noProof="0" dirty="0"/>
              <a:t>Signal overvoltage clamping </a:t>
            </a:r>
          </a:p>
          <a:p>
            <a:r>
              <a:rPr lang="en-CA" dirty="0"/>
              <a:t>		</a:t>
            </a:r>
            <a:r>
              <a:rPr lang="en-CA" noProof="0" dirty="0"/>
              <a:t>(    low reverse current)</a:t>
            </a:r>
            <a:endParaRPr lang="fr-FR" dirty="0"/>
          </a:p>
        </p:txBody>
      </p:sp>
      <p:pic>
        <p:nvPicPr>
          <p:cNvPr id="26" name="Image 25">
            <a:extLst>
              <a:ext uri="{FF2B5EF4-FFF2-40B4-BE49-F238E27FC236}">
                <a16:creationId xmlns:a16="http://schemas.microsoft.com/office/drawing/2014/main" id="{D9F75E87-8C13-52C4-9CA6-F1836E789B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7556" y="4647089"/>
            <a:ext cx="4725059" cy="1171739"/>
          </a:xfrm>
          <a:prstGeom prst="rect">
            <a:avLst/>
          </a:prstGeom>
        </p:spPr>
      </p:pic>
      <p:pic>
        <p:nvPicPr>
          <p:cNvPr id="30" name="Image 29">
            <a:extLst>
              <a:ext uri="{FF2B5EF4-FFF2-40B4-BE49-F238E27FC236}">
                <a16:creationId xmlns:a16="http://schemas.microsoft.com/office/drawing/2014/main" id="{06442AFA-9697-41C9-65EA-14A2FF96A3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8031" y="5820071"/>
            <a:ext cx="4744112" cy="533474"/>
          </a:xfrm>
          <a:prstGeom prst="rect">
            <a:avLst/>
          </a:prstGeom>
        </p:spPr>
      </p:pic>
      <p:sp>
        <p:nvSpPr>
          <p:cNvPr id="31" name="Rectangle : coins arrondis 30">
            <a:extLst>
              <a:ext uri="{FF2B5EF4-FFF2-40B4-BE49-F238E27FC236}">
                <a16:creationId xmlns:a16="http://schemas.microsoft.com/office/drawing/2014/main" id="{D1BA060F-97B8-AD8D-3D35-B69169A3842D}"/>
              </a:ext>
            </a:extLst>
          </p:cNvPr>
          <p:cNvSpPr/>
          <p:nvPr/>
        </p:nvSpPr>
        <p:spPr>
          <a:xfrm>
            <a:off x="8256671" y="5239934"/>
            <a:ext cx="3394519" cy="356136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3" name="Graphique 32" descr="Avertissement contour">
            <a:extLst>
              <a:ext uri="{FF2B5EF4-FFF2-40B4-BE49-F238E27FC236}">
                <a16:creationId xmlns:a16="http://schemas.microsoft.com/office/drawing/2014/main" id="{AA36D8A4-67BF-D3B9-ECE2-AC8C124E45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563374" y="4528594"/>
            <a:ext cx="234473" cy="234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2680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C7FD3B-366A-D77A-E92D-5EE6AD076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10CCBA3-807A-278D-A2B5-B1E6276B6C8D}"/>
              </a:ext>
            </a:extLst>
          </p:cNvPr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3498A00-602F-CB4C-AAD0-B5A6A7EF16C9}"/>
              </a:ext>
            </a:extLst>
          </p:cNvPr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7CECAADA-BB1F-AA9E-C906-10513A6B2556}"/>
              </a:ext>
            </a:extLst>
          </p:cNvPr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TVS diode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F821EF46-CAC6-E92B-31C9-EC4F0726A21C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ZoneTexte 9">
            <a:extLst>
              <a:ext uri="{FF2B5EF4-FFF2-40B4-BE49-F238E27FC236}">
                <a16:creationId xmlns:a16="http://schemas.microsoft.com/office/drawing/2014/main" id="{5BE24871-D6BF-86A9-A2BE-D9850295C840}"/>
              </a:ext>
            </a:extLst>
          </p:cNvPr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rgbClr val="FF0000"/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6D5A5864-5767-711A-B1F8-F6C46BBFEE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9964" y="991095"/>
            <a:ext cx="5315692" cy="2448267"/>
          </a:xfrm>
          <a:prstGeom prst="rect">
            <a:avLst/>
          </a:prstGeom>
        </p:spPr>
      </p:pic>
      <p:sp>
        <p:nvSpPr>
          <p:cNvPr id="21" name="ZoneTexte 20">
            <a:extLst>
              <a:ext uri="{FF2B5EF4-FFF2-40B4-BE49-F238E27FC236}">
                <a16:creationId xmlns:a16="http://schemas.microsoft.com/office/drawing/2014/main" id="{67242651-21F8-CC27-320D-8D17F785A19C}"/>
              </a:ext>
            </a:extLst>
          </p:cNvPr>
          <p:cNvSpPr txBox="1"/>
          <p:nvPr/>
        </p:nvSpPr>
        <p:spPr>
          <a:xfrm>
            <a:off x="5552993" y="6501196"/>
            <a:ext cx="247996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i="1" dirty="0"/>
              <a:t>ANP143 (Würth </a:t>
            </a:r>
            <a:r>
              <a:rPr lang="fr-FR" sz="1400" i="1" dirty="0" err="1"/>
              <a:t>Elektronik</a:t>
            </a:r>
            <a:r>
              <a:rPr lang="fr-FR" sz="1400" i="1" dirty="0"/>
              <a:t>) </a:t>
            </a:r>
          </a:p>
        </p:txBody>
      </p:sp>
      <p:pic>
        <p:nvPicPr>
          <p:cNvPr id="25" name="Image 24">
            <a:extLst>
              <a:ext uri="{FF2B5EF4-FFF2-40B4-BE49-F238E27FC236}">
                <a16:creationId xmlns:a16="http://schemas.microsoft.com/office/drawing/2014/main" id="{420A00E3-F84C-05BB-2A34-C2643297B11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170" r="2525"/>
          <a:stretch>
            <a:fillRect/>
          </a:stretch>
        </p:blipFill>
        <p:spPr>
          <a:xfrm>
            <a:off x="2445625" y="3596501"/>
            <a:ext cx="2598014" cy="2915057"/>
          </a:xfrm>
          <a:prstGeom prst="rect">
            <a:avLst/>
          </a:prstGeom>
        </p:spPr>
      </p:pic>
      <p:pic>
        <p:nvPicPr>
          <p:cNvPr id="27" name="Image 26">
            <a:extLst>
              <a:ext uri="{FF2B5EF4-FFF2-40B4-BE49-F238E27FC236}">
                <a16:creationId xmlns:a16="http://schemas.microsoft.com/office/drawing/2014/main" id="{BF128E95-0726-E054-9FB7-1EF4E6EB90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0033" y="3439362"/>
            <a:ext cx="3315163" cy="2857899"/>
          </a:xfrm>
          <a:prstGeom prst="rect">
            <a:avLst/>
          </a:prstGeom>
        </p:spPr>
      </p:pic>
      <p:sp>
        <p:nvSpPr>
          <p:cNvPr id="28" name="ZoneTexte 27">
            <a:extLst>
              <a:ext uri="{FF2B5EF4-FFF2-40B4-BE49-F238E27FC236}">
                <a16:creationId xmlns:a16="http://schemas.microsoft.com/office/drawing/2014/main" id="{E7F09AB5-DD23-8D13-C49B-820694032D7F}"/>
              </a:ext>
            </a:extLst>
          </p:cNvPr>
          <p:cNvSpPr txBox="1"/>
          <p:nvPr/>
        </p:nvSpPr>
        <p:spPr>
          <a:xfrm>
            <a:off x="7968543" y="1348432"/>
            <a:ext cx="408228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u="sng" dirty="0"/>
              <a:t>TVS : Transient Voltage Suppressors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CA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CA" noProof="0" dirty="0"/>
              <a:t>Protection against high voltage spikes</a:t>
            </a:r>
            <a:endParaRPr lang="en-CA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CA" dirty="0"/>
              <a:t>ESD protection (USB …)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CA" noProof="0" dirty="0"/>
              <a:t>Overvoltage clamping (high peak pulse current)</a:t>
            </a:r>
            <a:endParaRPr lang="fr-FR" dirty="0"/>
          </a:p>
        </p:txBody>
      </p:sp>
      <p:pic>
        <p:nvPicPr>
          <p:cNvPr id="30" name="Image 29">
            <a:extLst>
              <a:ext uri="{FF2B5EF4-FFF2-40B4-BE49-F238E27FC236}">
                <a16:creationId xmlns:a16="http://schemas.microsoft.com/office/drawing/2014/main" id="{09ADD774-E35A-B58F-4D99-7CCD0B9718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6679" y="3585980"/>
            <a:ext cx="3915321" cy="2057687"/>
          </a:xfrm>
          <a:prstGeom prst="rect">
            <a:avLst/>
          </a:prstGeom>
        </p:spPr>
      </p:pic>
      <p:sp>
        <p:nvSpPr>
          <p:cNvPr id="31" name="Rectangle : coins arrondis 30">
            <a:extLst>
              <a:ext uri="{FF2B5EF4-FFF2-40B4-BE49-F238E27FC236}">
                <a16:creationId xmlns:a16="http://schemas.microsoft.com/office/drawing/2014/main" id="{D3FADE3E-CFB8-6516-D3B7-E173888D5C62}"/>
              </a:ext>
            </a:extLst>
          </p:cNvPr>
          <p:cNvSpPr/>
          <p:nvPr/>
        </p:nvSpPr>
        <p:spPr>
          <a:xfrm>
            <a:off x="8276679" y="4543123"/>
            <a:ext cx="3915321" cy="356136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481861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61DCB-B419-0E7D-5B64-33DB11CA6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3612AF6-8095-7B60-591A-E80639210AE8}"/>
              </a:ext>
            </a:extLst>
          </p:cNvPr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CB10F43-533B-3570-2B58-2D221514AEC9}"/>
              </a:ext>
            </a:extLst>
          </p:cNvPr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15215F15-CDF6-A183-AA5B-D98D9FF79E21}"/>
              </a:ext>
            </a:extLst>
          </p:cNvPr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LED diode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2EEB4A22-8A8E-BFC7-8E32-FCE98BF62824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ZoneTexte 9">
            <a:extLst>
              <a:ext uri="{FF2B5EF4-FFF2-40B4-BE49-F238E27FC236}">
                <a16:creationId xmlns:a16="http://schemas.microsoft.com/office/drawing/2014/main" id="{5FA732C0-80CE-F070-46A2-4767D4B61BA5}"/>
              </a:ext>
            </a:extLst>
          </p:cNvPr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rgbClr val="FF0000"/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83FA6B21-9DA5-A9C2-6E3C-6FC8BC9C922F}"/>
              </a:ext>
            </a:extLst>
          </p:cNvPr>
          <p:cNvGrpSpPr/>
          <p:nvPr/>
        </p:nvGrpSpPr>
        <p:grpSpPr>
          <a:xfrm>
            <a:off x="2709001" y="1232692"/>
            <a:ext cx="1834791" cy="1779697"/>
            <a:chOff x="2831746" y="1094552"/>
            <a:chExt cx="1834791" cy="1779697"/>
          </a:xfrm>
        </p:grpSpPr>
        <p:sp>
          <p:nvSpPr>
            <p:cNvPr id="3" name="ZoneTexte 2">
              <a:extLst>
                <a:ext uri="{FF2B5EF4-FFF2-40B4-BE49-F238E27FC236}">
                  <a16:creationId xmlns:a16="http://schemas.microsoft.com/office/drawing/2014/main" id="{6CCFA9C8-56CF-DA01-CB79-784DAC181E7B}"/>
                </a:ext>
              </a:extLst>
            </p:cNvPr>
            <p:cNvSpPr txBox="1"/>
            <p:nvPr/>
          </p:nvSpPr>
          <p:spPr>
            <a:xfrm>
              <a:off x="2831746" y="2566472"/>
              <a:ext cx="1834791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400" i="1" dirty="0"/>
                <a:t>LM301B (Samsung)</a:t>
              </a:r>
              <a:endParaRPr lang="fr-FR" i="1" dirty="0"/>
            </a:p>
          </p:txBody>
        </p:sp>
        <p:pic>
          <p:nvPicPr>
            <p:cNvPr id="11" name="Image 10">
              <a:extLst>
                <a:ext uri="{FF2B5EF4-FFF2-40B4-BE49-F238E27FC236}">
                  <a16:creationId xmlns:a16="http://schemas.microsoft.com/office/drawing/2014/main" id="{E8C8C746-F811-4F09-F596-F4D535441D0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01860" y="1094552"/>
              <a:ext cx="1494561" cy="1426934"/>
            </a:xfrm>
            <a:prstGeom prst="rect">
              <a:avLst/>
            </a:prstGeom>
          </p:spPr>
        </p:pic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AA9E1760-CD35-F6EE-E646-B161D112E488}"/>
              </a:ext>
            </a:extLst>
          </p:cNvPr>
          <p:cNvGrpSpPr/>
          <p:nvPr/>
        </p:nvGrpSpPr>
        <p:grpSpPr>
          <a:xfrm>
            <a:off x="2618513" y="3012389"/>
            <a:ext cx="8173591" cy="3270050"/>
            <a:chOff x="2688871" y="3220170"/>
            <a:chExt cx="8173591" cy="3270050"/>
          </a:xfrm>
        </p:grpSpPr>
        <p:pic>
          <p:nvPicPr>
            <p:cNvPr id="13" name="Image 12">
              <a:extLst>
                <a:ext uri="{FF2B5EF4-FFF2-40B4-BE49-F238E27FC236}">
                  <a16:creationId xmlns:a16="http://schemas.microsoft.com/office/drawing/2014/main" id="{2D9194EC-B354-06FB-5B52-CF01F0C118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17716"/>
            <a:stretch>
              <a:fillRect/>
            </a:stretch>
          </p:blipFill>
          <p:spPr>
            <a:xfrm>
              <a:off x="2688871" y="3535031"/>
              <a:ext cx="8173591" cy="2955189"/>
            </a:xfrm>
            <a:prstGeom prst="rect">
              <a:avLst/>
            </a:prstGeom>
          </p:spPr>
        </p:pic>
        <p:pic>
          <p:nvPicPr>
            <p:cNvPr id="14" name="Image 13">
              <a:extLst>
                <a:ext uri="{FF2B5EF4-FFF2-40B4-BE49-F238E27FC236}">
                  <a16:creationId xmlns:a16="http://schemas.microsoft.com/office/drawing/2014/main" id="{DD8343DD-C2DA-9848-145D-312DB8AC086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55687" b="91798"/>
            <a:stretch>
              <a:fillRect/>
            </a:stretch>
          </p:blipFill>
          <p:spPr>
            <a:xfrm>
              <a:off x="2803161" y="3220170"/>
              <a:ext cx="3621979" cy="294553"/>
            </a:xfrm>
            <a:prstGeom prst="rect">
              <a:avLst/>
            </a:prstGeom>
          </p:spPr>
        </p:pic>
      </p:grpSp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EDA561A9-BE22-5F43-CDB6-668E22C0EB80}"/>
              </a:ext>
            </a:extLst>
          </p:cNvPr>
          <p:cNvSpPr/>
          <p:nvPr/>
        </p:nvSpPr>
        <p:spPr>
          <a:xfrm>
            <a:off x="4876800" y="3002234"/>
            <a:ext cx="790575" cy="314861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 : coins arrondis 17">
            <a:extLst>
              <a:ext uri="{FF2B5EF4-FFF2-40B4-BE49-F238E27FC236}">
                <a16:creationId xmlns:a16="http://schemas.microsoft.com/office/drawing/2014/main" id="{C8051BBA-B350-6F6C-6796-D37FA25C99AE}"/>
              </a:ext>
            </a:extLst>
          </p:cNvPr>
          <p:cNvSpPr/>
          <p:nvPr/>
        </p:nvSpPr>
        <p:spPr>
          <a:xfrm>
            <a:off x="2709001" y="3954825"/>
            <a:ext cx="8083103" cy="975401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8E809811-10B6-042C-5623-8781ACCD5832}"/>
              </a:ext>
            </a:extLst>
          </p:cNvPr>
          <p:cNvGrpSpPr/>
          <p:nvPr/>
        </p:nvGrpSpPr>
        <p:grpSpPr>
          <a:xfrm>
            <a:off x="5792505" y="757815"/>
            <a:ext cx="3105460" cy="2434444"/>
            <a:chOff x="7310576" y="682205"/>
            <a:chExt cx="3105460" cy="2434444"/>
          </a:xfrm>
        </p:grpSpPr>
        <p:pic>
          <p:nvPicPr>
            <p:cNvPr id="20" name="Image 19">
              <a:extLst>
                <a:ext uri="{FF2B5EF4-FFF2-40B4-BE49-F238E27FC236}">
                  <a16:creationId xmlns:a16="http://schemas.microsoft.com/office/drawing/2014/main" id="{F968D944-61CD-3685-867E-9BE45FEE72C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619696" y="682205"/>
              <a:ext cx="2663792" cy="2065112"/>
            </a:xfrm>
            <a:prstGeom prst="rect">
              <a:avLst/>
            </a:prstGeom>
          </p:spPr>
        </p:pic>
        <p:sp>
          <p:nvSpPr>
            <p:cNvPr id="22" name="ZoneTexte 21">
              <a:extLst>
                <a:ext uri="{FF2B5EF4-FFF2-40B4-BE49-F238E27FC236}">
                  <a16:creationId xmlns:a16="http://schemas.microsoft.com/office/drawing/2014/main" id="{20ECD8BA-FFB4-B848-BD4C-BDA260057CC3}"/>
                </a:ext>
              </a:extLst>
            </p:cNvPr>
            <p:cNvSpPr txBox="1"/>
            <p:nvPr/>
          </p:nvSpPr>
          <p:spPr>
            <a:xfrm>
              <a:off x="7310576" y="2747317"/>
              <a:ext cx="310546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dirty="0"/>
                <a:t>« White » LED</a:t>
              </a:r>
              <a:endParaRPr lang="fr-FR" sz="2400" dirty="0"/>
            </a:p>
          </p:txBody>
        </p:sp>
      </p:grpSp>
      <p:pic>
        <p:nvPicPr>
          <p:cNvPr id="51202" name="Picture 2">
            <a:extLst>
              <a:ext uri="{FF2B5EF4-FFF2-40B4-BE49-F238E27FC236}">
                <a16:creationId xmlns:a16="http://schemas.microsoft.com/office/drawing/2014/main" id="{3F86CB6D-DFEE-FF6B-AC7A-1E439903F7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75454" y="648870"/>
            <a:ext cx="2033299" cy="2283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096748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Power MOSFET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07510" y="1915887"/>
            <a:ext cx="2595003" cy="27988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13" name="ZoneTexte 12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>
                <a:solidFill>
                  <a:srgbClr val="FF0000"/>
                </a:solidFill>
              </a:rPr>
              <a:t>MOS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F572B062-2BBD-45E6-63EB-F302983D36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3437" y="1043410"/>
            <a:ext cx="4256309" cy="4324518"/>
          </a:xfrm>
          <a:prstGeom prst="rect">
            <a:avLst/>
          </a:prstGeom>
        </p:spPr>
      </p:pic>
      <p:sp>
        <p:nvSpPr>
          <p:cNvPr id="16" name="ZoneTexte 15">
            <a:extLst>
              <a:ext uri="{FF2B5EF4-FFF2-40B4-BE49-F238E27FC236}">
                <a16:creationId xmlns:a16="http://schemas.microsoft.com/office/drawing/2014/main" id="{8F937592-795F-AE28-50DC-704C9E78909E}"/>
              </a:ext>
            </a:extLst>
          </p:cNvPr>
          <p:cNvSpPr txBox="1"/>
          <p:nvPr/>
        </p:nvSpPr>
        <p:spPr>
          <a:xfrm>
            <a:off x="4305011" y="6316025"/>
            <a:ext cx="614573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A" sz="1400" i="1" noProof="0" dirty="0"/>
              <a:t>Designing with power MOSFETs (Infineon)</a:t>
            </a:r>
          </a:p>
        </p:txBody>
      </p:sp>
    </p:spTree>
    <p:extLst>
      <p:ext uri="{BB962C8B-B14F-4D97-AF65-F5344CB8AC3E}">
        <p14:creationId xmlns:p14="http://schemas.microsoft.com/office/powerpoint/2010/main" val="227954988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MOSFET characteristics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e 1"/>
          <p:cNvGrpSpPr/>
          <p:nvPr/>
        </p:nvGrpSpPr>
        <p:grpSpPr>
          <a:xfrm>
            <a:off x="4703584" y="1332012"/>
            <a:ext cx="6173916" cy="4676901"/>
            <a:chOff x="4646724" y="1402994"/>
            <a:chExt cx="4269078" cy="3617362"/>
          </a:xfrm>
        </p:grpSpPr>
        <p:sp>
          <p:nvSpPr>
            <p:cNvPr id="6" name="Freeform 2"/>
            <p:cNvSpPr>
              <a:spLocks noChangeArrowheads="1"/>
            </p:cNvSpPr>
            <p:nvPr/>
          </p:nvSpPr>
          <p:spPr bwMode="auto">
            <a:xfrm>
              <a:off x="4849492" y="1824718"/>
              <a:ext cx="1208087" cy="2943225"/>
            </a:xfrm>
            <a:custGeom>
              <a:avLst/>
              <a:gdLst>
                <a:gd name="T0" fmla="*/ 0 w 95"/>
                <a:gd name="T1" fmla="*/ 2147483646 h 232"/>
                <a:gd name="T2" fmla="*/ 161718341 w 95"/>
                <a:gd name="T3" fmla="*/ 2147483646 h 232"/>
                <a:gd name="T4" fmla="*/ 2147483646 w 95"/>
                <a:gd name="T5" fmla="*/ 160938588 h 232"/>
                <a:gd name="T6" fmla="*/ 2147483646 w 95"/>
                <a:gd name="T7" fmla="*/ 0 h 232"/>
                <a:gd name="T8" fmla="*/ 161718341 w 95"/>
                <a:gd name="T9" fmla="*/ 160938588 h 232"/>
                <a:gd name="T10" fmla="*/ 0 w 95"/>
                <a:gd name="T11" fmla="*/ 2147483646 h 232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0" t="0" r="r" b="b"/>
              <a:pathLst>
                <a:path w="95" h="232">
                  <a:moveTo>
                    <a:pt x="0" y="231"/>
                  </a:moveTo>
                  <a:cubicBezTo>
                    <a:pt x="1" y="231"/>
                    <a:pt x="1" y="231"/>
                    <a:pt x="1" y="231"/>
                  </a:cubicBezTo>
                  <a:cubicBezTo>
                    <a:pt x="53" y="232"/>
                    <a:pt x="95" y="128"/>
                    <a:pt x="95" y="1"/>
                  </a:cubicBezTo>
                  <a:cubicBezTo>
                    <a:pt x="95" y="1"/>
                    <a:pt x="94" y="1"/>
                    <a:pt x="94" y="0"/>
                  </a:cubicBezTo>
                  <a:lnTo>
                    <a:pt x="1" y="1"/>
                  </a:lnTo>
                  <a:lnTo>
                    <a:pt x="0" y="231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7" name="Freeform 4"/>
            <p:cNvSpPr>
              <a:spLocks noChangeArrowheads="1"/>
            </p:cNvSpPr>
            <p:nvPr/>
          </p:nvSpPr>
          <p:spPr bwMode="auto">
            <a:xfrm>
              <a:off x="4760592" y="1888218"/>
              <a:ext cx="114300" cy="114300"/>
            </a:xfrm>
            <a:custGeom>
              <a:avLst/>
              <a:gdLst>
                <a:gd name="T0" fmla="*/ 0 w 9"/>
                <a:gd name="T1" fmla="*/ 1451610000 h 9"/>
                <a:gd name="T2" fmla="*/ 806450000 w 9"/>
                <a:gd name="T3" fmla="*/ 1451610000 h 9"/>
                <a:gd name="T4" fmla="*/ 1451610000 w 9"/>
                <a:gd name="T5" fmla="*/ 1451610000 h 9"/>
                <a:gd name="T6" fmla="*/ 806450000 w 9"/>
                <a:gd name="T7" fmla="*/ 0 h 9"/>
                <a:gd name="T8" fmla="*/ 0 w 9"/>
                <a:gd name="T9" fmla="*/ 1451610000 h 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9" h="9">
                  <a:moveTo>
                    <a:pt x="0" y="9"/>
                  </a:moveTo>
                  <a:cubicBezTo>
                    <a:pt x="2" y="9"/>
                    <a:pt x="3" y="9"/>
                    <a:pt x="5" y="9"/>
                  </a:cubicBezTo>
                  <a:cubicBezTo>
                    <a:pt x="6" y="9"/>
                    <a:pt x="7" y="9"/>
                    <a:pt x="9" y="9"/>
                  </a:cubicBezTo>
                  <a:lnTo>
                    <a:pt x="5" y="0"/>
                  </a:lnTo>
                  <a:lnTo>
                    <a:pt x="0" y="9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0" name="Line 5"/>
            <p:cNvSpPr>
              <a:spLocks noChangeShapeType="1"/>
            </p:cNvSpPr>
            <p:nvPr/>
          </p:nvSpPr>
          <p:spPr bwMode="auto">
            <a:xfrm>
              <a:off x="4811392" y="1989818"/>
              <a:ext cx="1587" cy="2854325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" name="Freeform 6"/>
            <p:cNvSpPr>
              <a:spLocks noChangeArrowheads="1"/>
            </p:cNvSpPr>
            <p:nvPr/>
          </p:nvSpPr>
          <p:spPr bwMode="auto">
            <a:xfrm>
              <a:off x="8726167" y="4704443"/>
              <a:ext cx="139700" cy="114300"/>
            </a:xfrm>
            <a:custGeom>
              <a:avLst/>
              <a:gdLst>
                <a:gd name="T0" fmla="*/ 161290000 w 11"/>
                <a:gd name="T1" fmla="*/ 0 h 9"/>
                <a:gd name="T2" fmla="*/ 161290000 w 11"/>
                <a:gd name="T3" fmla="*/ 645160000 h 9"/>
                <a:gd name="T4" fmla="*/ 161290000 w 11"/>
                <a:gd name="T5" fmla="*/ 1451610000 h 9"/>
                <a:gd name="T6" fmla="*/ 1774190000 w 11"/>
                <a:gd name="T7" fmla="*/ 806450000 h 9"/>
                <a:gd name="T8" fmla="*/ 161290000 w 11"/>
                <a:gd name="T9" fmla="*/ 0 h 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1" h="9">
                  <a:moveTo>
                    <a:pt x="1" y="0"/>
                  </a:moveTo>
                  <a:cubicBezTo>
                    <a:pt x="1" y="2"/>
                    <a:pt x="1" y="3"/>
                    <a:pt x="1" y="4"/>
                  </a:cubicBezTo>
                  <a:cubicBezTo>
                    <a:pt x="0" y="6"/>
                    <a:pt x="1" y="7"/>
                    <a:pt x="1" y="9"/>
                  </a:cubicBezTo>
                  <a:lnTo>
                    <a:pt x="11" y="5"/>
                  </a:lnTo>
                  <a:lnTo>
                    <a:pt x="1" y="0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2" name="Line 7"/>
            <p:cNvSpPr>
              <a:spLocks noChangeShapeType="1"/>
            </p:cNvSpPr>
            <p:nvPr/>
          </p:nvSpPr>
          <p:spPr bwMode="auto">
            <a:xfrm>
              <a:off x="4747892" y="4767943"/>
              <a:ext cx="4003675" cy="1588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Rectangle 8"/>
            <p:cNvSpPr>
              <a:spLocks noChangeArrowheads="1"/>
            </p:cNvSpPr>
            <p:nvPr/>
          </p:nvSpPr>
          <p:spPr bwMode="auto">
            <a:xfrm>
              <a:off x="4646724" y="1897746"/>
              <a:ext cx="172604" cy="21424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1800" dirty="0" err="1">
                  <a:latin typeface="Times New Roman" panose="02020603050405020304" pitchFamily="18" charset="0"/>
                </a:rPr>
                <a:t>i</a:t>
              </a:r>
              <a:r>
                <a:rPr lang="fr-FR" altLang="fr-FR" sz="1800" baseline="-25000" dirty="0" err="1">
                  <a:latin typeface="Times New Roman" panose="02020603050405020304" pitchFamily="18" charset="0"/>
                </a:rPr>
                <a:t>D</a:t>
              </a:r>
              <a:endParaRPr lang="fr-FR" altLang="fr-FR" sz="1800" baseline="-25000" dirty="0">
                <a:latin typeface="Times New Roman" panose="02020603050405020304" pitchFamily="18" charset="0"/>
              </a:endParaRPr>
            </a:p>
          </p:txBody>
        </p:sp>
        <p:sp>
          <p:nvSpPr>
            <p:cNvPr id="15" name="Rectangle 10"/>
            <p:cNvSpPr>
              <a:spLocks noChangeArrowheads="1"/>
            </p:cNvSpPr>
            <p:nvPr/>
          </p:nvSpPr>
          <p:spPr bwMode="auto">
            <a:xfrm>
              <a:off x="8700767" y="4549418"/>
              <a:ext cx="215035" cy="21424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1800" dirty="0" err="1">
                  <a:latin typeface="Times New Roman" panose="02020603050405020304" pitchFamily="18" charset="0"/>
                </a:rPr>
                <a:t>v</a:t>
              </a:r>
              <a:r>
                <a:rPr lang="fr-FR" altLang="fr-FR" sz="1800" baseline="-25000" dirty="0" err="1">
                  <a:latin typeface="Times New Roman" panose="02020603050405020304" pitchFamily="18" charset="0"/>
                </a:rPr>
                <a:t>DS</a:t>
              </a:r>
              <a:endParaRPr lang="fr-FR" altLang="fr-FR" sz="1800" baseline="-25000" dirty="0">
                <a:latin typeface="Times New Roman" panose="02020603050405020304" pitchFamily="18" charset="0"/>
              </a:endParaRPr>
            </a:p>
          </p:txBody>
        </p:sp>
        <p:sp>
          <p:nvSpPr>
            <p:cNvPr id="17" name="Line 12"/>
            <p:cNvSpPr>
              <a:spLocks noChangeShapeType="1"/>
            </p:cNvSpPr>
            <p:nvPr/>
          </p:nvSpPr>
          <p:spPr bwMode="auto">
            <a:xfrm flipV="1">
              <a:off x="4811392" y="2534331"/>
              <a:ext cx="723900" cy="223520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AutoShape 13"/>
            <p:cNvSpPr>
              <a:spLocks noChangeArrowheads="1"/>
            </p:cNvSpPr>
            <p:nvPr/>
          </p:nvSpPr>
          <p:spPr bwMode="auto">
            <a:xfrm>
              <a:off x="5493661" y="2179300"/>
              <a:ext cx="1095375" cy="115570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1600"/>
                <a:gd name="T19" fmla="*/ 1 h 21600"/>
                <a:gd name="T20" fmla="*/ 10799 w 21600"/>
                <a:gd name="T21" fmla="*/ 10799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0" y="10786"/>
                  </a:moveTo>
                  <a:cubicBezTo>
                    <a:pt x="7" y="4849"/>
                    <a:pt x="4805" y="32"/>
                    <a:pt x="10742" y="0"/>
                  </a:cubicBezTo>
                  <a:lnTo>
                    <a:pt x="10800" y="10800"/>
                  </a:lnTo>
                  <a:lnTo>
                    <a:pt x="0" y="10786"/>
                  </a:lnTo>
                  <a:close/>
                </a:path>
                <a:path w="21600" h="21600" fill="none">
                  <a:moveTo>
                    <a:pt x="0" y="10786"/>
                  </a:moveTo>
                  <a:cubicBezTo>
                    <a:pt x="7" y="4849"/>
                    <a:pt x="4805" y="32"/>
                    <a:pt x="10742" y="0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9" name="Line 14"/>
            <p:cNvSpPr>
              <a:spLocks noChangeShapeType="1"/>
            </p:cNvSpPr>
            <p:nvPr/>
          </p:nvSpPr>
          <p:spPr bwMode="auto">
            <a:xfrm flipV="1">
              <a:off x="6006779" y="2115231"/>
              <a:ext cx="2173288" cy="66675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Oval 15"/>
            <p:cNvSpPr>
              <a:spLocks noChangeArrowheads="1"/>
            </p:cNvSpPr>
            <p:nvPr/>
          </p:nvSpPr>
          <p:spPr bwMode="auto">
            <a:xfrm>
              <a:off x="5638479" y="4198031"/>
              <a:ext cx="63500" cy="404812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fr-FR" altLang="fr-FR"/>
            </a:p>
          </p:txBody>
        </p:sp>
        <p:sp>
          <p:nvSpPr>
            <p:cNvPr id="21" name="Line 16"/>
            <p:cNvSpPr>
              <a:spLocks noChangeShapeType="1"/>
            </p:cNvSpPr>
            <p:nvPr/>
          </p:nvSpPr>
          <p:spPr bwMode="auto">
            <a:xfrm flipV="1">
              <a:off x="4811392" y="3015343"/>
              <a:ext cx="903287" cy="1754188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AutoShape 17"/>
            <p:cNvSpPr>
              <a:spLocks noChangeArrowheads="1"/>
            </p:cNvSpPr>
            <p:nvPr/>
          </p:nvSpPr>
          <p:spPr bwMode="auto">
            <a:xfrm>
              <a:off x="5666462" y="2749213"/>
              <a:ext cx="1066800" cy="91440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1600"/>
                <a:gd name="T19" fmla="*/ 1 h 21600"/>
                <a:gd name="T20" fmla="*/ 10799 w 21600"/>
                <a:gd name="T21" fmla="*/ 10799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0" y="10736"/>
                  </a:moveTo>
                  <a:cubicBezTo>
                    <a:pt x="35" y="4817"/>
                    <a:pt x="4826" y="30"/>
                    <a:pt x="10745" y="0"/>
                  </a:cubicBezTo>
                  <a:lnTo>
                    <a:pt x="10800" y="10800"/>
                  </a:lnTo>
                  <a:lnTo>
                    <a:pt x="0" y="10736"/>
                  </a:lnTo>
                  <a:close/>
                </a:path>
                <a:path w="21600" h="21600" fill="none">
                  <a:moveTo>
                    <a:pt x="0" y="10736"/>
                  </a:moveTo>
                  <a:cubicBezTo>
                    <a:pt x="35" y="4817"/>
                    <a:pt x="4826" y="30"/>
                    <a:pt x="10745" y="0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3" name="Line 18"/>
            <p:cNvSpPr>
              <a:spLocks noChangeShapeType="1"/>
            </p:cNvSpPr>
            <p:nvPr/>
          </p:nvSpPr>
          <p:spPr bwMode="auto">
            <a:xfrm flipV="1">
              <a:off x="6146479" y="2634343"/>
              <a:ext cx="2008188" cy="117475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Line 20"/>
            <p:cNvSpPr>
              <a:spLocks noChangeShapeType="1"/>
            </p:cNvSpPr>
            <p:nvPr/>
          </p:nvSpPr>
          <p:spPr bwMode="auto">
            <a:xfrm flipV="1">
              <a:off x="4811392" y="3612243"/>
              <a:ext cx="852487" cy="1157288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AutoShape 21"/>
            <p:cNvSpPr>
              <a:spLocks noChangeArrowheads="1"/>
            </p:cNvSpPr>
            <p:nvPr/>
          </p:nvSpPr>
          <p:spPr bwMode="auto">
            <a:xfrm>
              <a:off x="5619429" y="3391581"/>
              <a:ext cx="1219200" cy="73660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1600"/>
                <a:gd name="T19" fmla="*/ 1 h 21600"/>
                <a:gd name="T20" fmla="*/ 10799 w 21600"/>
                <a:gd name="T21" fmla="*/ 10799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0" y="10710"/>
                  </a:moveTo>
                  <a:cubicBezTo>
                    <a:pt x="49" y="4801"/>
                    <a:pt x="4837" y="29"/>
                    <a:pt x="10746" y="0"/>
                  </a:cubicBezTo>
                  <a:lnTo>
                    <a:pt x="10800" y="10800"/>
                  </a:lnTo>
                  <a:lnTo>
                    <a:pt x="0" y="10710"/>
                  </a:lnTo>
                  <a:close/>
                </a:path>
                <a:path w="21600" h="21600" fill="none">
                  <a:moveTo>
                    <a:pt x="0" y="10710"/>
                  </a:moveTo>
                  <a:cubicBezTo>
                    <a:pt x="49" y="4801"/>
                    <a:pt x="4837" y="29"/>
                    <a:pt x="10746" y="0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7" name="Line 22"/>
            <p:cNvSpPr>
              <a:spLocks noChangeShapeType="1"/>
            </p:cNvSpPr>
            <p:nvPr/>
          </p:nvSpPr>
          <p:spPr bwMode="auto">
            <a:xfrm flipV="1">
              <a:off x="6159179" y="3243943"/>
              <a:ext cx="1982788" cy="142875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Oval 23"/>
            <p:cNvSpPr>
              <a:spLocks noChangeArrowheads="1"/>
            </p:cNvSpPr>
            <p:nvPr/>
          </p:nvSpPr>
          <p:spPr bwMode="auto">
            <a:xfrm>
              <a:off x="5609904" y="3653643"/>
              <a:ext cx="114300" cy="1905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fr-FR" altLang="fr-FR"/>
            </a:p>
          </p:txBody>
        </p:sp>
        <p:sp>
          <p:nvSpPr>
            <p:cNvPr id="29" name="Line 24"/>
            <p:cNvSpPr>
              <a:spLocks noChangeShapeType="1"/>
            </p:cNvSpPr>
            <p:nvPr/>
          </p:nvSpPr>
          <p:spPr bwMode="auto">
            <a:xfrm flipV="1">
              <a:off x="4811392" y="4132943"/>
              <a:ext cx="877887" cy="636588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AutoShape 25"/>
            <p:cNvSpPr>
              <a:spLocks noChangeArrowheads="1"/>
            </p:cNvSpPr>
            <p:nvPr/>
          </p:nvSpPr>
          <p:spPr bwMode="auto">
            <a:xfrm>
              <a:off x="5638479" y="3990129"/>
              <a:ext cx="1143238" cy="476249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1600"/>
                <a:gd name="T19" fmla="*/ 1 h 21600"/>
                <a:gd name="T20" fmla="*/ 10799 w 21600"/>
                <a:gd name="T21" fmla="*/ 10799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0" y="10704"/>
                  </a:moveTo>
                  <a:cubicBezTo>
                    <a:pt x="52" y="4798"/>
                    <a:pt x="4839" y="29"/>
                    <a:pt x="10746" y="0"/>
                  </a:cubicBezTo>
                  <a:lnTo>
                    <a:pt x="10800" y="10800"/>
                  </a:lnTo>
                  <a:lnTo>
                    <a:pt x="0" y="10704"/>
                  </a:lnTo>
                  <a:close/>
                </a:path>
                <a:path w="21600" h="21600" fill="none">
                  <a:moveTo>
                    <a:pt x="0" y="10704"/>
                  </a:moveTo>
                  <a:cubicBezTo>
                    <a:pt x="52" y="4798"/>
                    <a:pt x="4839" y="29"/>
                    <a:pt x="10746" y="0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1" name="Line 26"/>
            <p:cNvSpPr>
              <a:spLocks noChangeShapeType="1"/>
            </p:cNvSpPr>
            <p:nvPr/>
          </p:nvSpPr>
          <p:spPr bwMode="auto">
            <a:xfrm flipV="1">
              <a:off x="6070279" y="3840843"/>
              <a:ext cx="2071688" cy="155575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Oval 27"/>
            <p:cNvSpPr>
              <a:spLocks noChangeArrowheads="1"/>
            </p:cNvSpPr>
            <p:nvPr/>
          </p:nvSpPr>
          <p:spPr bwMode="auto">
            <a:xfrm>
              <a:off x="5497192" y="4223431"/>
              <a:ext cx="280987" cy="328612"/>
            </a:xfrm>
            <a:prstGeom prst="ellipse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fr-FR" altLang="fr-FR"/>
            </a:p>
          </p:txBody>
        </p:sp>
        <p:sp>
          <p:nvSpPr>
            <p:cNvPr id="33" name="AutoShape 28"/>
            <p:cNvSpPr>
              <a:spLocks noChangeArrowheads="1"/>
            </p:cNvSpPr>
            <p:nvPr/>
          </p:nvSpPr>
          <p:spPr bwMode="auto">
            <a:xfrm>
              <a:off x="7916542" y="1645331"/>
              <a:ext cx="485775" cy="477837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10799 w 21600"/>
                <a:gd name="T19" fmla="*/ 10601 h 21600"/>
                <a:gd name="T20" fmla="*/ 21599 w 21600"/>
                <a:gd name="T21" fmla="*/ 21599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21599" y="10744"/>
                  </a:moveTo>
                  <a:cubicBezTo>
                    <a:pt x="21599" y="10763"/>
                    <a:pt x="21600" y="10781"/>
                    <a:pt x="21600" y="10800"/>
                  </a:cubicBezTo>
                  <a:cubicBezTo>
                    <a:pt x="21600" y="16764"/>
                    <a:pt x="16764" y="21600"/>
                    <a:pt x="10800" y="21600"/>
                  </a:cubicBezTo>
                  <a:cubicBezTo>
                    <a:pt x="10781" y="21599"/>
                    <a:pt x="10763" y="21599"/>
                    <a:pt x="10744" y="21599"/>
                  </a:cubicBezTo>
                  <a:lnTo>
                    <a:pt x="10800" y="10800"/>
                  </a:lnTo>
                  <a:lnTo>
                    <a:pt x="21599" y="10744"/>
                  </a:lnTo>
                  <a:close/>
                </a:path>
                <a:path w="21600" h="21600" fill="none">
                  <a:moveTo>
                    <a:pt x="21599" y="10744"/>
                  </a:moveTo>
                  <a:cubicBezTo>
                    <a:pt x="21599" y="10763"/>
                    <a:pt x="21600" y="10781"/>
                    <a:pt x="21600" y="10800"/>
                  </a:cubicBezTo>
                  <a:cubicBezTo>
                    <a:pt x="21600" y="16764"/>
                    <a:pt x="16764" y="21600"/>
                    <a:pt x="10800" y="21600"/>
                  </a:cubicBezTo>
                  <a:cubicBezTo>
                    <a:pt x="10781" y="21599"/>
                    <a:pt x="10763" y="21599"/>
                    <a:pt x="10744" y="21599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4" name="AutoShape 29"/>
            <p:cNvSpPr>
              <a:spLocks noChangeArrowheads="1"/>
            </p:cNvSpPr>
            <p:nvPr/>
          </p:nvSpPr>
          <p:spPr bwMode="auto">
            <a:xfrm>
              <a:off x="7903842" y="2162400"/>
              <a:ext cx="485775" cy="473075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10799 w 21600"/>
                <a:gd name="T19" fmla="*/ 10601 h 21600"/>
                <a:gd name="T20" fmla="*/ 21599 w 21600"/>
                <a:gd name="T21" fmla="*/ 21599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21599" y="10743"/>
                  </a:moveTo>
                  <a:cubicBezTo>
                    <a:pt x="21599" y="10762"/>
                    <a:pt x="21600" y="10781"/>
                    <a:pt x="21600" y="10800"/>
                  </a:cubicBezTo>
                  <a:cubicBezTo>
                    <a:pt x="21600" y="16764"/>
                    <a:pt x="16764" y="21600"/>
                    <a:pt x="10800" y="21600"/>
                  </a:cubicBezTo>
                  <a:cubicBezTo>
                    <a:pt x="10781" y="21599"/>
                    <a:pt x="10763" y="21599"/>
                    <a:pt x="10744" y="21599"/>
                  </a:cubicBezTo>
                  <a:lnTo>
                    <a:pt x="10800" y="10800"/>
                  </a:lnTo>
                  <a:lnTo>
                    <a:pt x="21599" y="10743"/>
                  </a:lnTo>
                  <a:close/>
                </a:path>
                <a:path w="21600" h="21600" fill="none">
                  <a:moveTo>
                    <a:pt x="21599" y="10743"/>
                  </a:moveTo>
                  <a:cubicBezTo>
                    <a:pt x="21599" y="10762"/>
                    <a:pt x="21600" y="10781"/>
                    <a:pt x="21600" y="10800"/>
                  </a:cubicBezTo>
                  <a:cubicBezTo>
                    <a:pt x="21600" y="16764"/>
                    <a:pt x="16764" y="21600"/>
                    <a:pt x="10800" y="21600"/>
                  </a:cubicBezTo>
                  <a:cubicBezTo>
                    <a:pt x="10781" y="21599"/>
                    <a:pt x="10763" y="21599"/>
                    <a:pt x="10744" y="21599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5" name="AutoShape 30"/>
            <p:cNvSpPr>
              <a:spLocks noChangeArrowheads="1"/>
            </p:cNvSpPr>
            <p:nvPr/>
          </p:nvSpPr>
          <p:spPr bwMode="auto">
            <a:xfrm>
              <a:off x="7891142" y="2763843"/>
              <a:ext cx="485775" cy="47625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10799 w 21600"/>
                <a:gd name="T19" fmla="*/ 10601 h 21600"/>
                <a:gd name="T20" fmla="*/ 21599 w 21600"/>
                <a:gd name="T21" fmla="*/ 21599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21599" y="10744"/>
                  </a:moveTo>
                  <a:cubicBezTo>
                    <a:pt x="21599" y="10763"/>
                    <a:pt x="21600" y="10781"/>
                    <a:pt x="21600" y="10800"/>
                  </a:cubicBezTo>
                  <a:cubicBezTo>
                    <a:pt x="21600" y="16764"/>
                    <a:pt x="16764" y="21600"/>
                    <a:pt x="10800" y="21600"/>
                  </a:cubicBezTo>
                  <a:cubicBezTo>
                    <a:pt x="10781" y="21599"/>
                    <a:pt x="10763" y="21599"/>
                    <a:pt x="10744" y="21599"/>
                  </a:cubicBezTo>
                  <a:lnTo>
                    <a:pt x="10800" y="10800"/>
                  </a:lnTo>
                  <a:lnTo>
                    <a:pt x="21599" y="10744"/>
                  </a:lnTo>
                  <a:close/>
                </a:path>
                <a:path w="21600" h="21600" fill="none">
                  <a:moveTo>
                    <a:pt x="21599" y="10744"/>
                  </a:moveTo>
                  <a:cubicBezTo>
                    <a:pt x="21599" y="10763"/>
                    <a:pt x="21600" y="10781"/>
                    <a:pt x="21600" y="10800"/>
                  </a:cubicBezTo>
                  <a:cubicBezTo>
                    <a:pt x="21600" y="16764"/>
                    <a:pt x="16764" y="21600"/>
                    <a:pt x="10800" y="21600"/>
                  </a:cubicBezTo>
                  <a:cubicBezTo>
                    <a:pt x="10781" y="21599"/>
                    <a:pt x="10763" y="21599"/>
                    <a:pt x="10744" y="21599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6" name="AutoShape 31"/>
            <p:cNvSpPr>
              <a:spLocks noChangeArrowheads="1"/>
            </p:cNvSpPr>
            <p:nvPr/>
          </p:nvSpPr>
          <p:spPr bwMode="auto">
            <a:xfrm>
              <a:off x="7903842" y="3359155"/>
              <a:ext cx="485775" cy="477838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10799 w 21600"/>
                <a:gd name="T19" fmla="*/ 10601 h 21600"/>
                <a:gd name="T20" fmla="*/ 21599 w 21600"/>
                <a:gd name="T21" fmla="*/ 21599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21599" y="10744"/>
                  </a:moveTo>
                  <a:cubicBezTo>
                    <a:pt x="21599" y="10763"/>
                    <a:pt x="21600" y="10781"/>
                    <a:pt x="21600" y="10800"/>
                  </a:cubicBezTo>
                  <a:cubicBezTo>
                    <a:pt x="21600" y="16764"/>
                    <a:pt x="16764" y="21600"/>
                    <a:pt x="10800" y="21600"/>
                  </a:cubicBezTo>
                  <a:cubicBezTo>
                    <a:pt x="10781" y="21599"/>
                    <a:pt x="10763" y="21599"/>
                    <a:pt x="10744" y="21599"/>
                  </a:cubicBezTo>
                  <a:lnTo>
                    <a:pt x="10800" y="10800"/>
                  </a:lnTo>
                  <a:lnTo>
                    <a:pt x="21599" y="10744"/>
                  </a:lnTo>
                  <a:close/>
                </a:path>
                <a:path w="21600" h="21600" fill="none">
                  <a:moveTo>
                    <a:pt x="21599" y="10744"/>
                  </a:moveTo>
                  <a:cubicBezTo>
                    <a:pt x="21599" y="10763"/>
                    <a:pt x="21600" y="10781"/>
                    <a:pt x="21600" y="10800"/>
                  </a:cubicBezTo>
                  <a:cubicBezTo>
                    <a:pt x="21600" y="16764"/>
                    <a:pt x="16764" y="21600"/>
                    <a:pt x="10800" y="21600"/>
                  </a:cubicBezTo>
                  <a:cubicBezTo>
                    <a:pt x="10781" y="21599"/>
                    <a:pt x="10763" y="21599"/>
                    <a:pt x="10744" y="21599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7" name="Rectangle 32"/>
            <p:cNvSpPr>
              <a:spLocks noChangeArrowheads="1"/>
            </p:cNvSpPr>
            <p:nvPr/>
          </p:nvSpPr>
          <p:spPr bwMode="auto">
            <a:xfrm>
              <a:off x="8421367" y="1723118"/>
              <a:ext cx="12700" cy="3108325"/>
            </a:xfrm>
            <a:prstGeom prst="rect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fr-FR" altLang="fr-FR"/>
            </a:p>
          </p:txBody>
        </p:sp>
        <p:sp>
          <p:nvSpPr>
            <p:cNvPr id="39" name="Rectangle 34"/>
            <p:cNvSpPr>
              <a:spLocks noChangeArrowheads="1"/>
            </p:cNvSpPr>
            <p:nvPr/>
          </p:nvSpPr>
          <p:spPr bwMode="auto">
            <a:xfrm>
              <a:off x="8345167" y="4806043"/>
              <a:ext cx="111125" cy="18256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1200">
                  <a:latin typeface="Times New Roman" panose="02020603050405020304" pitchFamily="18" charset="0"/>
                </a:rPr>
                <a:t>V</a:t>
              </a:r>
            </a:p>
          </p:txBody>
        </p:sp>
        <p:sp>
          <p:nvSpPr>
            <p:cNvPr id="40" name="Rectangle 35"/>
            <p:cNvSpPr>
              <a:spLocks noChangeArrowheads="1"/>
            </p:cNvSpPr>
            <p:nvPr/>
          </p:nvSpPr>
          <p:spPr bwMode="auto">
            <a:xfrm>
              <a:off x="8459467" y="4882243"/>
              <a:ext cx="363537" cy="1381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900" dirty="0">
                  <a:latin typeface="Times New Roman" panose="02020603050405020304" pitchFamily="18" charset="0"/>
                </a:rPr>
                <a:t>BRDSS</a:t>
              </a:r>
            </a:p>
          </p:txBody>
        </p:sp>
        <p:sp>
          <p:nvSpPr>
            <p:cNvPr id="41" name="Rectangle 42"/>
            <p:cNvSpPr>
              <a:spLocks noChangeArrowheads="1"/>
            </p:cNvSpPr>
            <p:nvPr/>
          </p:nvSpPr>
          <p:spPr bwMode="auto">
            <a:xfrm>
              <a:off x="6540179" y="2966131"/>
              <a:ext cx="1054558" cy="23805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2000" b="1" dirty="0">
                  <a:latin typeface="Times New Roman" panose="02020603050405020304" pitchFamily="18" charset="0"/>
                </a:rPr>
                <a:t>Linear area</a:t>
              </a:r>
            </a:p>
          </p:txBody>
        </p:sp>
        <p:sp>
          <p:nvSpPr>
            <p:cNvPr id="42" name="Rectangle 43"/>
            <p:cNvSpPr>
              <a:spLocks noChangeArrowheads="1"/>
            </p:cNvSpPr>
            <p:nvPr/>
          </p:nvSpPr>
          <p:spPr bwMode="auto">
            <a:xfrm>
              <a:off x="6876116" y="4381836"/>
              <a:ext cx="778131" cy="23805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2000" b="1" dirty="0">
                  <a:latin typeface="Times New Roman" panose="02020603050405020304" pitchFamily="18" charset="0"/>
                </a:rPr>
                <a:t>Off state</a:t>
              </a:r>
            </a:p>
          </p:txBody>
        </p:sp>
        <p:sp>
          <p:nvSpPr>
            <p:cNvPr id="43" name="Rectangle 42"/>
            <p:cNvSpPr>
              <a:spLocks noChangeArrowheads="1"/>
            </p:cNvSpPr>
            <p:nvPr/>
          </p:nvSpPr>
          <p:spPr bwMode="auto">
            <a:xfrm>
              <a:off x="4870091" y="1402994"/>
              <a:ext cx="838200" cy="71415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2000" b="1" dirty="0">
                  <a:latin typeface="Times New Roman" panose="02020603050405020304" pitchFamily="18" charset="0"/>
                </a:rPr>
                <a:t>Variable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2000" b="1" dirty="0">
                  <a:latin typeface="Times New Roman" panose="02020603050405020304" pitchFamily="18" charset="0"/>
                </a:rPr>
                <a:t>Linear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2000" b="1" dirty="0">
                  <a:latin typeface="Times New Roman" panose="02020603050405020304" pitchFamily="18" charset="0"/>
                </a:rPr>
                <a:t>resistance</a:t>
              </a:r>
            </a:p>
          </p:txBody>
        </p:sp>
      </p:grpSp>
      <p:sp>
        <p:nvSpPr>
          <p:cNvPr id="44" name="Oval 23"/>
          <p:cNvSpPr>
            <a:spLocks noChangeArrowheads="1"/>
          </p:cNvSpPr>
          <p:nvPr/>
        </p:nvSpPr>
        <p:spPr bwMode="auto">
          <a:xfrm>
            <a:off x="6110302" y="4900070"/>
            <a:ext cx="165300" cy="246298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fr-FR" altLang="fr-FR"/>
          </a:p>
        </p:txBody>
      </p:sp>
      <p:sp>
        <p:nvSpPr>
          <p:cNvPr id="45" name="Oval 23"/>
          <p:cNvSpPr>
            <a:spLocks noChangeArrowheads="1"/>
          </p:cNvSpPr>
          <p:nvPr/>
        </p:nvSpPr>
        <p:spPr bwMode="auto">
          <a:xfrm>
            <a:off x="6156165" y="3522619"/>
            <a:ext cx="165300" cy="246298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fr-FR" altLang="fr-FR"/>
          </a:p>
        </p:txBody>
      </p:sp>
      <p:sp>
        <p:nvSpPr>
          <p:cNvPr id="46" name="Oval 23"/>
          <p:cNvSpPr>
            <a:spLocks noChangeArrowheads="1"/>
          </p:cNvSpPr>
          <p:nvPr/>
        </p:nvSpPr>
        <p:spPr bwMode="auto">
          <a:xfrm>
            <a:off x="5910012" y="2937503"/>
            <a:ext cx="165300" cy="246298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fr-FR" altLang="fr-FR"/>
          </a:p>
        </p:txBody>
      </p:sp>
      <p:sp>
        <p:nvSpPr>
          <p:cNvPr id="47" name="AutoShape 3"/>
          <p:cNvSpPr>
            <a:spLocks noChangeArrowheads="1"/>
          </p:cNvSpPr>
          <p:nvPr/>
        </p:nvSpPr>
        <p:spPr bwMode="auto">
          <a:xfrm>
            <a:off x="3171551" y="-1538514"/>
            <a:ext cx="3592546" cy="7224091"/>
          </a:xfrm>
          <a:custGeom>
            <a:avLst/>
            <a:gdLst>
              <a:gd name="T0" fmla="*/ 0 w 21600"/>
              <a:gd name="T1" fmla="*/ 0 h 21600"/>
              <a:gd name="T2" fmla="*/ 0 w 21600"/>
              <a:gd name="T3" fmla="*/ 0 h 21600"/>
              <a:gd name="T4" fmla="*/ 0 w 21600"/>
              <a:gd name="T5" fmla="*/ 0 h 21600"/>
              <a:gd name="T6" fmla="*/ 0 w 21600"/>
              <a:gd name="T7" fmla="*/ 0 h 21600"/>
              <a:gd name="T8" fmla="*/ 0 w 21600"/>
              <a:gd name="T9" fmla="*/ 0 h 21600"/>
              <a:gd name="T10" fmla="*/ 0 w 21600"/>
              <a:gd name="T11" fmla="*/ 0 h 216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10799 w 21600"/>
              <a:gd name="T19" fmla="*/ 10601 h 21600"/>
              <a:gd name="T20" fmla="*/ 21599 w 21600"/>
              <a:gd name="T21" fmla="*/ 21599 h 2160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1600" h="21600" stroke="0">
                <a:moveTo>
                  <a:pt x="21599" y="10775"/>
                </a:moveTo>
                <a:cubicBezTo>
                  <a:pt x="21599" y="10783"/>
                  <a:pt x="21600" y="10791"/>
                  <a:pt x="21600" y="10800"/>
                </a:cubicBezTo>
                <a:cubicBezTo>
                  <a:pt x="21600" y="16764"/>
                  <a:pt x="16764" y="21600"/>
                  <a:pt x="10800" y="21600"/>
                </a:cubicBezTo>
                <a:cubicBezTo>
                  <a:pt x="10775" y="21599"/>
                  <a:pt x="10750" y="21599"/>
                  <a:pt x="10725" y="21599"/>
                </a:cubicBezTo>
                <a:lnTo>
                  <a:pt x="10800" y="10800"/>
                </a:lnTo>
                <a:lnTo>
                  <a:pt x="21599" y="10775"/>
                </a:lnTo>
                <a:close/>
              </a:path>
              <a:path w="21600" h="21600" fill="none">
                <a:moveTo>
                  <a:pt x="21599" y="10775"/>
                </a:moveTo>
                <a:cubicBezTo>
                  <a:pt x="21599" y="10783"/>
                  <a:pt x="21600" y="10791"/>
                  <a:pt x="21600" y="10800"/>
                </a:cubicBezTo>
                <a:cubicBezTo>
                  <a:pt x="21600" y="16764"/>
                  <a:pt x="16764" y="21600"/>
                  <a:pt x="10800" y="21600"/>
                </a:cubicBezTo>
                <a:cubicBezTo>
                  <a:pt x="10775" y="21599"/>
                  <a:pt x="10750" y="21599"/>
                  <a:pt x="10725" y="21599"/>
                </a:cubicBezTo>
              </a:path>
            </a:pathLst>
          </a:custGeom>
          <a:noFill/>
          <a:ln w="12600" cap="sq">
            <a:solidFill>
              <a:srgbClr val="3F3F3F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8" name="ZoneTexte 47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>
                <a:solidFill>
                  <a:srgbClr val="FF0000"/>
                </a:solidFill>
              </a:rPr>
              <a:t>MOS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996D9CAC-31AD-C1A5-174F-54AC4F20E1F3}"/>
              </a:ext>
            </a:extLst>
          </p:cNvPr>
          <p:cNvSpPr/>
          <p:nvPr/>
        </p:nvSpPr>
        <p:spPr>
          <a:xfrm rot="1081086">
            <a:off x="5354780" y="2209608"/>
            <a:ext cx="443483" cy="3637003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Rectangle : coins arrondis 23">
            <a:extLst>
              <a:ext uri="{FF2B5EF4-FFF2-40B4-BE49-F238E27FC236}">
                <a16:creationId xmlns:a16="http://schemas.microsoft.com/office/drawing/2014/main" id="{88114EA4-A300-5474-C2D3-6CB34320AA97}"/>
              </a:ext>
            </a:extLst>
          </p:cNvPr>
          <p:cNvSpPr/>
          <p:nvPr/>
        </p:nvSpPr>
        <p:spPr>
          <a:xfrm rot="5400000">
            <a:off x="6818875" y="3872149"/>
            <a:ext cx="353760" cy="3637003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0" name="Arc 49">
            <a:extLst>
              <a:ext uri="{FF2B5EF4-FFF2-40B4-BE49-F238E27FC236}">
                <a16:creationId xmlns:a16="http://schemas.microsoft.com/office/drawing/2014/main" id="{C8486B58-8BC9-B9C2-9743-59AAE3698FC7}"/>
              </a:ext>
            </a:extLst>
          </p:cNvPr>
          <p:cNvSpPr/>
          <p:nvPr/>
        </p:nvSpPr>
        <p:spPr>
          <a:xfrm>
            <a:off x="4515979" y="4379240"/>
            <a:ext cx="2724671" cy="2171173"/>
          </a:xfrm>
          <a:prstGeom prst="arc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1" name="Rectangle 8">
            <a:extLst>
              <a:ext uri="{FF2B5EF4-FFF2-40B4-BE49-F238E27FC236}">
                <a16:creationId xmlns:a16="http://schemas.microsoft.com/office/drawing/2014/main" id="{7F53371E-BA53-1A01-F75E-8578E4021A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02463" y="4143290"/>
            <a:ext cx="726393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1800" dirty="0">
                <a:latin typeface="Times New Roman" panose="02020603050405020304" pitchFamily="18" charset="0"/>
              </a:rPr>
              <a:t>v</a:t>
            </a:r>
            <a:r>
              <a:rPr lang="fr-FR" altLang="fr-FR" sz="1800" baseline="-25000" dirty="0">
                <a:latin typeface="Times New Roman" panose="02020603050405020304" pitchFamily="18" charset="0"/>
              </a:rPr>
              <a:t>GS1</a:t>
            </a:r>
          </a:p>
        </p:txBody>
      </p:sp>
      <p:sp>
        <p:nvSpPr>
          <p:cNvPr id="52" name="Rectangle 8">
            <a:extLst>
              <a:ext uri="{FF2B5EF4-FFF2-40B4-BE49-F238E27FC236}">
                <a16:creationId xmlns:a16="http://schemas.microsoft.com/office/drawing/2014/main" id="{310176DE-CA74-5C97-7021-69E2BD361C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49995" y="3351767"/>
            <a:ext cx="726393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1800" dirty="0">
                <a:latin typeface="Times New Roman" panose="02020603050405020304" pitchFamily="18" charset="0"/>
              </a:rPr>
              <a:t>v</a:t>
            </a:r>
            <a:r>
              <a:rPr lang="fr-FR" altLang="fr-FR" sz="1800" baseline="-25000" dirty="0">
                <a:latin typeface="Times New Roman" panose="02020603050405020304" pitchFamily="18" charset="0"/>
              </a:rPr>
              <a:t>GS2</a:t>
            </a:r>
          </a:p>
        </p:txBody>
      </p:sp>
    </p:spTree>
    <p:extLst>
      <p:ext uri="{BB962C8B-B14F-4D97-AF65-F5344CB8AC3E}">
        <p14:creationId xmlns:p14="http://schemas.microsoft.com/office/powerpoint/2010/main" val="19392781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MOS safety area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77122" y="1283493"/>
            <a:ext cx="5616177" cy="45548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7" name="ZoneTexte 6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>
                <a:solidFill>
                  <a:srgbClr val="FF0000"/>
                </a:solidFill>
              </a:rPr>
              <a:t>MOS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547634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Control specificity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ZoneTexte 10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>
                <a:solidFill>
                  <a:srgbClr val="FF0000"/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6D0E4C15-9B80-186B-9460-2BB9EC0B2AC7}"/>
              </a:ext>
            </a:extLst>
          </p:cNvPr>
          <p:cNvGrpSpPr/>
          <p:nvPr/>
        </p:nvGrpSpPr>
        <p:grpSpPr>
          <a:xfrm>
            <a:off x="2784182" y="1557633"/>
            <a:ext cx="3428238" cy="2324100"/>
            <a:chOff x="4015740" y="1243063"/>
            <a:chExt cx="3428238" cy="2324100"/>
          </a:xfrm>
        </p:grpSpPr>
        <p:pic>
          <p:nvPicPr>
            <p:cNvPr id="2" name="Picture 3">
              <a:extLst>
                <a:ext uri="{FF2B5EF4-FFF2-40B4-BE49-F238E27FC236}">
                  <a16:creationId xmlns:a16="http://schemas.microsoft.com/office/drawing/2014/main" id="{788D280B-9D28-DA25-212F-08864A3CCDA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837337" y="1557961"/>
              <a:ext cx="1606641" cy="17328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blipFill dpi="0" rotWithShape="0">
                    <a:blip/>
                    <a:srcRect/>
                    <a:stretch>
                      <a:fillRect/>
                    </a:stretch>
                  </a:blip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D344D97-F668-599B-F204-4B920162A8B4}"/>
                </a:ext>
              </a:extLst>
            </p:cNvPr>
            <p:cNvSpPr/>
            <p:nvPr/>
          </p:nvSpPr>
          <p:spPr>
            <a:xfrm>
              <a:off x="4015740" y="2018970"/>
              <a:ext cx="1327559" cy="81085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2800" dirty="0">
                  <a:solidFill>
                    <a:schemeClr val="tx1"/>
                  </a:solidFill>
                </a:rPr>
                <a:t>µC</a:t>
              </a:r>
            </a:p>
          </p:txBody>
        </p:sp>
        <p:cxnSp>
          <p:nvCxnSpPr>
            <p:cNvPr id="13" name="Connecteur droit 12">
              <a:extLst>
                <a:ext uri="{FF2B5EF4-FFF2-40B4-BE49-F238E27FC236}">
                  <a16:creationId xmlns:a16="http://schemas.microsoft.com/office/drawing/2014/main" id="{A331CB9F-E22C-4F7D-10B1-25AFE228EAA3}"/>
                </a:ext>
              </a:extLst>
            </p:cNvPr>
            <p:cNvCxnSpPr>
              <a:endCxn id="3" idx="3"/>
            </p:cNvCxnSpPr>
            <p:nvPr/>
          </p:nvCxnSpPr>
          <p:spPr>
            <a:xfrm flipH="1">
              <a:off x="5343299" y="2424398"/>
              <a:ext cx="752701" cy="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eur droit 14">
              <a:extLst>
                <a:ext uri="{FF2B5EF4-FFF2-40B4-BE49-F238E27FC236}">
                  <a16:creationId xmlns:a16="http://schemas.microsoft.com/office/drawing/2014/main" id="{74256E9E-4D76-5548-5C05-64AF27236271}"/>
                </a:ext>
              </a:extLst>
            </p:cNvPr>
            <p:cNvCxnSpPr/>
            <p:nvPr/>
          </p:nvCxnSpPr>
          <p:spPr>
            <a:xfrm>
              <a:off x="4554975" y="1243063"/>
              <a:ext cx="2324100" cy="23241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eur droit 15">
              <a:extLst>
                <a:ext uri="{FF2B5EF4-FFF2-40B4-BE49-F238E27FC236}">
                  <a16:creationId xmlns:a16="http://schemas.microsoft.com/office/drawing/2014/main" id="{FBA23961-CC45-5273-461B-5A359FF345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14151" y="1243063"/>
              <a:ext cx="2264924" cy="23241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e 59">
            <a:extLst>
              <a:ext uri="{FF2B5EF4-FFF2-40B4-BE49-F238E27FC236}">
                <a16:creationId xmlns:a16="http://schemas.microsoft.com/office/drawing/2014/main" id="{03DB253E-34DC-5936-D15D-14B784E2B22F}"/>
              </a:ext>
            </a:extLst>
          </p:cNvPr>
          <p:cNvGrpSpPr/>
          <p:nvPr/>
        </p:nvGrpSpPr>
        <p:grpSpPr>
          <a:xfrm>
            <a:off x="4733805" y="4410395"/>
            <a:ext cx="5315018" cy="2016351"/>
            <a:chOff x="6664617" y="3463997"/>
            <a:chExt cx="5315018" cy="2016351"/>
          </a:xfrm>
        </p:grpSpPr>
        <p:pic>
          <p:nvPicPr>
            <p:cNvPr id="6" name="Picture 2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92176" y="3463997"/>
              <a:ext cx="3987459" cy="201635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blipFill dpi="0" rotWithShape="0">
                    <a:blip/>
                    <a:srcRect/>
                    <a:stretch>
                      <a:fillRect/>
                    </a:stretch>
                  </a:blip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</p:pic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55A5C4AA-10BB-FABB-533E-FF452EDE925D}"/>
                </a:ext>
              </a:extLst>
            </p:cNvPr>
            <p:cNvSpPr/>
            <p:nvPr/>
          </p:nvSpPr>
          <p:spPr>
            <a:xfrm>
              <a:off x="6664617" y="4066745"/>
              <a:ext cx="1327559" cy="81085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2800" dirty="0">
                  <a:solidFill>
                    <a:schemeClr val="tx1"/>
                  </a:solidFill>
                </a:rPr>
                <a:t>µC</a:t>
              </a:r>
            </a:p>
          </p:txBody>
        </p:sp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3D484CA1-B9CB-A569-A945-FCFA38F31D09}"/>
                </a:ext>
              </a:extLst>
            </p:cNvPr>
            <p:cNvCxnSpPr>
              <a:cxnSpLocks/>
              <a:endCxn id="22" idx="3"/>
            </p:cNvCxnSpPr>
            <p:nvPr/>
          </p:nvCxnSpPr>
          <p:spPr>
            <a:xfrm flipH="1" flipV="1">
              <a:off x="7992176" y="4472174"/>
              <a:ext cx="435943" cy="654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59" name="Image 58">
            <a:extLst>
              <a:ext uri="{FF2B5EF4-FFF2-40B4-BE49-F238E27FC236}">
                <a16:creationId xmlns:a16="http://schemas.microsoft.com/office/drawing/2014/main" id="{C4A63C61-4C00-062E-5743-8E24D5DED8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0703" y="431254"/>
            <a:ext cx="3607313" cy="4199869"/>
          </a:xfrm>
          <a:prstGeom prst="rect">
            <a:avLst/>
          </a:prstGeom>
        </p:spPr>
      </p:pic>
      <p:sp>
        <p:nvSpPr>
          <p:cNvPr id="61" name="ZoneTexte 60">
            <a:extLst>
              <a:ext uri="{FF2B5EF4-FFF2-40B4-BE49-F238E27FC236}">
                <a16:creationId xmlns:a16="http://schemas.microsoft.com/office/drawing/2014/main" id="{8608D1B0-7F09-A421-4794-FC96E62B5B6C}"/>
              </a:ext>
            </a:extLst>
          </p:cNvPr>
          <p:cNvSpPr txBox="1"/>
          <p:nvPr/>
        </p:nvSpPr>
        <p:spPr>
          <a:xfrm>
            <a:off x="3253740" y="3955057"/>
            <a:ext cx="2958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Low </a:t>
            </a:r>
            <a:r>
              <a:rPr lang="fr-FR" dirty="0" err="1"/>
              <a:t>V</a:t>
            </a:r>
            <a:r>
              <a:rPr lang="fr-FR" baseline="-25000" dirty="0" err="1"/>
              <a:t>gs</a:t>
            </a:r>
            <a:r>
              <a:rPr lang="fr-FR" dirty="0"/>
              <a:t> =&gt; high </a:t>
            </a:r>
            <a:r>
              <a:rPr lang="fr-FR" dirty="0" err="1"/>
              <a:t>losses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3287996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74CD8-FED5-B5DB-1B36-7AEB0B5B0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3434689-B061-EBA5-6937-20AC74901F7C}"/>
              </a:ext>
            </a:extLst>
          </p:cNvPr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9F244B6-E830-9A2B-A0E5-6F534E49FD62}"/>
              </a:ext>
            </a:extLst>
          </p:cNvPr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8E5DE071-903A-13E1-7D30-9D549CEC8F63}"/>
              </a:ext>
            </a:extLst>
          </p:cNvPr>
          <p:cNvSpPr txBox="1">
            <a:spLocks/>
          </p:cNvSpPr>
          <p:nvPr/>
        </p:nvSpPr>
        <p:spPr>
          <a:xfrm>
            <a:off x="2445625" y="620209"/>
            <a:ext cx="575857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MOSFET Gate Driver LTC7065 (Analog Devices)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1CC3252B-0F75-73A8-B9FE-7DD12C9D9C72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ZoneTexte 6">
            <a:extLst>
              <a:ext uri="{FF2B5EF4-FFF2-40B4-BE49-F238E27FC236}">
                <a16:creationId xmlns:a16="http://schemas.microsoft.com/office/drawing/2014/main" id="{D72E0C83-A60E-82DC-AFFC-1B74076FC333}"/>
              </a:ext>
            </a:extLst>
          </p:cNvPr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>
                <a:solidFill>
                  <a:srgbClr val="FF0000"/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286AD931-4942-4508-AA5F-C7D260269E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6999" y="1094552"/>
            <a:ext cx="4646445" cy="2656134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953599EA-E217-C686-116B-ABE2A30CC6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0409" y="3847799"/>
            <a:ext cx="6634368" cy="2622115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D4183710-55B0-86F6-672B-AA8D0FAE2D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11926" y="1874296"/>
            <a:ext cx="1589628" cy="1711907"/>
          </a:xfrm>
          <a:prstGeom prst="rect">
            <a:avLst/>
          </a:prstGeom>
        </p:spPr>
      </p:pic>
      <p:sp>
        <p:nvSpPr>
          <p:cNvPr id="17" name="ZoneTexte 16">
            <a:extLst>
              <a:ext uri="{FF2B5EF4-FFF2-40B4-BE49-F238E27FC236}">
                <a16:creationId xmlns:a16="http://schemas.microsoft.com/office/drawing/2014/main" id="{D01C1478-D965-6D3A-DA8C-5AB493373014}"/>
              </a:ext>
            </a:extLst>
          </p:cNvPr>
          <p:cNvSpPr txBox="1"/>
          <p:nvPr/>
        </p:nvSpPr>
        <p:spPr>
          <a:xfrm>
            <a:off x="9491517" y="1438937"/>
            <a:ext cx="24799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10-LEAD MSOP Package</a:t>
            </a:r>
          </a:p>
        </p:txBody>
      </p:sp>
    </p:spTree>
    <p:extLst>
      <p:ext uri="{BB962C8B-B14F-4D97-AF65-F5344CB8AC3E}">
        <p14:creationId xmlns:p14="http://schemas.microsoft.com/office/powerpoint/2010/main" val="232602359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Power IGBT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6673" y="1597464"/>
            <a:ext cx="2676525" cy="23606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6674" y="4460988"/>
            <a:ext cx="2676525" cy="1495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10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7525" y="2626519"/>
            <a:ext cx="6373789" cy="18344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11" name="ZoneTexte 10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>
                <a:solidFill>
                  <a:srgbClr val="FF0000"/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973957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Modules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4407" y="2615366"/>
            <a:ext cx="4207543" cy="23072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7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17006" y="3937765"/>
            <a:ext cx="2643187" cy="23447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6785655" y="5126802"/>
            <a:ext cx="4854801" cy="4638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fr-FR" altLang="fr-FR" sz="24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1200 V – 231 A at 25°C – </a:t>
            </a:r>
            <a:r>
              <a:rPr lang="fr-FR" altLang="fr-FR" sz="2400" b="1" dirty="0" err="1">
                <a:solidFill>
                  <a:srgbClr val="FF3300"/>
                </a:solidFill>
                <a:latin typeface="Times New Roman" panose="02020603050405020304" pitchFamily="18" charset="0"/>
              </a:rPr>
              <a:t>t</a:t>
            </a:r>
            <a:r>
              <a:rPr lang="fr-FR" altLang="fr-FR" sz="2400" b="1" baseline="-25000" dirty="0" err="1">
                <a:solidFill>
                  <a:srgbClr val="FF3300"/>
                </a:solidFill>
                <a:latin typeface="Times New Roman" panose="02020603050405020304" pitchFamily="18" charset="0"/>
              </a:rPr>
              <a:t>f</a:t>
            </a:r>
            <a:r>
              <a:rPr lang="fr-FR" altLang="fr-FR" sz="24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 &lt; 500ns</a:t>
            </a:r>
          </a:p>
        </p:txBody>
      </p:sp>
      <p:grpSp>
        <p:nvGrpSpPr>
          <p:cNvPr id="11" name="Group 4"/>
          <p:cNvGrpSpPr>
            <a:grpSpLocks/>
          </p:cNvGrpSpPr>
          <p:nvPr/>
        </p:nvGrpSpPr>
        <p:grpSpPr bwMode="auto">
          <a:xfrm>
            <a:off x="3617006" y="1094552"/>
            <a:ext cx="8197849" cy="2317750"/>
            <a:chOff x="907" y="278"/>
            <a:chExt cx="5164" cy="1460"/>
          </a:xfrm>
        </p:grpSpPr>
        <p:pic>
          <p:nvPicPr>
            <p:cNvPr id="12" name="Picture 5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07" y="278"/>
              <a:ext cx="1644" cy="146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blipFill dpi="0" rotWithShape="0">
                    <a:blip/>
                    <a:srcRect/>
                    <a:stretch>
                      <a:fillRect/>
                    </a:stretch>
                  </a:blip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</p:pic>
        <p:sp>
          <p:nvSpPr>
            <p:cNvPr id="13" name="Text Box 6"/>
            <p:cNvSpPr txBox="1">
              <a:spLocks noChangeArrowheads="1"/>
            </p:cNvSpPr>
            <p:nvPr/>
          </p:nvSpPr>
          <p:spPr bwMode="auto">
            <a:xfrm>
              <a:off x="2993" y="867"/>
              <a:ext cx="3078" cy="2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square" lIns="90000" tIns="46800" rIns="90000" bIns="4680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ts val="1125"/>
                </a:spcBef>
                <a:buClrTx/>
                <a:buFontTx/>
                <a:buNone/>
              </a:pPr>
              <a:r>
                <a:rPr lang="fr-FR" altLang="fr-FR" sz="2400" b="1" dirty="0">
                  <a:solidFill>
                    <a:srgbClr val="FF3300"/>
                  </a:solidFill>
                  <a:latin typeface="Times New Roman" panose="02020603050405020304" pitchFamily="18" charset="0"/>
                </a:rPr>
                <a:t>1200 V – 39 A at 25°C – </a:t>
              </a:r>
              <a:r>
                <a:rPr lang="fr-FR" altLang="fr-FR" sz="2400" b="1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t</a:t>
              </a:r>
              <a:r>
                <a:rPr lang="fr-FR" altLang="fr-FR" sz="2400" b="1" baseline="-25000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f</a:t>
              </a:r>
              <a:r>
                <a:rPr lang="fr-FR" altLang="fr-FR" sz="2400" b="1" dirty="0">
                  <a:solidFill>
                    <a:srgbClr val="FF3300"/>
                  </a:solidFill>
                  <a:latin typeface="Times New Roman" panose="02020603050405020304" pitchFamily="18" charset="0"/>
                </a:rPr>
                <a:t> &lt; 200ns</a:t>
              </a:r>
            </a:p>
          </p:txBody>
        </p:sp>
      </p:grpSp>
      <p:sp>
        <p:nvSpPr>
          <p:cNvPr id="14" name="ZoneTexte 13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>
                <a:solidFill>
                  <a:srgbClr val="FF0000"/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67221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 additive="repl"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 additive="repl"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B1A68E-BB32-446E-8B64-B4D081392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FDAEB6D-B4DD-72C3-9E83-6B726CCBDE76}"/>
              </a:ext>
            </a:extLst>
          </p:cNvPr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A753449-F60A-92FF-4197-5EA415B3CC32}"/>
              </a:ext>
            </a:extLst>
          </p:cNvPr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300BCBF8-0AD4-102D-95B5-FD3C7F24B4B4}"/>
              </a:ext>
            </a:extLst>
          </p:cNvPr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Control specificity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8B5F1916-DDA7-6585-0755-00B4FB327B0A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3">
            <a:extLst>
              <a:ext uri="{FF2B5EF4-FFF2-40B4-BE49-F238E27FC236}">
                <a16:creationId xmlns:a16="http://schemas.microsoft.com/office/drawing/2014/main" id="{6E8DF1A0-D979-6CE7-683A-44DD1F5F88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23140" y="2694451"/>
            <a:ext cx="4614470" cy="23302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10" name="Picture 4">
            <a:extLst>
              <a:ext uri="{FF2B5EF4-FFF2-40B4-BE49-F238E27FC236}">
                <a16:creationId xmlns:a16="http://schemas.microsoft.com/office/drawing/2014/main" id="{39A32C12-9126-6F95-6996-67810FB19E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6730" y="2879116"/>
            <a:ext cx="4061922" cy="22645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B7E30B61-A0CA-2C04-58B7-C7341D8EAE29}"/>
              </a:ext>
            </a:extLst>
          </p:cNvPr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>
                <a:solidFill>
                  <a:srgbClr val="FF0000"/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000262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IGBT Gate Driver MC33153 (</a:t>
            </a:r>
            <a:r>
              <a:rPr lang="en-US" sz="2000" dirty="0" err="1">
                <a:solidFill>
                  <a:srgbClr val="9E003B"/>
                </a:solidFill>
                <a:latin typeface="Myriad Pro"/>
                <a:cs typeface="Myriad Pro"/>
              </a:rPr>
              <a:t>Onsemi</a:t>
            </a: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)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ZoneTexte 6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>
                <a:solidFill>
                  <a:srgbClr val="FF0000"/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BA0C173B-E10B-38E2-8308-D36AD7EC12E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43" t="4405"/>
          <a:stretch>
            <a:fillRect/>
          </a:stretch>
        </p:blipFill>
        <p:spPr>
          <a:xfrm>
            <a:off x="7468164" y="1213693"/>
            <a:ext cx="4701680" cy="3154103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E27537AA-FBDD-EF61-5DBE-ACEEFFCC3C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5625" y="1048832"/>
            <a:ext cx="4883990" cy="5651913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961D3D2C-20B1-C499-C434-FA5F5FE5BE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1388" y="4868957"/>
            <a:ext cx="1945887" cy="1716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410109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AFCA7-7D71-062B-CC6F-268A61FF6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B99FF51-AC75-FCA5-34B5-F4C51DE5172B}"/>
              </a:ext>
            </a:extLst>
          </p:cNvPr>
          <p:cNvSpPr/>
          <p:nvPr/>
        </p:nvSpPr>
        <p:spPr>
          <a:xfrm>
            <a:off x="2900363" y="2794001"/>
            <a:ext cx="9291637" cy="133773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98F2C7FF-37DF-1937-6D45-2D861C32235D}"/>
              </a:ext>
            </a:extLst>
          </p:cNvPr>
          <p:cNvSpPr txBox="1">
            <a:spLocks/>
          </p:cNvSpPr>
          <p:nvPr/>
        </p:nvSpPr>
        <p:spPr bwMode="auto">
          <a:xfrm>
            <a:off x="3438525" y="2760135"/>
            <a:ext cx="3984625" cy="1337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  <a:cs typeface="ヒラギノ角ゴ Pro W3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9pPr>
          </a:lstStyle>
          <a:p>
            <a:pPr lvl="0" defTabSz="457200" eaLnBrk="1" hangingPunct="1">
              <a:defRPr/>
            </a:pPr>
            <a:r>
              <a:rPr lang="en-US" sz="2200" dirty="0">
                <a:solidFill>
                  <a:prstClr val="white"/>
                </a:solidFill>
                <a:latin typeface="Myriad Pro" charset="0"/>
                <a:cs typeface="Myriad Pro" charset="0"/>
              </a:rPr>
              <a:t>Protections</a:t>
            </a:r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B80EFDED-25D0-5FCC-2D6C-F05BDAAB2A1F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ZoneTexte 4">
            <a:extLst>
              <a:ext uri="{FF2B5EF4-FFF2-40B4-BE49-F238E27FC236}">
                <a16:creationId xmlns:a16="http://schemas.microsoft.com/office/drawing/2014/main" id="{E68E3FD7-27D7-B9A0-D801-480A2B3BBBA5}"/>
              </a:ext>
            </a:extLst>
          </p:cNvPr>
          <p:cNvSpPr txBox="1"/>
          <p:nvPr/>
        </p:nvSpPr>
        <p:spPr>
          <a:xfrm>
            <a:off x="0" y="0"/>
            <a:ext cx="2479964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Protections</a:t>
            </a:r>
          </a:p>
        </p:txBody>
      </p:sp>
    </p:spTree>
    <p:extLst>
      <p:ext uri="{BB962C8B-B14F-4D97-AF65-F5344CB8AC3E}">
        <p14:creationId xmlns:p14="http://schemas.microsoft.com/office/powerpoint/2010/main" val="404094920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2BBCBD67-B11D-C5CC-A3F6-340B0CBB761C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oneTexte 2">
            <a:extLst>
              <a:ext uri="{FF2B5EF4-FFF2-40B4-BE49-F238E27FC236}">
                <a16:creationId xmlns:a16="http://schemas.microsoft.com/office/drawing/2014/main" id="{743EADD7-B1DE-DDB3-BDD5-4E44255223F1}"/>
              </a:ext>
            </a:extLst>
          </p:cNvPr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Protections</a:t>
            </a:r>
          </a:p>
          <a:p>
            <a:r>
              <a:rPr lang="en-US" b="1" dirty="0">
                <a:solidFill>
                  <a:schemeClr val="accent3"/>
                </a:solidFill>
              </a:rPr>
              <a:t>Fuses</a:t>
            </a:r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695C7C93-BBA7-1D6B-3244-27F49E4BB922}"/>
              </a:ext>
            </a:extLst>
          </p:cNvPr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Fuses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299E5EB4-3868-3BFE-89A4-E96048C351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0662" y="418026"/>
            <a:ext cx="1619476" cy="752580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7C529F6C-DBF7-2F74-72D9-1AA597D32724}"/>
              </a:ext>
            </a:extLst>
          </p:cNvPr>
          <p:cNvSpPr txBox="1"/>
          <p:nvPr/>
        </p:nvSpPr>
        <p:spPr>
          <a:xfrm>
            <a:off x="2445625" y="1133362"/>
            <a:ext cx="3202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noProof="0" dirty="0"/>
              <a:t>Overcurrent protection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8E54667B-17B9-F2B3-73AA-D1475E36347A}"/>
              </a:ext>
            </a:extLst>
          </p:cNvPr>
          <p:cNvSpPr txBox="1"/>
          <p:nvPr/>
        </p:nvSpPr>
        <p:spPr>
          <a:xfrm>
            <a:off x="4046975" y="6442847"/>
            <a:ext cx="6146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A" sz="1400" i="1" dirty="0"/>
              <a:t>MAXI Series Blade Fuses – Rated 32V </a:t>
            </a:r>
            <a:r>
              <a:rPr lang="en-CA" sz="1400" i="1" noProof="0" dirty="0"/>
              <a:t>(</a:t>
            </a:r>
            <a:r>
              <a:rPr lang="en-CA" sz="1400" i="1" noProof="0" dirty="0" err="1"/>
              <a:t>Littlefuse</a:t>
            </a:r>
            <a:r>
              <a:rPr lang="en-CA" sz="1400" i="1" noProof="0" dirty="0"/>
              <a:t>)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1A57E777-9863-B416-2B36-64954E140F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6348" y="4668760"/>
            <a:ext cx="4761382" cy="973385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70BEBD97-A38C-B533-5507-60880729E7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45624" y="5672118"/>
            <a:ext cx="9252888" cy="699608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A695AF0A-1363-5890-E1CB-A432ED72BB9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50000"/>
          <a:stretch>
            <a:fillRect/>
          </a:stretch>
        </p:blipFill>
        <p:spPr>
          <a:xfrm>
            <a:off x="7905831" y="275960"/>
            <a:ext cx="3958187" cy="3791479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418910B5-2B26-DD8D-FBC0-558F09DEF5F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48877" t="53216" r="31390" b="33161"/>
          <a:stretch>
            <a:fillRect/>
          </a:stretch>
        </p:blipFill>
        <p:spPr>
          <a:xfrm>
            <a:off x="8721853" y="4138560"/>
            <a:ext cx="2943843" cy="973385"/>
          </a:xfrm>
          <a:prstGeom prst="rect">
            <a:avLst/>
          </a:prstGeom>
        </p:spPr>
      </p:pic>
      <p:grpSp>
        <p:nvGrpSpPr>
          <p:cNvPr id="26" name="Groupe 25">
            <a:extLst>
              <a:ext uri="{FF2B5EF4-FFF2-40B4-BE49-F238E27FC236}">
                <a16:creationId xmlns:a16="http://schemas.microsoft.com/office/drawing/2014/main" id="{B683455D-818C-059C-9F62-FF81293974BA}"/>
              </a:ext>
            </a:extLst>
          </p:cNvPr>
          <p:cNvGrpSpPr/>
          <p:nvPr/>
        </p:nvGrpSpPr>
        <p:grpSpPr>
          <a:xfrm>
            <a:off x="2693232" y="1532520"/>
            <a:ext cx="4083845" cy="3262240"/>
            <a:chOff x="2693232" y="1532520"/>
            <a:chExt cx="4083845" cy="3262240"/>
          </a:xfrm>
        </p:grpSpPr>
        <p:pic>
          <p:nvPicPr>
            <p:cNvPr id="21" name="Image 20">
              <a:extLst>
                <a:ext uri="{FF2B5EF4-FFF2-40B4-BE49-F238E27FC236}">
                  <a16:creationId xmlns:a16="http://schemas.microsoft.com/office/drawing/2014/main" id="{51C76527-D259-4378-0D2F-327E688F2F8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3093" b="3133"/>
            <a:stretch>
              <a:fillRect/>
            </a:stretch>
          </p:blipFill>
          <p:spPr>
            <a:xfrm>
              <a:off x="2941320" y="1532520"/>
              <a:ext cx="3835757" cy="3065119"/>
            </a:xfrm>
            <a:prstGeom prst="rect">
              <a:avLst/>
            </a:prstGeom>
          </p:spPr>
        </p:pic>
        <p:pic>
          <p:nvPicPr>
            <p:cNvPr id="23" name="Image 22">
              <a:extLst>
                <a:ext uri="{FF2B5EF4-FFF2-40B4-BE49-F238E27FC236}">
                  <a16:creationId xmlns:a16="http://schemas.microsoft.com/office/drawing/2014/main" id="{DABE122C-1AD2-A12D-FCFD-75FF2FF6DED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93232" y="1882578"/>
              <a:ext cx="216000" cy="2440802"/>
            </a:xfrm>
            <a:prstGeom prst="rect">
              <a:avLst/>
            </a:prstGeom>
          </p:spPr>
        </p:pic>
        <p:pic>
          <p:nvPicPr>
            <p:cNvPr id="25" name="Image 24">
              <a:extLst>
                <a:ext uri="{FF2B5EF4-FFF2-40B4-BE49-F238E27FC236}">
                  <a16:creationId xmlns:a16="http://schemas.microsoft.com/office/drawing/2014/main" id="{CC3E0B24-2D48-5A90-079D-B8F0CEABAC2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4107300" y="4542760"/>
              <a:ext cx="2091065" cy="252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7923294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BA372E-7B55-7C84-F220-9441594E8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6A616A4D-728F-20EF-ED96-988B0532AD88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oneTexte 2">
            <a:extLst>
              <a:ext uri="{FF2B5EF4-FFF2-40B4-BE49-F238E27FC236}">
                <a16:creationId xmlns:a16="http://schemas.microsoft.com/office/drawing/2014/main" id="{9BDEBDD6-3A49-D0A1-A299-064A7630F491}"/>
              </a:ext>
            </a:extLst>
          </p:cNvPr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Protections</a:t>
            </a:r>
          </a:p>
          <a:p>
            <a:r>
              <a:rPr lang="en-US" b="1" dirty="0">
                <a:solidFill>
                  <a:schemeClr val="accent3"/>
                </a:solidFill>
              </a:rPr>
              <a:t>Fuses</a:t>
            </a:r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1AC15539-F495-ADDC-CEF3-B3E6D4C4FB21}"/>
              </a:ext>
            </a:extLst>
          </p:cNvPr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Fuses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D4330820-E9AF-FBA9-FADE-0F57E6C25A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0662" y="418026"/>
            <a:ext cx="1619476" cy="752580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7FBDE935-4967-C75E-3C29-06C7A5B70D5A}"/>
              </a:ext>
            </a:extLst>
          </p:cNvPr>
          <p:cNvSpPr txBox="1"/>
          <p:nvPr/>
        </p:nvSpPr>
        <p:spPr>
          <a:xfrm>
            <a:off x="4046975" y="6442847"/>
            <a:ext cx="6146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i="1" dirty="0"/>
              <a:t>How to Select the Right Fuse </a:t>
            </a:r>
            <a:r>
              <a:rPr lang="en-CA" sz="1400" i="1" noProof="0" dirty="0"/>
              <a:t>(Vishay) + Fuse Fundamentals (</a:t>
            </a:r>
            <a:r>
              <a:rPr lang="en-CA" sz="1400" i="1" noProof="0" dirty="0" err="1"/>
              <a:t>Littlefuse</a:t>
            </a:r>
            <a:r>
              <a:rPr lang="en-CA" sz="1400" i="1" noProof="0" dirty="0"/>
              <a:t>)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4E0C3F66-0F64-C176-552A-C418373D3544}"/>
              </a:ext>
            </a:extLst>
          </p:cNvPr>
          <p:cNvSpPr txBox="1"/>
          <p:nvPr/>
        </p:nvSpPr>
        <p:spPr>
          <a:xfrm>
            <a:off x="2572972" y="1397675"/>
            <a:ext cx="774530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noProof="0" dirty="0"/>
              <a:t>Depending on the reaction time needed, five classes are available on the market (IEC 60127-1 standard):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noProof="0" dirty="0"/>
              <a:t>FF: very quick acting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b="1" noProof="0" dirty="0"/>
              <a:t>F: quick acting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noProof="0" dirty="0"/>
              <a:t>M: medium time-lag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b="1" noProof="0" dirty="0"/>
              <a:t>T: time-lag / time delay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noProof="0" dirty="0"/>
              <a:t>TT: long time-lag</a:t>
            </a:r>
          </a:p>
        </p:txBody>
      </p:sp>
      <p:graphicFrame>
        <p:nvGraphicFramePr>
          <p:cNvPr id="24" name="Tableau 23">
            <a:extLst>
              <a:ext uri="{FF2B5EF4-FFF2-40B4-BE49-F238E27FC236}">
                <a16:creationId xmlns:a16="http://schemas.microsoft.com/office/drawing/2014/main" id="{DF116410-63C1-9191-420C-EDC6659D51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5928596"/>
              </p:ext>
            </p:extLst>
          </p:nvPr>
        </p:nvGraphicFramePr>
        <p:xfrm>
          <a:off x="3056375" y="3944129"/>
          <a:ext cx="8128000" cy="1559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2778450557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5978012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A" noProof="0" dirty="0">
                          <a:solidFill>
                            <a:schemeClr val="tx1"/>
                          </a:solidFill>
                        </a:rPr>
                        <a:t>Fast acting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A" noProof="0" dirty="0">
                          <a:solidFill>
                            <a:schemeClr val="tx1"/>
                          </a:solidFill>
                        </a:rPr>
                        <a:t>Time lag / time delay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58157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CA" noProof="0" dirty="0">
                          <a:solidFill>
                            <a:schemeClr val="tx1"/>
                          </a:solidFill>
                        </a:rPr>
                        <a:t>No intentional time-delay feature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CA" noProof="0" dirty="0">
                          <a:solidFill>
                            <a:schemeClr val="tx1"/>
                          </a:solidFill>
                        </a:rPr>
                        <a:t>Fast acting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CA" noProof="0" dirty="0">
                          <a:solidFill>
                            <a:schemeClr val="tx1"/>
                          </a:solidFill>
                        </a:rPr>
                        <a:t>Hundreds of milliseconds acting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CA" noProof="0" dirty="0">
                          <a:solidFill>
                            <a:schemeClr val="tx1"/>
                          </a:solidFill>
                        </a:rPr>
                        <a:t>Non inductive loads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CA" noProof="0" dirty="0">
                          <a:solidFill>
                            <a:schemeClr val="tx1"/>
                          </a:solidFill>
                        </a:rPr>
                        <a:t>Few seconds delay (motor start …)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CA" noProof="0" dirty="0">
                          <a:solidFill>
                            <a:schemeClr val="tx1"/>
                          </a:solidFill>
                        </a:rPr>
                        <a:t>Motor and general protection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42243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4754623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092F4-8CAF-23B4-5AC5-27A8D226C1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FCCBED85-E7F9-8349-4C37-A8B2F6DEE354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ZoneTexte 4">
            <a:extLst>
              <a:ext uri="{FF2B5EF4-FFF2-40B4-BE49-F238E27FC236}">
                <a16:creationId xmlns:a16="http://schemas.microsoft.com/office/drawing/2014/main" id="{D7220A14-EAFF-0C9D-2B7C-E5DDE83CF1F4}"/>
              </a:ext>
            </a:extLst>
          </p:cNvPr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Protections</a:t>
            </a:r>
          </a:p>
          <a:p>
            <a:r>
              <a:rPr lang="en-US" b="1" dirty="0">
                <a:solidFill>
                  <a:schemeClr val="accent3"/>
                </a:solidFill>
              </a:rPr>
              <a:t>Fuses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B21C3DB-B8EE-FDE8-4430-C2BD9F509872}"/>
              </a:ext>
            </a:extLst>
          </p:cNvPr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B5D67A-0197-FCF5-2488-23DBBF29E6C3}"/>
              </a:ext>
            </a:extLst>
          </p:cNvPr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A49DC8BF-DC79-751D-B84C-BC84B454169B}"/>
              </a:ext>
            </a:extLst>
          </p:cNvPr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NTC thermistors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3B265CBF-9EB5-5EA8-1433-6A46AEDECCEE}"/>
              </a:ext>
            </a:extLst>
          </p:cNvPr>
          <p:cNvSpPr txBox="1"/>
          <p:nvPr/>
        </p:nvSpPr>
        <p:spPr>
          <a:xfrm>
            <a:off x="2307075" y="6118969"/>
            <a:ext cx="754578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A" sz="1400" i="1" noProof="0" dirty="0"/>
              <a:t>Technical Note ELX1247 (Eaton</a:t>
            </a:r>
            <a:r>
              <a:rPr lang="en-CA" sz="1400" i="1" dirty="0"/>
              <a:t>) + NTC Inrush Current Limiters Application notes (TDK)</a:t>
            </a:r>
            <a:endParaRPr lang="en-CA" sz="1400" i="1" noProof="0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130AB1B1-F9DB-B33C-CFD5-6ED10A039699}"/>
              </a:ext>
            </a:extLst>
          </p:cNvPr>
          <p:cNvSpPr txBox="1"/>
          <p:nvPr/>
        </p:nvSpPr>
        <p:spPr>
          <a:xfrm>
            <a:off x="2445625" y="1338318"/>
            <a:ext cx="32027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noProof="0" dirty="0"/>
              <a:t>NTC : Negative Temperature Coefficient</a:t>
            </a:r>
          </a:p>
          <a:p>
            <a:endParaRPr lang="en-CA" dirty="0"/>
          </a:p>
          <a:p>
            <a:r>
              <a:rPr lang="en-US" dirty="0"/>
              <a:t>Commonly referred to as Inrush Current Limiters (ICLs)</a:t>
            </a:r>
            <a:endParaRPr lang="en-CA" noProof="0" dirty="0"/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3B0F3231-FC70-4140-5D7E-11F8CA2DD5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3281" y="90391"/>
            <a:ext cx="1472719" cy="1166909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5C878FCB-72C5-D8E0-0FE7-88BF753C88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9964" y="3062014"/>
            <a:ext cx="5985445" cy="2832344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C9BF9529-C783-57BF-52FB-E66E675293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5363" y="1050962"/>
            <a:ext cx="3486637" cy="5068007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C0944C28-770F-950F-5E32-68C97DF384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48326" y="1176278"/>
            <a:ext cx="3057038" cy="2084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135450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1C2390-5302-5FCC-C15D-52A3E3ADD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C34CB4E4-E435-608F-07FD-466D907BCEE5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ZoneTexte 4">
            <a:extLst>
              <a:ext uri="{FF2B5EF4-FFF2-40B4-BE49-F238E27FC236}">
                <a16:creationId xmlns:a16="http://schemas.microsoft.com/office/drawing/2014/main" id="{A1832AE9-C45B-026B-8819-4FA6C35E604F}"/>
              </a:ext>
            </a:extLst>
          </p:cNvPr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Protections</a:t>
            </a:r>
          </a:p>
          <a:p>
            <a:r>
              <a:rPr lang="en-US" b="1" dirty="0">
                <a:solidFill>
                  <a:schemeClr val="accent3"/>
                </a:solidFill>
              </a:rPr>
              <a:t>Fuses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4E3DE05-FF33-654F-7F3F-8B9FB5CDCCAD}"/>
              </a:ext>
            </a:extLst>
          </p:cNvPr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D18467E-F711-6454-2A36-F3963AE56A15}"/>
              </a:ext>
            </a:extLst>
          </p:cNvPr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C8310AAD-8E5D-2D5C-E287-FC848B0F745B}"/>
              </a:ext>
            </a:extLst>
          </p:cNvPr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PTC thermistors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3F9F5418-363C-F875-8511-E9C6A08F9979}"/>
              </a:ext>
            </a:extLst>
          </p:cNvPr>
          <p:cNvSpPr txBox="1"/>
          <p:nvPr/>
        </p:nvSpPr>
        <p:spPr>
          <a:xfrm>
            <a:off x="2307075" y="6195053"/>
            <a:ext cx="79989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A" sz="1400" i="1" dirty="0"/>
              <a:t>PTC Thermistors Application notes (TDK)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2EF674B9-FF6E-37BE-6848-4BFDF4B6A534}"/>
              </a:ext>
            </a:extLst>
          </p:cNvPr>
          <p:cNvSpPr txBox="1"/>
          <p:nvPr/>
        </p:nvSpPr>
        <p:spPr>
          <a:xfrm>
            <a:off x="2445625" y="1338318"/>
            <a:ext cx="32027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noProof="0" dirty="0"/>
              <a:t>PTC : Positive Temperature Coefficient</a:t>
            </a:r>
          </a:p>
          <a:p>
            <a:endParaRPr lang="en-CA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Overcurrent protection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/>
              <a:t>Temperature sensing</a:t>
            </a:r>
            <a:endParaRPr lang="en-CA" noProof="0" dirty="0"/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B848AE12-AB44-565B-8F4E-252B4EAF21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3281" y="90391"/>
            <a:ext cx="1472719" cy="1166909"/>
          </a:xfrm>
          <a:prstGeom prst="rect">
            <a:avLst/>
          </a:prstGeom>
        </p:spPr>
      </p:pic>
      <p:grpSp>
        <p:nvGrpSpPr>
          <p:cNvPr id="13" name="Groupe 12">
            <a:extLst>
              <a:ext uri="{FF2B5EF4-FFF2-40B4-BE49-F238E27FC236}">
                <a16:creationId xmlns:a16="http://schemas.microsoft.com/office/drawing/2014/main" id="{A45779E7-067B-594A-1F77-68B7047C2A72}"/>
              </a:ext>
            </a:extLst>
          </p:cNvPr>
          <p:cNvGrpSpPr/>
          <p:nvPr/>
        </p:nvGrpSpPr>
        <p:grpSpPr>
          <a:xfrm>
            <a:off x="3092662" y="3970341"/>
            <a:ext cx="5611136" cy="2084982"/>
            <a:chOff x="2852409" y="3898544"/>
            <a:chExt cx="4653633" cy="1583144"/>
          </a:xfrm>
        </p:grpSpPr>
        <p:pic>
          <p:nvPicPr>
            <p:cNvPr id="7" name="Image 6">
              <a:extLst>
                <a:ext uri="{FF2B5EF4-FFF2-40B4-BE49-F238E27FC236}">
                  <a16:creationId xmlns:a16="http://schemas.microsoft.com/office/drawing/2014/main" id="{532DA0ED-9322-2EAF-03A4-01860417D62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69724"/>
            <a:stretch>
              <a:fillRect/>
            </a:stretch>
          </p:blipFill>
          <p:spPr>
            <a:xfrm>
              <a:off x="2852409" y="3898544"/>
              <a:ext cx="1681491" cy="1324160"/>
            </a:xfrm>
            <a:prstGeom prst="rect">
              <a:avLst/>
            </a:prstGeom>
          </p:spPr>
        </p:pic>
        <p:pic>
          <p:nvPicPr>
            <p:cNvPr id="12" name="Image 11">
              <a:extLst>
                <a:ext uri="{FF2B5EF4-FFF2-40B4-BE49-F238E27FC236}">
                  <a16:creationId xmlns:a16="http://schemas.microsoft.com/office/drawing/2014/main" id="{D294962C-0830-5464-8671-6829F737062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8645"/>
            <a:stretch>
              <a:fillRect/>
            </a:stretch>
          </p:blipFill>
          <p:spPr>
            <a:xfrm>
              <a:off x="4653887" y="4157528"/>
              <a:ext cx="2852155" cy="1324160"/>
            </a:xfrm>
            <a:prstGeom prst="rect">
              <a:avLst/>
            </a:prstGeom>
          </p:spPr>
        </p:pic>
      </p:grpSp>
      <p:pic>
        <p:nvPicPr>
          <p:cNvPr id="16" name="Image 15">
            <a:extLst>
              <a:ext uri="{FF2B5EF4-FFF2-40B4-BE49-F238E27FC236}">
                <a16:creationId xmlns:a16="http://schemas.microsoft.com/office/drawing/2014/main" id="{AD67B29B-EA83-5B32-48A1-3131E8BA41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2950" y="794818"/>
            <a:ext cx="5229793" cy="3264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447967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D71835-3AF6-39E5-2B84-5499707D6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04152A60-FAC1-739B-59A4-5D421DA57A55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ZoneTexte 4">
            <a:extLst>
              <a:ext uri="{FF2B5EF4-FFF2-40B4-BE49-F238E27FC236}">
                <a16:creationId xmlns:a16="http://schemas.microsoft.com/office/drawing/2014/main" id="{90627C84-D55E-F528-7F44-F5CA79C4F415}"/>
              </a:ext>
            </a:extLst>
          </p:cNvPr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Protections</a:t>
            </a:r>
          </a:p>
          <a:p>
            <a:r>
              <a:rPr lang="en-US" b="1" dirty="0">
                <a:solidFill>
                  <a:schemeClr val="accent3"/>
                </a:solidFill>
              </a:rPr>
              <a:t>Fuses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EFEF506-4580-AFCE-5384-EC0056D386F0}"/>
              </a:ext>
            </a:extLst>
          </p:cNvPr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DBCD78-5342-FB87-4B52-8B9E53DDB90F}"/>
              </a:ext>
            </a:extLst>
          </p:cNvPr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41C410DD-AC2E-AFA3-E3AD-7C29D6B091AC}"/>
              </a:ext>
            </a:extLst>
          </p:cNvPr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PPTC thermistors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59C4ABFC-0B0E-BD25-0399-D8EC0F0D802B}"/>
              </a:ext>
            </a:extLst>
          </p:cNvPr>
          <p:cNvSpPr txBox="1"/>
          <p:nvPr/>
        </p:nvSpPr>
        <p:spPr>
          <a:xfrm>
            <a:off x="1622220" y="6249998"/>
            <a:ext cx="95853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A" sz="1400" i="1" dirty="0"/>
              <a:t>Application notes K1467 (Bourns) + </a:t>
            </a:r>
            <a:r>
              <a:rPr lang="en-US" sz="1400" i="1" dirty="0"/>
              <a:t>POLY-FUSE® and </a:t>
            </a:r>
            <a:r>
              <a:rPr lang="en-US" sz="1400" i="1" dirty="0" err="1"/>
              <a:t>PolySwitch</a:t>
            </a:r>
            <a:r>
              <a:rPr lang="en-US" sz="1400" i="1" dirty="0"/>
              <a:t>® SMD PPTC Application (</a:t>
            </a:r>
            <a:r>
              <a:rPr lang="en-US" sz="1400" i="1" dirty="0" err="1"/>
              <a:t>Littlefuse</a:t>
            </a:r>
            <a:r>
              <a:rPr lang="en-US" sz="1400" i="1" dirty="0"/>
              <a:t>)</a:t>
            </a:r>
          </a:p>
          <a:p>
            <a:pPr algn="ctr"/>
            <a:r>
              <a:rPr lang="en-US" sz="1400" i="1" noProof="0" dirty="0"/>
              <a:t>+ </a:t>
            </a:r>
            <a:r>
              <a:rPr lang="en-US" sz="1400" i="1" dirty="0"/>
              <a:t>Applications of PPTC in Circuit Protections (Yageo)</a:t>
            </a:r>
            <a:endParaRPr lang="en-CA" sz="1400" i="1" noProof="0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9C545AF4-D7D6-E30F-A49A-2DB3803C6F1B}"/>
              </a:ext>
            </a:extLst>
          </p:cNvPr>
          <p:cNvSpPr txBox="1"/>
          <p:nvPr/>
        </p:nvSpPr>
        <p:spPr>
          <a:xfrm>
            <a:off x="2445625" y="1338318"/>
            <a:ext cx="32027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noProof="0" dirty="0"/>
              <a:t>PPTC : Polymeric Positive Temperature Coefficient</a:t>
            </a:r>
          </a:p>
          <a:p>
            <a:endParaRPr lang="en-CA" dirty="0"/>
          </a:p>
          <a:p>
            <a:r>
              <a:rPr lang="en-CA" dirty="0"/>
              <a:t>Also known as </a:t>
            </a:r>
            <a:r>
              <a:rPr lang="en-CA" b="1" u="sng" dirty="0"/>
              <a:t>polyfuse</a:t>
            </a: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19E72F43-363B-B982-1E67-E4B9E4E834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3281" y="90391"/>
            <a:ext cx="1472719" cy="1166909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2175F017-46D1-5EE4-6C2B-0941792939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3829" y="431254"/>
            <a:ext cx="4953691" cy="2800741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25044C52-9B55-1B99-6AB3-A7F3B99627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3597" y="1501522"/>
            <a:ext cx="1381318" cy="1095528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A7D36F6C-B1EB-A62A-D4C4-3DCC3F0FA4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9563" y="3775699"/>
            <a:ext cx="5017957" cy="1074305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1A0A726F-050B-990E-3A09-2919C3B3223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9227" r="6372" b="13042"/>
          <a:stretch>
            <a:fillRect/>
          </a:stretch>
        </p:blipFill>
        <p:spPr>
          <a:xfrm>
            <a:off x="2517052" y="3429000"/>
            <a:ext cx="4052928" cy="2456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478759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304D7A-CB49-010E-5055-4319B10CB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DFEFEBE-386B-A284-A932-1AD557353C5B}"/>
              </a:ext>
            </a:extLst>
          </p:cNvPr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AFB07AA-C72D-EECB-E336-BC2716805E91}"/>
              </a:ext>
            </a:extLst>
          </p:cNvPr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F257E437-7CA9-F412-3F86-610466D24EB7}"/>
              </a:ext>
            </a:extLst>
          </p:cNvPr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TVS diode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7DFCC0AA-CAC1-BCFB-578B-DA450B97879A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ZoneTexte 9">
            <a:extLst>
              <a:ext uri="{FF2B5EF4-FFF2-40B4-BE49-F238E27FC236}">
                <a16:creationId xmlns:a16="http://schemas.microsoft.com/office/drawing/2014/main" id="{95B72AB9-9A38-B2BF-6658-5E9F9C348FE6}"/>
              </a:ext>
            </a:extLst>
          </p:cNvPr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rgbClr val="FF0000"/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451FF27A-2F11-D4A7-E596-C76FE96FDA95}"/>
              </a:ext>
            </a:extLst>
          </p:cNvPr>
          <p:cNvSpPr txBox="1"/>
          <p:nvPr/>
        </p:nvSpPr>
        <p:spPr>
          <a:xfrm>
            <a:off x="5757945" y="6249998"/>
            <a:ext cx="247996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i="1" dirty="0"/>
              <a:t>ANP143 (Würth </a:t>
            </a:r>
            <a:r>
              <a:rPr lang="fr-FR" sz="1400" i="1" dirty="0" err="1"/>
              <a:t>Elektronik</a:t>
            </a:r>
            <a:r>
              <a:rPr lang="fr-FR" sz="1400" i="1" dirty="0"/>
              <a:t>) 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741CA38A-C3AE-E48B-60CC-7F23D0ED87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7523" y="1094552"/>
            <a:ext cx="8920602" cy="4575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6675936"/>
      </p:ext>
    </p:extLst>
  </p:cSld>
  <p:clrMapOvr>
    <a:masterClrMapping/>
  </p:clrMapOvr>
</p:sld>
</file>

<file path=ppt/theme/theme1.xml><?xml version="1.0" encoding="utf-8"?>
<a:theme xmlns:a="http://schemas.openxmlformats.org/drawingml/2006/main" name="1_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13922</TotalTime>
  <Words>1517</Words>
  <Application>Microsoft Office PowerPoint</Application>
  <PresentationFormat>Grand écran</PresentationFormat>
  <Paragraphs>744</Paragraphs>
  <Slides>46</Slides>
  <Notes>4</Notes>
  <HiddenSlides>0</HiddenSlides>
  <MMClips>0</MMClips>
  <ScaleCrop>false</ScaleCrop>
  <HeadingPairs>
    <vt:vector size="8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3</vt:i4>
      </vt:variant>
      <vt:variant>
        <vt:lpstr>Serveurs OLE incorporés</vt:lpstr>
      </vt:variant>
      <vt:variant>
        <vt:i4>3</vt:i4>
      </vt:variant>
      <vt:variant>
        <vt:lpstr>Titres des diapositives</vt:lpstr>
      </vt:variant>
      <vt:variant>
        <vt:i4>46</vt:i4>
      </vt:variant>
    </vt:vector>
  </HeadingPairs>
  <TitlesOfParts>
    <vt:vector size="60" baseType="lpstr">
      <vt:lpstr>Arial</vt:lpstr>
      <vt:lpstr>Calibri</vt:lpstr>
      <vt:lpstr>Cambria Math</vt:lpstr>
      <vt:lpstr>Myriad Pro</vt:lpstr>
      <vt:lpstr>Symbol</vt:lpstr>
      <vt:lpstr>Times</vt:lpstr>
      <vt:lpstr>Times New Roman</vt:lpstr>
      <vt:lpstr>Wingdings</vt:lpstr>
      <vt:lpstr>1_Thème Office</vt:lpstr>
      <vt:lpstr>Thème Office</vt:lpstr>
      <vt:lpstr>2_Thème Office</vt:lpstr>
      <vt:lpstr>Image</vt:lpstr>
      <vt:lpstr>Equation</vt:lpstr>
      <vt:lpstr>Équation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ENERGEN ENERGEN</dc:creator>
  <cp:lastModifiedBy>Alexis MARTIN</cp:lastModifiedBy>
  <cp:revision>165</cp:revision>
  <dcterms:created xsi:type="dcterms:W3CDTF">2021-03-25T13:34:06Z</dcterms:created>
  <dcterms:modified xsi:type="dcterms:W3CDTF">2026-06-04T08:09:43Z</dcterms:modified>
</cp:coreProperties>
</file>