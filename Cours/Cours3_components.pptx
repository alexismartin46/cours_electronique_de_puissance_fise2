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64" r:id="rId3"/>
  </p:sldMasterIdLst>
  <p:notesMasterIdLst>
    <p:notesMasterId r:id="rId62"/>
  </p:notesMasterIdLst>
  <p:sldIdLst>
    <p:sldId id="257" r:id="rId4"/>
    <p:sldId id="256" r:id="rId5"/>
    <p:sldId id="258" r:id="rId6"/>
    <p:sldId id="263" r:id="rId7"/>
    <p:sldId id="264" r:id="rId8"/>
    <p:sldId id="339" r:id="rId9"/>
    <p:sldId id="334" r:id="rId10"/>
    <p:sldId id="338" r:id="rId11"/>
    <p:sldId id="340" r:id="rId12"/>
    <p:sldId id="343" r:id="rId13"/>
    <p:sldId id="341" r:id="rId14"/>
    <p:sldId id="342" r:id="rId15"/>
    <p:sldId id="266" r:id="rId16"/>
    <p:sldId id="344" r:id="rId17"/>
    <p:sldId id="265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345" r:id="rId31"/>
    <p:sldId id="348" r:id="rId32"/>
    <p:sldId id="349" r:id="rId33"/>
    <p:sldId id="346" r:id="rId34"/>
    <p:sldId id="347" r:id="rId35"/>
    <p:sldId id="285" r:id="rId36"/>
    <p:sldId id="279" r:id="rId37"/>
    <p:sldId id="280" r:id="rId38"/>
    <p:sldId id="281" r:id="rId39"/>
    <p:sldId id="288" r:id="rId40"/>
    <p:sldId id="289" r:id="rId41"/>
    <p:sldId id="290" r:id="rId42"/>
    <p:sldId id="324" r:id="rId43"/>
    <p:sldId id="325" r:id="rId44"/>
    <p:sldId id="326" r:id="rId45"/>
    <p:sldId id="298" r:id="rId46"/>
    <p:sldId id="299" r:id="rId47"/>
    <p:sldId id="300" r:id="rId48"/>
    <p:sldId id="304" r:id="rId49"/>
    <p:sldId id="333" r:id="rId50"/>
    <p:sldId id="305" r:id="rId51"/>
    <p:sldId id="307" r:id="rId52"/>
    <p:sldId id="332" r:id="rId53"/>
    <p:sldId id="318" r:id="rId54"/>
    <p:sldId id="320" r:id="rId55"/>
    <p:sldId id="330" r:id="rId56"/>
    <p:sldId id="331" r:id="rId57"/>
    <p:sldId id="321" r:id="rId58"/>
    <p:sldId id="328" r:id="rId59"/>
    <p:sldId id="329" r:id="rId60"/>
    <p:sldId id="327" r:id="rId6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9C5D0A-3BAA-42D1-AE18-9C028AD3EDEB}" v="578" dt="2026-06-25T13:45:32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89781" autoAdjust="0"/>
  </p:normalViewPr>
  <p:slideViewPr>
    <p:cSldViewPr snapToGrid="0">
      <p:cViewPr varScale="1">
        <p:scale>
          <a:sx n="61" d="100"/>
          <a:sy n="61" d="100"/>
        </p:scale>
        <p:origin x="1176" y="78"/>
      </p:cViewPr>
      <p:guideLst/>
    </p:cSldViewPr>
  </p:slideViewPr>
  <p:outlineViewPr>
    <p:cViewPr>
      <p:scale>
        <a:sx n="33" d="100"/>
        <a:sy n="33" d="100"/>
      </p:scale>
      <p:origin x="0" y="-286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microsoft.com/office/2016/11/relationships/changesInfo" Target="changesInfos/changesInfo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MARTIN" userId="ec32c3d9-5957-42d0-8757-996fd533d25b" providerId="ADAL" clId="{B76BE869-635B-4DC9-A437-AFDC8BC5A345}"/>
    <pc:docChg chg="undo redo custSel addSld delSld modSld sldOrd">
      <pc:chgData name="Alexis MARTIN" userId="ec32c3d9-5957-42d0-8757-996fd533d25b" providerId="ADAL" clId="{B76BE869-635B-4DC9-A437-AFDC8BC5A345}" dt="2026-06-25T13:45:32.148" v="5862" actId="164"/>
      <pc:docMkLst>
        <pc:docMk/>
      </pc:docMkLst>
      <pc:sldChg chg="modSp mod">
        <pc:chgData name="Alexis MARTIN" userId="ec32c3d9-5957-42d0-8757-996fd533d25b" providerId="ADAL" clId="{B76BE869-635B-4DC9-A437-AFDC8BC5A345}" dt="2026-06-24T14:13:48.613" v="2832" actId="20577"/>
        <pc:sldMkLst>
          <pc:docMk/>
          <pc:sldMk cId="2482507123" sldId="256"/>
        </pc:sldMkLst>
        <pc:spChg chg="mod">
          <ac:chgData name="Alexis MARTIN" userId="ec32c3d9-5957-42d0-8757-996fd533d25b" providerId="ADAL" clId="{B76BE869-635B-4DC9-A437-AFDC8BC5A345}" dt="2026-06-24T14:13:48.613" v="2832" actId="20577"/>
          <ac:spMkLst>
            <pc:docMk/>
            <pc:sldMk cId="2482507123" sldId="256"/>
            <ac:spMk id="13" creationId="{00000000-0000-0000-0000-000000000000}"/>
          </ac:spMkLst>
        </pc:spChg>
      </pc:sldChg>
      <pc:sldChg chg="modSp">
        <pc:chgData name="Alexis MARTIN" userId="ec32c3d9-5957-42d0-8757-996fd533d25b" providerId="ADAL" clId="{B76BE869-635B-4DC9-A437-AFDC8BC5A345}" dt="2026-06-04T12:20:46.651" v="2603"/>
        <pc:sldMkLst>
          <pc:docMk/>
          <pc:sldMk cId="2942995804" sldId="258"/>
        </pc:sldMkLst>
        <pc:spChg chg="mod">
          <ac:chgData name="Alexis MARTIN" userId="ec32c3d9-5957-42d0-8757-996fd533d25b" providerId="ADAL" clId="{B76BE869-635B-4DC9-A437-AFDC8BC5A345}" dt="2026-06-04T12:20:46.651" v="2603"/>
          <ac:spMkLst>
            <pc:docMk/>
            <pc:sldMk cId="2942995804" sldId="258"/>
            <ac:spMk id="9" creationId="{00000000-0000-0000-0000-000000000000}"/>
          </ac:spMkLst>
        </pc:spChg>
      </pc:sldChg>
      <pc:sldChg chg="addSp modSp mod modAnim">
        <pc:chgData name="Alexis MARTIN" userId="ec32c3d9-5957-42d0-8757-996fd533d25b" providerId="ADAL" clId="{B76BE869-635B-4DC9-A437-AFDC8BC5A345}" dt="2026-06-24T15:57:04.530" v="3921" actId="1076"/>
        <pc:sldMkLst>
          <pc:docMk/>
          <pc:sldMk cId="2197767199" sldId="263"/>
        </pc:sldMkLst>
        <pc:spChg chg="mod">
          <ac:chgData name="Alexis MARTIN" userId="ec32c3d9-5957-42d0-8757-996fd533d25b" providerId="ADAL" clId="{B76BE869-635B-4DC9-A437-AFDC8BC5A345}" dt="2026-06-24T15:51:54.762" v="3769" actId="1076"/>
          <ac:spMkLst>
            <pc:docMk/>
            <pc:sldMk cId="2197767199" sldId="263"/>
            <ac:spMk id="2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5:51:54.762" v="3769" actId="1076"/>
          <ac:spMkLst>
            <pc:docMk/>
            <pc:sldMk cId="2197767199" sldId="263"/>
            <ac:spMk id="3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1:46.180" v="2779" actId="20577"/>
          <ac:spMkLst>
            <pc:docMk/>
            <pc:sldMk cId="2197767199" sldId="263"/>
            <ac:spMk id="4" creationId="{00000000-0000-0000-0000-000000000000}"/>
          </ac:spMkLst>
        </pc:spChg>
        <pc:spChg chg="add mod">
          <ac:chgData name="Alexis MARTIN" userId="ec32c3d9-5957-42d0-8757-996fd533d25b" providerId="ADAL" clId="{B76BE869-635B-4DC9-A437-AFDC8BC5A345}" dt="2026-06-24T15:57:04.530" v="3921" actId="1076"/>
          <ac:spMkLst>
            <pc:docMk/>
            <pc:sldMk cId="2197767199" sldId="263"/>
            <ac:spMk id="6" creationId="{7A95A279-691C-425A-CBE7-5020DA46DED0}"/>
          </ac:spMkLst>
        </pc:spChg>
        <pc:spChg chg="mod">
          <ac:chgData name="Alexis MARTIN" userId="ec32c3d9-5957-42d0-8757-996fd533d25b" providerId="ADAL" clId="{B76BE869-635B-4DC9-A437-AFDC8BC5A345}" dt="2026-06-24T15:57:00.701" v="3920" actId="1076"/>
          <ac:spMkLst>
            <pc:docMk/>
            <pc:sldMk cId="2197767199" sldId="263"/>
            <ac:spMk id="25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1:42.161" v="2771" actId="20577"/>
          <ac:spMkLst>
            <pc:docMk/>
            <pc:sldMk cId="2197767199" sldId="263"/>
            <ac:spMk id="28" creationId="{00000000-0000-0000-0000-000000000000}"/>
          </ac:spMkLst>
        </pc:spChg>
        <pc:graphicFrameChg chg="mod">
          <ac:chgData name="Alexis MARTIN" userId="ec32c3d9-5957-42d0-8757-996fd533d25b" providerId="ADAL" clId="{B76BE869-635B-4DC9-A437-AFDC8BC5A345}" dt="2026-06-24T15:51:49.248" v="3768" actId="1076"/>
          <ac:graphicFrameMkLst>
            <pc:docMk/>
            <pc:sldMk cId="2197767199" sldId="263"/>
            <ac:graphicFrameMk id="22" creationId="{00000000-0000-0000-0000-000000000000}"/>
          </ac:graphicFrameMkLst>
        </pc:graphicFrameChg>
        <pc:graphicFrameChg chg="mod">
          <ac:chgData name="Alexis MARTIN" userId="ec32c3d9-5957-42d0-8757-996fd533d25b" providerId="ADAL" clId="{B76BE869-635B-4DC9-A437-AFDC8BC5A345}" dt="2026-06-24T15:51:54.762" v="3769" actId="1076"/>
          <ac:graphicFrameMkLst>
            <pc:docMk/>
            <pc:sldMk cId="2197767199" sldId="263"/>
            <ac:graphicFrameMk id="23" creationId="{00000000-0000-0000-0000-000000000000}"/>
          </ac:graphicFrameMkLst>
        </pc:graphicFrameChg>
        <pc:graphicFrameChg chg="mod">
          <ac:chgData name="Alexis MARTIN" userId="ec32c3d9-5957-42d0-8757-996fd533d25b" providerId="ADAL" clId="{B76BE869-635B-4DC9-A437-AFDC8BC5A345}" dt="2026-06-24T15:51:54.762" v="3769" actId="1076"/>
          <ac:graphicFrameMkLst>
            <pc:docMk/>
            <pc:sldMk cId="2197767199" sldId="263"/>
            <ac:graphicFrameMk id="24" creationId="{00000000-0000-0000-0000-000000000000}"/>
          </ac:graphicFrameMkLst>
        </pc:graphicFrameChg>
      </pc:sldChg>
      <pc:sldChg chg="addSp delSp modSp mod ord">
        <pc:chgData name="Alexis MARTIN" userId="ec32c3d9-5957-42d0-8757-996fd533d25b" providerId="ADAL" clId="{B76BE869-635B-4DC9-A437-AFDC8BC5A345}" dt="2026-06-24T14:21:00.443" v="2978" actId="732"/>
        <pc:sldMkLst>
          <pc:docMk/>
          <pc:sldMk cId="2084596703" sldId="264"/>
        </pc:sldMkLst>
        <pc:spChg chg="add mod">
          <ac:chgData name="Alexis MARTIN" userId="ec32c3d9-5957-42d0-8757-996fd533d25b" providerId="ADAL" clId="{B76BE869-635B-4DC9-A437-AFDC8BC5A345}" dt="2026-06-24T14:18:19.506" v="2936" actId="113"/>
          <ac:spMkLst>
            <pc:docMk/>
            <pc:sldMk cId="2084596703" sldId="264"/>
            <ac:spMk id="2" creationId="{5CE068FC-96B6-9D45-5509-36B2382F52CC}"/>
          </ac:spMkLst>
        </pc:spChg>
        <pc:spChg chg="mod">
          <ac:chgData name="Alexis MARTIN" userId="ec32c3d9-5957-42d0-8757-996fd533d25b" providerId="ADAL" clId="{B76BE869-635B-4DC9-A437-AFDC8BC5A345}" dt="2026-06-24T14:17:25.977" v="2878" actId="1076"/>
          <ac:spMkLst>
            <pc:docMk/>
            <pc:sldMk cId="2084596703" sldId="264"/>
            <ac:spMk id="10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7:25.977" v="2878" actId="1076"/>
          <ac:spMkLst>
            <pc:docMk/>
            <pc:sldMk cId="2084596703" sldId="264"/>
            <ac:spMk id="11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7:25.977" v="2878" actId="1076"/>
          <ac:spMkLst>
            <pc:docMk/>
            <pc:sldMk cId="2084596703" sldId="264"/>
            <ac:spMk id="12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7:25.977" v="2878" actId="1076"/>
          <ac:spMkLst>
            <pc:docMk/>
            <pc:sldMk cId="2084596703" sldId="264"/>
            <ac:spMk id="13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7:25.977" v="2878" actId="1076"/>
          <ac:spMkLst>
            <pc:docMk/>
            <pc:sldMk cId="2084596703" sldId="264"/>
            <ac:spMk id="14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7:25.977" v="2878" actId="1076"/>
          <ac:spMkLst>
            <pc:docMk/>
            <pc:sldMk cId="2084596703" sldId="264"/>
            <ac:spMk id="15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1:55.409" v="2780"/>
          <ac:spMkLst>
            <pc:docMk/>
            <pc:sldMk cId="2084596703" sldId="264"/>
            <ac:spMk id="16" creationId="{00000000-0000-0000-0000-000000000000}"/>
          </ac:spMkLst>
        </pc:spChg>
        <pc:spChg chg="add mod">
          <ac:chgData name="Alexis MARTIN" userId="ec32c3d9-5957-42d0-8757-996fd533d25b" providerId="ADAL" clId="{B76BE869-635B-4DC9-A437-AFDC8BC5A345}" dt="2026-06-24T14:20:19.165" v="2976" actId="1076"/>
          <ac:spMkLst>
            <pc:docMk/>
            <pc:sldMk cId="2084596703" sldId="264"/>
            <ac:spMk id="19" creationId="{27B3A14D-617F-1368-8E39-E2B7B20C55F3}"/>
          </ac:spMkLst>
        </pc:spChg>
        <pc:grpChg chg="mod">
          <ac:chgData name="Alexis MARTIN" userId="ec32c3d9-5957-42d0-8757-996fd533d25b" providerId="ADAL" clId="{B76BE869-635B-4DC9-A437-AFDC8BC5A345}" dt="2026-06-24T14:17:25.977" v="2878" actId="1076"/>
          <ac:grpSpMkLst>
            <pc:docMk/>
            <pc:sldMk cId="2084596703" sldId="264"/>
            <ac:grpSpMk id="7" creationId="{00000000-0000-0000-0000-000000000000}"/>
          </ac:grpSpMkLst>
        </pc:grpChg>
        <pc:graphicFrameChg chg="del mod">
          <ac:chgData name="Alexis MARTIN" userId="ec32c3d9-5957-42d0-8757-996fd533d25b" providerId="ADAL" clId="{B76BE869-635B-4DC9-A437-AFDC8BC5A345}" dt="2026-06-24T14:19:22.485" v="2937" actId="478"/>
          <ac:graphicFrameMkLst>
            <pc:docMk/>
            <pc:sldMk cId="2084596703" sldId="264"/>
            <ac:graphicFrameMk id="6" creationId="{00000000-0000-0000-0000-000000000000}"/>
          </ac:graphicFrameMkLst>
        </pc:graphicFrameChg>
        <pc:picChg chg="add mod modCrop">
          <ac:chgData name="Alexis MARTIN" userId="ec32c3d9-5957-42d0-8757-996fd533d25b" providerId="ADAL" clId="{B76BE869-635B-4DC9-A437-AFDC8BC5A345}" dt="2026-06-24T14:21:00.443" v="2978" actId="732"/>
          <ac:picMkLst>
            <pc:docMk/>
            <pc:sldMk cId="2084596703" sldId="264"/>
            <ac:picMk id="17" creationId="{55164B0C-FB75-16CC-EA88-8B896732B820}"/>
          </ac:picMkLst>
        </pc:picChg>
      </pc:sldChg>
      <pc:sldChg chg="add del">
        <pc:chgData name="Alexis MARTIN" userId="ec32c3d9-5957-42d0-8757-996fd533d25b" providerId="ADAL" clId="{B76BE869-635B-4DC9-A437-AFDC8BC5A345}" dt="2026-06-24T15:47:23.178" v="3763" actId="2696"/>
        <pc:sldMkLst>
          <pc:docMk/>
          <pc:sldMk cId="223804819" sldId="265"/>
        </pc:sldMkLst>
      </pc:sldChg>
      <pc:sldChg chg="addSp delSp modSp del mod">
        <pc:chgData name="Alexis MARTIN" userId="ec32c3d9-5957-42d0-8757-996fd533d25b" providerId="ADAL" clId="{B76BE869-635B-4DC9-A437-AFDC8BC5A345}" dt="2026-06-24T15:47:06.447" v="3761" actId="2696"/>
        <pc:sldMkLst>
          <pc:docMk/>
          <pc:sldMk cId="2710659598" sldId="265"/>
        </pc:sldMkLst>
        <pc:spChg chg="mod">
          <ac:chgData name="Alexis MARTIN" userId="ec32c3d9-5957-42d0-8757-996fd533d25b" providerId="ADAL" clId="{B76BE869-635B-4DC9-A437-AFDC8BC5A345}" dt="2026-06-24T14:25:42.417" v="3129" actId="114"/>
          <ac:spMkLst>
            <pc:docMk/>
            <pc:sldMk cId="2710659598" sldId="265"/>
            <ac:spMk id="6" creationId="{00000000-0000-0000-0000-000000000000}"/>
          </ac:spMkLst>
        </pc:spChg>
        <pc:spChg chg="add mod">
          <ac:chgData name="Alexis MARTIN" userId="ec32c3d9-5957-42d0-8757-996fd533d25b" providerId="ADAL" clId="{B76BE869-635B-4DC9-A437-AFDC8BC5A345}" dt="2026-06-24T14:26:13.770" v="3143" actId="1076"/>
          <ac:spMkLst>
            <pc:docMk/>
            <pc:sldMk cId="2710659598" sldId="265"/>
            <ac:spMk id="7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25:45.905" v="3131" actId="114"/>
          <ac:spMkLst>
            <pc:docMk/>
            <pc:sldMk cId="2710659598" sldId="265"/>
            <ac:spMk id="10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25:49.651" v="3133" actId="113"/>
          <ac:spMkLst>
            <pc:docMk/>
            <pc:sldMk cId="2710659598" sldId="265"/>
            <ac:spMk id="12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25:52.585" v="3134" actId="114"/>
          <ac:spMkLst>
            <pc:docMk/>
            <pc:sldMk cId="2710659598" sldId="265"/>
            <ac:spMk id="15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2:39.191" v="2800" actId="20577"/>
          <ac:spMkLst>
            <pc:docMk/>
            <pc:sldMk cId="2710659598" sldId="265"/>
            <ac:spMk id="17" creationId="{00000000-0000-0000-0000-000000000000}"/>
          </ac:spMkLst>
        </pc:spChg>
        <pc:graphicFrameChg chg="del mod replId">
          <ac:chgData name="Alexis MARTIN" userId="ec32c3d9-5957-42d0-8757-996fd533d25b" providerId="ADAL" clId="{B76BE869-635B-4DC9-A437-AFDC8BC5A345}" dt="2026-06-24T14:25:58.132" v="3136"/>
          <ac:graphicFrameMkLst>
            <pc:docMk/>
            <pc:sldMk cId="2710659598" sldId="265"/>
            <ac:graphicFrameMk id="2" creationId="{00000000-0000-0000-0000-000000000000}"/>
          </ac:graphicFrameMkLst>
        </pc:graphicFrameChg>
      </pc:sldChg>
      <pc:sldChg chg="add">
        <pc:chgData name="Alexis MARTIN" userId="ec32c3d9-5957-42d0-8757-996fd533d25b" providerId="ADAL" clId="{B76BE869-635B-4DC9-A437-AFDC8BC5A345}" dt="2026-06-24T15:47:48.258" v="3767"/>
        <pc:sldMkLst>
          <pc:docMk/>
          <pc:sldMk cId="3446784681" sldId="265"/>
        </pc:sldMkLst>
      </pc:sldChg>
      <pc:sldChg chg="modSp mod ord">
        <pc:chgData name="Alexis MARTIN" userId="ec32c3d9-5957-42d0-8757-996fd533d25b" providerId="ADAL" clId="{B76BE869-635B-4DC9-A437-AFDC8BC5A345}" dt="2026-06-24T14:12:34.811" v="2792" actId="20577"/>
        <pc:sldMkLst>
          <pc:docMk/>
          <pc:sldMk cId="195687199" sldId="266"/>
        </pc:sldMkLst>
        <pc:spChg chg="mod">
          <ac:chgData name="Alexis MARTIN" userId="ec32c3d9-5957-42d0-8757-996fd533d25b" providerId="ADAL" clId="{B76BE869-635B-4DC9-A437-AFDC8BC5A345}" dt="2026-06-24T14:12:34.811" v="2792" actId="20577"/>
          <ac:spMkLst>
            <pc:docMk/>
            <pc:sldMk cId="195687199" sldId="266"/>
            <ac:spMk id="11" creationId="{00000000-0000-0000-0000-000000000000}"/>
          </ac:spMkLst>
        </pc:spChg>
      </pc:sldChg>
      <pc:sldChg chg="modSp mod">
        <pc:chgData name="Alexis MARTIN" userId="ec32c3d9-5957-42d0-8757-996fd533d25b" providerId="ADAL" clId="{B76BE869-635B-4DC9-A437-AFDC8BC5A345}" dt="2026-06-24T14:12:43.459" v="2808" actId="20577"/>
        <pc:sldMkLst>
          <pc:docMk/>
          <pc:sldMk cId="1504653821" sldId="267"/>
        </pc:sldMkLst>
        <pc:spChg chg="mod">
          <ac:chgData name="Alexis MARTIN" userId="ec32c3d9-5957-42d0-8757-996fd533d25b" providerId="ADAL" clId="{B76BE869-635B-4DC9-A437-AFDC8BC5A345}" dt="2026-06-24T14:12:43.459" v="2808" actId="20577"/>
          <ac:spMkLst>
            <pc:docMk/>
            <pc:sldMk cId="1504653821" sldId="267"/>
            <ac:spMk id="67" creationId="{00000000-0000-0000-0000-000000000000}"/>
          </ac:spMkLst>
        </pc:spChg>
      </pc:sldChg>
      <pc:sldChg chg="addSp modSp mod modShow chgLayout">
        <pc:chgData name="Alexis MARTIN" userId="ec32c3d9-5957-42d0-8757-996fd533d25b" providerId="ADAL" clId="{B76BE869-635B-4DC9-A437-AFDC8BC5A345}" dt="2026-06-24T15:47:39.055" v="3766" actId="20577"/>
        <pc:sldMkLst>
          <pc:docMk/>
          <pc:sldMk cId="3754953597" sldId="268"/>
        </pc:sldMkLst>
        <pc:spChg chg="mod">
          <ac:chgData name="Alexis MARTIN" userId="ec32c3d9-5957-42d0-8757-996fd533d25b" providerId="ADAL" clId="{B76BE869-635B-4DC9-A437-AFDC8BC5A345}" dt="2026-06-24T15:47:39.055" v="3766" actId="20577"/>
          <ac:spMkLst>
            <pc:docMk/>
            <pc:sldMk cId="3754953597" sldId="268"/>
            <ac:spMk id="4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5T08:36:13.149" v="2681" actId="20577"/>
          <ac:spMkLst>
            <pc:docMk/>
            <pc:sldMk cId="3754953597" sldId="268"/>
            <ac:spMk id="7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5T08:36:16.475" v="2688" actId="20577"/>
          <ac:spMkLst>
            <pc:docMk/>
            <pc:sldMk cId="3754953597" sldId="268"/>
            <ac:spMk id="10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3:10.895" v="2813" actId="20577"/>
          <ac:spMkLst>
            <pc:docMk/>
            <pc:sldMk cId="3754953597" sldId="268"/>
            <ac:spMk id="11" creationId="{00000000-0000-0000-0000-000000000000}"/>
          </ac:spMkLst>
        </pc:spChg>
        <pc:picChg chg="add mod">
          <ac:chgData name="Alexis MARTIN" userId="ec32c3d9-5957-42d0-8757-996fd533d25b" providerId="ADAL" clId="{B76BE869-635B-4DC9-A437-AFDC8BC5A345}" dt="2026-06-24T14:10:15.773" v="2743" actId="732"/>
          <ac:picMkLst>
            <pc:docMk/>
            <pc:sldMk cId="3754953597" sldId="268"/>
            <ac:picMk id="2" creationId="{A44CBAF3-8608-57DA-6E14-1E684CA8A4C7}"/>
          </ac:picMkLst>
        </pc:picChg>
        <pc:picChg chg="add mod">
          <ac:chgData name="Alexis MARTIN" userId="ec32c3d9-5957-42d0-8757-996fd533d25b" providerId="ADAL" clId="{B76BE869-635B-4DC9-A437-AFDC8BC5A345}" dt="2026-06-24T14:09:58.694" v="2741" actId="1076"/>
          <ac:picMkLst>
            <pc:docMk/>
            <pc:sldMk cId="3754953597" sldId="268"/>
            <ac:picMk id="3" creationId="{2888809D-6F8F-1A60-110E-156AC6AAF5DC}"/>
          </ac:picMkLst>
        </pc:picChg>
        <pc:picChg chg="add mod">
          <ac:chgData name="Alexis MARTIN" userId="ec32c3d9-5957-42d0-8757-996fd533d25b" providerId="ADAL" clId="{B76BE869-635B-4DC9-A437-AFDC8BC5A345}" dt="2026-06-24T14:10:22.855" v="2745" actId="1076"/>
          <ac:picMkLst>
            <pc:docMk/>
            <pc:sldMk cId="3754953597" sldId="268"/>
            <ac:picMk id="12" creationId="{70542D12-45B5-08CA-E81A-E1AF12FD4429}"/>
          </ac:picMkLst>
        </pc:picChg>
        <pc:picChg chg="add mod">
          <ac:chgData name="Alexis MARTIN" userId="ec32c3d9-5957-42d0-8757-996fd533d25b" providerId="ADAL" clId="{B76BE869-635B-4DC9-A437-AFDC8BC5A345}" dt="2026-06-24T14:10:28.182" v="2747" actId="1076"/>
          <ac:picMkLst>
            <pc:docMk/>
            <pc:sldMk cId="3754953597" sldId="268"/>
            <ac:picMk id="13" creationId="{4E159134-B147-6023-6997-827DEF154001}"/>
          </ac:picMkLst>
        </pc:picChg>
        <pc:picChg chg="add mod">
          <ac:chgData name="Alexis MARTIN" userId="ec32c3d9-5957-42d0-8757-996fd533d25b" providerId="ADAL" clId="{B76BE869-635B-4DC9-A437-AFDC8BC5A345}" dt="2026-06-24T14:10:56.126" v="2763" actId="1038"/>
          <ac:picMkLst>
            <pc:docMk/>
            <pc:sldMk cId="3754953597" sldId="268"/>
            <ac:picMk id="14" creationId="{40507AD4-3B41-3EDB-EAD8-C4BC72557BAA}"/>
          </ac:picMkLst>
        </pc:picChg>
        <pc:picChg chg="add mod">
          <ac:chgData name="Alexis MARTIN" userId="ec32c3d9-5957-42d0-8757-996fd533d25b" providerId="ADAL" clId="{B76BE869-635B-4DC9-A437-AFDC8BC5A345}" dt="2026-06-24T14:10:53.695" v="2762" actId="1038"/>
          <ac:picMkLst>
            <pc:docMk/>
            <pc:sldMk cId="3754953597" sldId="268"/>
            <ac:picMk id="15" creationId="{CE8ECF6A-D20E-DCD2-1D41-1E65BCA8715D}"/>
          </ac:picMkLst>
        </pc:picChg>
        <pc:picChg chg="add mod">
          <ac:chgData name="Alexis MARTIN" userId="ec32c3d9-5957-42d0-8757-996fd533d25b" providerId="ADAL" clId="{B76BE869-635B-4DC9-A437-AFDC8BC5A345}" dt="2026-06-24T14:10:49.759" v="2761" actId="1038"/>
          <ac:picMkLst>
            <pc:docMk/>
            <pc:sldMk cId="3754953597" sldId="268"/>
            <ac:picMk id="16" creationId="{4FAAE138-3F7C-7B3F-480D-A7AFBB6CE0E2}"/>
          </ac:picMkLst>
        </pc:picChg>
      </pc:sldChg>
      <pc:sldChg chg="modSp">
        <pc:chgData name="Alexis MARTIN" userId="ec32c3d9-5957-42d0-8757-996fd533d25b" providerId="ADAL" clId="{B76BE869-635B-4DC9-A437-AFDC8BC5A345}" dt="2026-06-24T14:13:13.423" v="2814"/>
        <pc:sldMkLst>
          <pc:docMk/>
          <pc:sldMk cId="3928258818" sldId="269"/>
        </pc:sldMkLst>
        <pc:spChg chg="mod">
          <ac:chgData name="Alexis MARTIN" userId="ec32c3d9-5957-42d0-8757-996fd533d25b" providerId="ADAL" clId="{B76BE869-635B-4DC9-A437-AFDC8BC5A345}" dt="2026-06-24T14:13:13.423" v="2814"/>
          <ac:spMkLst>
            <pc:docMk/>
            <pc:sldMk cId="3928258818" sldId="269"/>
            <ac:spMk id="11" creationId="{00000000-0000-0000-0000-000000000000}"/>
          </ac:spMkLst>
        </pc:spChg>
      </pc:sldChg>
      <pc:sldChg chg="modSp">
        <pc:chgData name="Alexis MARTIN" userId="ec32c3d9-5957-42d0-8757-996fd533d25b" providerId="ADAL" clId="{B76BE869-635B-4DC9-A437-AFDC8BC5A345}" dt="2026-06-24T14:13:17.281" v="2815"/>
        <pc:sldMkLst>
          <pc:docMk/>
          <pc:sldMk cId="830671888" sldId="270"/>
        </pc:sldMkLst>
        <pc:spChg chg="mod">
          <ac:chgData name="Alexis MARTIN" userId="ec32c3d9-5957-42d0-8757-996fd533d25b" providerId="ADAL" clId="{B76BE869-635B-4DC9-A437-AFDC8BC5A345}" dt="2026-06-24T14:13:17.281" v="2815"/>
          <ac:spMkLst>
            <pc:docMk/>
            <pc:sldMk cId="830671888" sldId="270"/>
            <ac:spMk id="13" creationId="{00000000-0000-0000-0000-000000000000}"/>
          </ac:spMkLst>
        </pc:spChg>
      </pc:sldChg>
      <pc:sldChg chg="modSp mod">
        <pc:chgData name="Alexis MARTIN" userId="ec32c3d9-5957-42d0-8757-996fd533d25b" providerId="ADAL" clId="{B76BE869-635B-4DC9-A437-AFDC8BC5A345}" dt="2026-06-24T14:13:21.279" v="2816"/>
        <pc:sldMkLst>
          <pc:docMk/>
          <pc:sldMk cId="2577401727" sldId="271"/>
        </pc:sldMkLst>
        <pc:spChg chg="mod">
          <ac:chgData name="Alexis MARTIN" userId="ec32c3d9-5957-42d0-8757-996fd533d25b" providerId="ADAL" clId="{B76BE869-635B-4DC9-A437-AFDC8BC5A345}" dt="2026-06-05T08:39:56.486" v="2704" actId="20577"/>
          <ac:spMkLst>
            <pc:docMk/>
            <pc:sldMk cId="2577401727" sldId="271"/>
            <ac:spMk id="40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3:21.279" v="2816"/>
          <ac:spMkLst>
            <pc:docMk/>
            <pc:sldMk cId="2577401727" sldId="271"/>
            <ac:spMk id="45" creationId="{00000000-0000-0000-0000-000000000000}"/>
          </ac:spMkLst>
        </pc:spChg>
      </pc:sldChg>
      <pc:sldChg chg="modSp mod">
        <pc:chgData name="Alexis MARTIN" userId="ec32c3d9-5957-42d0-8757-996fd533d25b" providerId="ADAL" clId="{B76BE869-635B-4DC9-A437-AFDC8BC5A345}" dt="2026-06-24T14:13:23.371" v="2817"/>
        <pc:sldMkLst>
          <pc:docMk/>
          <pc:sldMk cId="3865957813" sldId="272"/>
        </pc:sldMkLst>
        <pc:spChg chg="mod">
          <ac:chgData name="Alexis MARTIN" userId="ec32c3d9-5957-42d0-8757-996fd533d25b" providerId="ADAL" clId="{B76BE869-635B-4DC9-A437-AFDC8BC5A345}" dt="2026-06-05T08:40:29.630" v="2711" actId="20577"/>
          <ac:spMkLst>
            <pc:docMk/>
            <pc:sldMk cId="3865957813" sldId="272"/>
            <ac:spMk id="2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3:23.371" v="2817"/>
          <ac:spMkLst>
            <pc:docMk/>
            <pc:sldMk cId="3865957813" sldId="272"/>
            <ac:spMk id="10" creationId="{00000000-0000-0000-0000-000000000000}"/>
          </ac:spMkLst>
        </pc:spChg>
      </pc:sldChg>
      <pc:sldChg chg="addSp delSp modSp mod delAnim modAnim">
        <pc:chgData name="Alexis MARTIN" userId="ec32c3d9-5957-42d0-8757-996fd533d25b" providerId="ADAL" clId="{B76BE869-635B-4DC9-A437-AFDC8BC5A345}" dt="2026-06-24T16:05:17.461" v="3965" actId="20577"/>
        <pc:sldMkLst>
          <pc:docMk/>
          <pc:sldMk cId="1570369221" sldId="273"/>
        </pc:sldMkLst>
        <pc:spChg chg="mod">
          <ac:chgData name="Alexis MARTIN" userId="ec32c3d9-5957-42d0-8757-996fd533d25b" providerId="ADAL" clId="{B76BE869-635B-4DC9-A437-AFDC8BC5A345}" dt="2026-06-24T16:04:01.168" v="3923" actId="1076"/>
          <ac:spMkLst>
            <pc:docMk/>
            <pc:sldMk cId="1570369221" sldId="273"/>
            <ac:spMk id="20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4:01.168" v="3923" actId="1076"/>
          <ac:spMkLst>
            <pc:docMk/>
            <pc:sldMk cId="1570369221" sldId="273"/>
            <ac:spMk id="38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4:01.168" v="3923" actId="1076"/>
          <ac:spMkLst>
            <pc:docMk/>
            <pc:sldMk cId="1570369221" sldId="273"/>
            <ac:spMk id="53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4:01.168" v="3923" actId="1076"/>
          <ac:spMkLst>
            <pc:docMk/>
            <pc:sldMk cId="1570369221" sldId="273"/>
            <ac:spMk id="62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4:01.168" v="3923" actId="1076"/>
          <ac:spMkLst>
            <pc:docMk/>
            <pc:sldMk cId="1570369221" sldId="273"/>
            <ac:spMk id="87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4:01.168" v="3923" actId="1076"/>
          <ac:spMkLst>
            <pc:docMk/>
            <pc:sldMk cId="1570369221" sldId="273"/>
            <ac:spMk id="92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4:01.168" v="3923" actId="1076"/>
          <ac:spMkLst>
            <pc:docMk/>
            <pc:sldMk cId="1570369221" sldId="273"/>
            <ac:spMk id="97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4:01.168" v="3923" actId="1076"/>
          <ac:spMkLst>
            <pc:docMk/>
            <pc:sldMk cId="1570369221" sldId="273"/>
            <ac:spMk id="102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4:01.168" v="3923" actId="1076"/>
          <ac:spMkLst>
            <pc:docMk/>
            <pc:sldMk cId="1570369221" sldId="273"/>
            <ac:spMk id="104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4:01.168" v="3923" actId="1076"/>
          <ac:spMkLst>
            <pc:docMk/>
            <pc:sldMk cId="1570369221" sldId="273"/>
            <ac:spMk id="108" creationId="{00000000-0000-0000-0000-000000000000}"/>
          </ac:spMkLst>
        </pc:spChg>
        <pc:spChg chg="add mod">
          <ac:chgData name="Alexis MARTIN" userId="ec32c3d9-5957-42d0-8757-996fd533d25b" providerId="ADAL" clId="{B76BE869-635B-4DC9-A437-AFDC8BC5A345}" dt="2026-06-24T16:05:01.658" v="3956" actId="1076"/>
          <ac:spMkLst>
            <pc:docMk/>
            <pc:sldMk cId="1570369221" sldId="273"/>
            <ac:spMk id="126" creationId="{00000000-0000-0000-0000-000000000000}"/>
          </ac:spMkLst>
        </pc:spChg>
        <pc:spChg chg="add mod">
          <ac:chgData name="Alexis MARTIN" userId="ec32c3d9-5957-42d0-8757-996fd533d25b" providerId="ADAL" clId="{B76BE869-635B-4DC9-A437-AFDC8BC5A345}" dt="2026-06-24T16:04:40.098" v="3946" actId="14100"/>
          <ac:spMkLst>
            <pc:docMk/>
            <pc:sldMk cId="1570369221" sldId="273"/>
            <ac:spMk id="127" creationId="{00000000-0000-0000-0000-000000000000}"/>
          </ac:spMkLst>
        </pc:spChg>
        <pc:spChg chg="add mod">
          <ac:chgData name="Alexis MARTIN" userId="ec32c3d9-5957-42d0-8757-996fd533d25b" providerId="ADAL" clId="{B76BE869-635B-4DC9-A437-AFDC8BC5A345}" dt="2026-06-24T16:04:32.624" v="3940" actId="14100"/>
          <ac:spMkLst>
            <pc:docMk/>
            <pc:sldMk cId="1570369221" sldId="273"/>
            <ac:spMk id="128" creationId="{00000000-0000-0000-0000-000000000000}"/>
          </ac:spMkLst>
        </pc:spChg>
        <pc:spChg chg="add mod">
          <ac:chgData name="Alexis MARTIN" userId="ec32c3d9-5957-42d0-8757-996fd533d25b" providerId="ADAL" clId="{B76BE869-635B-4DC9-A437-AFDC8BC5A345}" dt="2026-06-24T16:05:17.461" v="3965" actId="20577"/>
          <ac:spMkLst>
            <pc:docMk/>
            <pc:sldMk cId="1570369221" sldId="273"/>
            <ac:spMk id="135" creationId="{00000000-0000-0000-0000-000000000000}"/>
          </ac:spMkLst>
        </pc:spChg>
        <pc:spChg chg="add mod">
          <ac:chgData name="Alexis MARTIN" userId="ec32c3d9-5957-42d0-8757-996fd533d25b" providerId="ADAL" clId="{B76BE869-635B-4DC9-A437-AFDC8BC5A345}" dt="2026-06-24T16:04:48.118" v="3952" actId="14100"/>
          <ac:spMkLst>
            <pc:docMk/>
            <pc:sldMk cId="1570369221" sldId="273"/>
            <ac:spMk id="141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3:25.622" v="2818"/>
          <ac:spMkLst>
            <pc:docMk/>
            <pc:sldMk cId="1570369221" sldId="273"/>
            <ac:spMk id="142" creationId="{00000000-0000-0000-0000-000000000000}"/>
          </ac:spMkLst>
        </pc:spChg>
        <pc:graphicFrameChg chg="del mod replId">
          <ac:chgData name="Alexis MARTIN" userId="ec32c3d9-5957-42d0-8757-996fd533d25b" providerId="ADAL" clId="{B76BE869-635B-4DC9-A437-AFDC8BC5A345}" dt="2026-06-24T16:04:08.998" v="3925"/>
          <ac:graphicFrameMkLst>
            <pc:docMk/>
            <pc:sldMk cId="1570369221" sldId="273"/>
            <ac:graphicFrameMk id="2" creationId="{00000000-0000-0000-0000-000000000000}"/>
          </ac:graphicFrameMkLst>
        </pc:graphicFrameChg>
        <pc:graphicFrameChg chg="del mod replId">
          <ac:chgData name="Alexis MARTIN" userId="ec32c3d9-5957-42d0-8757-996fd533d25b" providerId="ADAL" clId="{B76BE869-635B-4DC9-A437-AFDC8BC5A345}" dt="2026-06-24T16:04:23.650" v="3932"/>
          <ac:graphicFrameMkLst>
            <pc:docMk/>
            <pc:sldMk cId="1570369221" sldId="273"/>
            <ac:graphicFrameMk id="143" creationId="{00000000-0000-0000-0000-000000000000}"/>
          </ac:graphicFrameMkLst>
        </pc:graphicFrameChg>
        <pc:graphicFrameChg chg="del mod replId">
          <ac:chgData name="Alexis MARTIN" userId="ec32c3d9-5957-42d0-8757-996fd533d25b" providerId="ADAL" clId="{B76BE869-635B-4DC9-A437-AFDC8BC5A345}" dt="2026-06-24T16:04:34.608" v="3942"/>
          <ac:graphicFrameMkLst>
            <pc:docMk/>
            <pc:sldMk cId="1570369221" sldId="273"/>
            <ac:graphicFrameMk id="145" creationId="{00000000-0000-0000-0000-000000000000}"/>
          </ac:graphicFrameMkLst>
        </pc:graphicFrameChg>
        <pc:graphicFrameChg chg="del mod replId">
          <ac:chgData name="Alexis MARTIN" userId="ec32c3d9-5957-42d0-8757-996fd533d25b" providerId="ADAL" clId="{B76BE869-635B-4DC9-A437-AFDC8BC5A345}" dt="2026-06-24T16:04:42.168" v="3948"/>
          <ac:graphicFrameMkLst>
            <pc:docMk/>
            <pc:sldMk cId="1570369221" sldId="273"/>
            <ac:graphicFrameMk id="147" creationId="{00000000-0000-0000-0000-000000000000}"/>
          </ac:graphicFrameMkLst>
        </pc:graphicFrameChg>
        <pc:graphicFrameChg chg="del mod replId">
          <ac:chgData name="Alexis MARTIN" userId="ec32c3d9-5957-42d0-8757-996fd533d25b" providerId="ADAL" clId="{B76BE869-635B-4DC9-A437-AFDC8BC5A345}" dt="2026-06-24T16:05:07.815" v="3958"/>
          <ac:graphicFrameMkLst>
            <pc:docMk/>
            <pc:sldMk cId="1570369221" sldId="273"/>
            <ac:graphicFrameMk id="149" creationId="{00000000-0000-0000-0000-000000000000}"/>
          </ac:graphicFrameMkLst>
        </pc:graphicFrameChg>
      </pc:sldChg>
      <pc:sldChg chg="addSp modSp mod">
        <pc:chgData name="Alexis MARTIN" userId="ec32c3d9-5957-42d0-8757-996fd533d25b" providerId="ADAL" clId="{B76BE869-635B-4DC9-A437-AFDC8BC5A345}" dt="2026-06-24T16:07:23.397" v="3993" actId="1036"/>
        <pc:sldMkLst>
          <pc:docMk/>
          <pc:sldMk cId="3291581413" sldId="274"/>
        </pc:sldMkLst>
        <pc:spChg chg="add mod">
          <ac:chgData name="Alexis MARTIN" userId="ec32c3d9-5957-42d0-8757-996fd533d25b" providerId="ADAL" clId="{B76BE869-635B-4DC9-A437-AFDC8BC5A345}" dt="2026-06-24T16:06:17.488" v="3971" actId="14100"/>
          <ac:spMkLst>
            <pc:docMk/>
            <pc:sldMk cId="3291581413" sldId="274"/>
            <ac:spMk id="2" creationId="{2331A865-A8BE-1FD2-2C08-8990B05EBBF7}"/>
          </ac:spMkLst>
        </pc:spChg>
        <pc:spChg chg="add mod">
          <ac:chgData name="Alexis MARTIN" userId="ec32c3d9-5957-42d0-8757-996fd533d25b" providerId="ADAL" clId="{B76BE869-635B-4DC9-A437-AFDC8BC5A345}" dt="2026-06-24T16:06:56.302" v="3987" actId="1038"/>
          <ac:spMkLst>
            <pc:docMk/>
            <pc:sldMk cId="3291581413" sldId="274"/>
            <ac:spMk id="3" creationId="{981937B0-B4D5-8798-4790-3FE55E345DF7}"/>
          </ac:spMkLst>
        </pc:spChg>
        <pc:spChg chg="mod">
          <ac:chgData name="Alexis MARTIN" userId="ec32c3d9-5957-42d0-8757-996fd533d25b" providerId="ADAL" clId="{B76BE869-635B-4DC9-A437-AFDC8BC5A345}" dt="2026-06-24T16:06:25.742" v="3972" actId="1076"/>
          <ac:spMkLst>
            <pc:docMk/>
            <pc:sldMk cId="3291581413" sldId="274"/>
            <ac:spMk id="6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7:02.927" v="3988" actId="14100"/>
          <ac:spMkLst>
            <pc:docMk/>
            <pc:sldMk cId="3291581413" sldId="274"/>
            <ac:spMk id="15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25.742" v="3972" actId="1076"/>
          <ac:spMkLst>
            <pc:docMk/>
            <pc:sldMk cId="3291581413" sldId="274"/>
            <ac:spMk id="21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25.742" v="3972" actId="1076"/>
          <ac:spMkLst>
            <pc:docMk/>
            <pc:sldMk cId="3291581413" sldId="274"/>
            <ac:spMk id="30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25.742" v="3972" actId="1076"/>
          <ac:spMkLst>
            <pc:docMk/>
            <pc:sldMk cId="3291581413" sldId="274"/>
            <ac:spMk id="37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25.742" v="3972" actId="1076"/>
          <ac:spMkLst>
            <pc:docMk/>
            <pc:sldMk cId="3291581413" sldId="274"/>
            <ac:spMk id="44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25.742" v="3972" actId="1076"/>
          <ac:spMkLst>
            <pc:docMk/>
            <pc:sldMk cId="3291581413" sldId="274"/>
            <ac:spMk id="48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7:13.157" v="3990" actId="1076"/>
          <ac:spMkLst>
            <pc:docMk/>
            <pc:sldMk cId="3291581413" sldId="274"/>
            <ac:spMk id="52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7:23.397" v="3993" actId="1036"/>
          <ac:spMkLst>
            <pc:docMk/>
            <pc:sldMk cId="3291581413" sldId="274"/>
            <ac:spMk id="53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7:06.297" v="3989" actId="14100"/>
          <ac:spMkLst>
            <pc:docMk/>
            <pc:sldMk cId="3291581413" sldId="274"/>
            <ac:spMk id="56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03.358" v="3968" actId="1076"/>
          <ac:spMkLst>
            <pc:docMk/>
            <pc:sldMk cId="3291581413" sldId="274"/>
            <ac:spMk id="57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03.358" v="3968" actId="1076"/>
          <ac:spMkLst>
            <pc:docMk/>
            <pc:sldMk cId="3291581413" sldId="274"/>
            <ac:spMk id="58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03.358" v="3968" actId="1076"/>
          <ac:spMkLst>
            <pc:docMk/>
            <pc:sldMk cId="3291581413" sldId="274"/>
            <ac:spMk id="60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03.358" v="3968" actId="1076"/>
          <ac:spMkLst>
            <pc:docMk/>
            <pc:sldMk cId="3291581413" sldId="274"/>
            <ac:spMk id="61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25.742" v="3972" actId="1076"/>
          <ac:spMkLst>
            <pc:docMk/>
            <pc:sldMk cId="3291581413" sldId="274"/>
            <ac:spMk id="63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25.742" v="3972" actId="1076"/>
          <ac:spMkLst>
            <pc:docMk/>
            <pc:sldMk cId="3291581413" sldId="274"/>
            <ac:spMk id="71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25.742" v="3972" actId="1076"/>
          <ac:spMkLst>
            <pc:docMk/>
            <pc:sldMk cId="3291581413" sldId="274"/>
            <ac:spMk id="79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5:50.887" v="3966" actId="1076"/>
          <ac:spMkLst>
            <pc:docMk/>
            <pc:sldMk cId="3291581413" sldId="274"/>
            <ac:spMk id="81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5:50.887" v="3966" actId="1076"/>
          <ac:spMkLst>
            <pc:docMk/>
            <pc:sldMk cId="3291581413" sldId="274"/>
            <ac:spMk id="82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25.742" v="3972" actId="1076"/>
          <ac:spMkLst>
            <pc:docMk/>
            <pc:sldMk cId="3291581413" sldId="274"/>
            <ac:spMk id="83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48.767" v="3983" actId="1036"/>
          <ac:spMkLst>
            <pc:docMk/>
            <pc:sldMk cId="3291581413" sldId="274"/>
            <ac:spMk id="92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48.767" v="3983" actId="1036"/>
          <ac:spMkLst>
            <pc:docMk/>
            <pc:sldMk cId="3291581413" sldId="274"/>
            <ac:spMk id="93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48.767" v="3983" actId="1036"/>
          <ac:spMkLst>
            <pc:docMk/>
            <pc:sldMk cId="3291581413" sldId="274"/>
            <ac:spMk id="97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48.767" v="3983" actId="1036"/>
          <ac:spMkLst>
            <pc:docMk/>
            <pc:sldMk cId="3291581413" sldId="274"/>
            <ac:spMk id="98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48.767" v="3983" actId="1036"/>
          <ac:spMkLst>
            <pc:docMk/>
            <pc:sldMk cId="3291581413" sldId="274"/>
            <ac:spMk id="99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48.767" v="3983" actId="1036"/>
          <ac:spMkLst>
            <pc:docMk/>
            <pc:sldMk cId="3291581413" sldId="274"/>
            <ac:spMk id="104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48.767" v="3983" actId="1036"/>
          <ac:spMkLst>
            <pc:docMk/>
            <pc:sldMk cId="3291581413" sldId="274"/>
            <ac:spMk id="111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48.767" v="3983" actId="1036"/>
          <ac:spMkLst>
            <pc:docMk/>
            <pc:sldMk cId="3291581413" sldId="274"/>
            <ac:spMk id="112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48.767" v="3983" actId="1036"/>
          <ac:spMkLst>
            <pc:docMk/>
            <pc:sldMk cId="3291581413" sldId="274"/>
            <ac:spMk id="115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06:48.767" v="3983" actId="1036"/>
          <ac:spMkLst>
            <pc:docMk/>
            <pc:sldMk cId="3291581413" sldId="274"/>
            <ac:spMk id="116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3:27.634" v="2819"/>
          <ac:spMkLst>
            <pc:docMk/>
            <pc:sldMk cId="3291581413" sldId="274"/>
            <ac:spMk id="118" creationId="{00000000-0000-0000-0000-000000000000}"/>
          </ac:spMkLst>
        </pc:spChg>
        <pc:grpChg chg="mod">
          <ac:chgData name="Alexis MARTIN" userId="ec32c3d9-5957-42d0-8757-996fd533d25b" providerId="ADAL" clId="{B76BE869-635B-4DC9-A437-AFDC8BC5A345}" dt="2026-06-24T16:05:50.887" v="3966" actId="1076"/>
          <ac:grpSpMkLst>
            <pc:docMk/>
            <pc:sldMk cId="3291581413" sldId="274"/>
            <ac:grpSpMk id="80" creationId="{00000000-0000-0000-0000-000000000000}"/>
          </ac:grpSpMkLst>
        </pc:grpChg>
      </pc:sldChg>
      <pc:sldChg chg="addSp delSp modSp mod modAnim">
        <pc:chgData name="Alexis MARTIN" userId="ec32c3d9-5957-42d0-8757-996fd533d25b" providerId="ADAL" clId="{B76BE869-635B-4DC9-A437-AFDC8BC5A345}" dt="2026-06-24T16:09:24.881" v="4046" actId="1076"/>
        <pc:sldMkLst>
          <pc:docMk/>
          <pc:sldMk cId="2005886413" sldId="275"/>
        </pc:sldMkLst>
        <pc:spChg chg="add mod">
          <ac:chgData name="Alexis MARTIN" userId="ec32c3d9-5957-42d0-8757-996fd533d25b" providerId="ADAL" clId="{B76BE869-635B-4DC9-A437-AFDC8BC5A345}" dt="2026-06-24T16:09:12.265" v="4043" actId="1076"/>
          <ac:spMkLst>
            <pc:docMk/>
            <pc:sldMk cId="2005886413" sldId="275"/>
            <ac:spMk id="2" creationId="{321DC31C-9BB1-7BDE-E888-087B1504C617}"/>
          </ac:spMkLst>
        </pc:spChg>
        <pc:spChg chg="mod">
          <ac:chgData name="Alexis MARTIN" userId="ec32c3d9-5957-42d0-8757-996fd533d25b" providerId="ADAL" clId="{B76BE869-635B-4DC9-A437-AFDC8BC5A345}" dt="2026-06-24T16:09:18.647" v="4045" actId="1076"/>
          <ac:spMkLst>
            <pc:docMk/>
            <pc:sldMk cId="2005886413" sldId="275"/>
            <ac:spMk id="16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3:30.036" v="2820"/>
          <ac:spMkLst>
            <pc:docMk/>
            <pc:sldMk cId="2005886413" sldId="275"/>
            <ac:spMk id="17" creationId="{00000000-0000-0000-0000-000000000000}"/>
          </ac:spMkLst>
        </pc:spChg>
        <pc:graphicFrameChg chg="mod">
          <ac:chgData name="Alexis MARTIN" userId="ec32c3d9-5957-42d0-8757-996fd533d25b" providerId="ADAL" clId="{B76BE869-635B-4DC9-A437-AFDC8BC5A345}" dt="2026-06-24T16:09:24.881" v="4046" actId="1076"/>
          <ac:graphicFrameMkLst>
            <pc:docMk/>
            <pc:sldMk cId="2005886413" sldId="275"/>
            <ac:graphicFrameMk id="14" creationId="{00000000-0000-0000-0000-000000000000}"/>
          </ac:graphicFrameMkLst>
        </pc:graphicFrameChg>
        <pc:picChg chg="del mod">
          <ac:chgData name="Alexis MARTIN" userId="ec32c3d9-5957-42d0-8757-996fd533d25b" providerId="ADAL" clId="{B76BE869-635B-4DC9-A437-AFDC8BC5A345}" dt="2026-06-24T16:09:08.700" v="4042" actId="478"/>
          <ac:picMkLst>
            <pc:docMk/>
            <pc:sldMk cId="2005886413" sldId="275"/>
            <ac:picMk id="15" creationId="{00000000-0000-0000-0000-000000000000}"/>
          </ac:picMkLst>
        </pc:picChg>
      </pc:sldChg>
      <pc:sldChg chg="addSp delSp modSp mod">
        <pc:chgData name="Alexis MARTIN" userId="ec32c3d9-5957-42d0-8757-996fd533d25b" providerId="ADAL" clId="{B76BE869-635B-4DC9-A437-AFDC8BC5A345}" dt="2026-06-24T16:13:44.548" v="4137" actId="403"/>
        <pc:sldMkLst>
          <pc:docMk/>
          <pc:sldMk cId="3419938341" sldId="276"/>
        </pc:sldMkLst>
        <pc:spChg chg="add mod">
          <ac:chgData name="Alexis MARTIN" userId="ec32c3d9-5957-42d0-8757-996fd533d25b" providerId="ADAL" clId="{B76BE869-635B-4DC9-A437-AFDC8BC5A345}" dt="2026-06-24T16:12:45.923" v="4133" actId="113"/>
          <ac:spMkLst>
            <pc:docMk/>
            <pc:sldMk cId="3419938341" sldId="276"/>
            <ac:spMk id="2" creationId="{1B18F8AE-0D66-FCC8-EC1F-B3140AF6E73F}"/>
          </ac:spMkLst>
        </pc:spChg>
        <pc:spChg chg="mod">
          <ac:chgData name="Alexis MARTIN" userId="ec32c3d9-5957-42d0-8757-996fd533d25b" providerId="ADAL" clId="{B76BE869-635B-4DC9-A437-AFDC8BC5A345}" dt="2026-06-24T16:13:29.996" v="4134" actId="1076"/>
          <ac:spMkLst>
            <pc:docMk/>
            <pc:sldMk cId="3419938341" sldId="276"/>
            <ac:spMk id="6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13:29.996" v="4134" actId="1076"/>
          <ac:spMkLst>
            <pc:docMk/>
            <pc:sldMk cId="3419938341" sldId="276"/>
            <ac:spMk id="7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13:29.996" v="4134" actId="1076"/>
          <ac:spMkLst>
            <pc:docMk/>
            <pc:sldMk cId="3419938341" sldId="276"/>
            <ac:spMk id="10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13:29.996" v="4134" actId="1076"/>
          <ac:spMkLst>
            <pc:docMk/>
            <pc:sldMk cId="3419938341" sldId="276"/>
            <ac:spMk id="11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13:29.996" v="4134" actId="1076"/>
          <ac:spMkLst>
            <pc:docMk/>
            <pc:sldMk cId="3419938341" sldId="276"/>
            <ac:spMk id="12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13:29.996" v="4134" actId="1076"/>
          <ac:spMkLst>
            <pc:docMk/>
            <pc:sldMk cId="3419938341" sldId="276"/>
            <ac:spMk id="13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13:44.548" v="4137" actId="403"/>
          <ac:spMkLst>
            <pc:docMk/>
            <pc:sldMk cId="3419938341" sldId="276"/>
            <ac:spMk id="15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13:44.548" v="4137" actId="403"/>
          <ac:spMkLst>
            <pc:docMk/>
            <pc:sldMk cId="3419938341" sldId="276"/>
            <ac:spMk id="16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13:44.548" v="4137" actId="403"/>
          <ac:spMkLst>
            <pc:docMk/>
            <pc:sldMk cId="3419938341" sldId="276"/>
            <ac:spMk id="17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6:11:41.853" v="4101" actId="14100"/>
          <ac:spMkLst>
            <pc:docMk/>
            <pc:sldMk cId="3419938341" sldId="276"/>
            <ac:spMk id="19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5T08:48:54.397" v="2723" actId="20577"/>
          <ac:spMkLst>
            <pc:docMk/>
            <pc:sldMk cId="3419938341" sldId="276"/>
            <ac:spMk id="20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3:33.579" v="2821"/>
          <ac:spMkLst>
            <pc:docMk/>
            <pc:sldMk cId="3419938341" sldId="276"/>
            <ac:spMk id="21" creationId="{00000000-0000-0000-0000-000000000000}"/>
          </ac:spMkLst>
        </pc:spChg>
        <pc:grpChg chg="mod">
          <ac:chgData name="Alexis MARTIN" userId="ec32c3d9-5957-42d0-8757-996fd533d25b" providerId="ADAL" clId="{B76BE869-635B-4DC9-A437-AFDC8BC5A345}" dt="2026-06-24T16:13:44.548" v="4137" actId="403"/>
          <ac:grpSpMkLst>
            <pc:docMk/>
            <pc:sldMk cId="3419938341" sldId="276"/>
            <ac:grpSpMk id="14" creationId="{00000000-0000-0000-0000-000000000000}"/>
          </ac:grpSpMkLst>
        </pc:grpChg>
      </pc:sldChg>
      <pc:sldChg chg="modSp">
        <pc:chgData name="Alexis MARTIN" userId="ec32c3d9-5957-42d0-8757-996fd533d25b" providerId="ADAL" clId="{B76BE869-635B-4DC9-A437-AFDC8BC5A345}" dt="2026-06-24T14:13:35.916" v="2822"/>
        <pc:sldMkLst>
          <pc:docMk/>
          <pc:sldMk cId="1381084519" sldId="277"/>
        </pc:sldMkLst>
        <pc:spChg chg="mod">
          <ac:chgData name="Alexis MARTIN" userId="ec32c3d9-5957-42d0-8757-996fd533d25b" providerId="ADAL" clId="{B76BE869-635B-4DC9-A437-AFDC8BC5A345}" dt="2026-06-24T14:13:35.916" v="2822"/>
          <ac:spMkLst>
            <pc:docMk/>
            <pc:sldMk cId="1381084519" sldId="277"/>
            <ac:spMk id="321" creationId="{00000000-0000-0000-0000-000000000000}"/>
          </ac:spMkLst>
        </pc:spChg>
      </pc:sldChg>
      <pc:sldChg chg="addSp delSp modSp mod modAnim">
        <pc:chgData name="Alexis MARTIN" userId="ec32c3d9-5957-42d0-8757-996fd533d25b" providerId="ADAL" clId="{B76BE869-635B-4DC9-A437-AFDC8BC5A345}" dt="2026-06-25T11:46:55.757" v="4138" actId="1076"/>
        <pc:sldMkLst>
          <pc:docMk/>
          <pc:sldMk cId="3036519263" sldId="278"/>
        </pc:sldMkLst>
        <pc:spChg chg="mod">
          <ac:chgData name="Alexis MARTIN" userId="ec32c3d9-5957-42d0-8757-996fd533d25b" providerId="ADAL" clId="{B76BE869-635B-4DC9-A437-AFDC8BC5A345}" dt="2026-06-04T12:10:48.434" v="2436" actId="1035"/>
          <ac:spMkLst>
            <pc:docMk/>
            <pc:sldMk cId="3036519263" sldId="278"/>
            <ac:spMk id="19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4T12:10:48.434" v="2436" actId="1035"/>
          <ac:spMkLst>
            <pc:docMk/>
            <pc:sldMk cId="3036519263" sldId="278"/>
            <ac:spMk id="24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5T11:46:55.757" v="4138" actId="1076"/>
          <ac:spMkLst>
            <pc:docMk/>
            <pc:sldMk cId="3036519263" sldId="278"/>
            <ac:spMk id="27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4T12:10:48.434" v="2436" actId="1035"/>
          <ac:spMkLst>
            <pc:docMk/>
            <pc:sldMk cId="3036519263" sldId="278"/>
            <ac:spMk id="28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24T14:13:38.010" v="2823"/>
          <ac:spMkLst>
            <pc:docMk/>
            <pc:sldMk cId="3036519263" sldId="278"/>
            <ac:spMk id="29" creationId="{00000000-0000-0000-0000-000000000000}"/>
          </ac:spMkLst>
        </pc:spChg>
        <pc:spChg chg="add mod">
          <ac:chgData name="Alexis MARTIN" userId="ec32c3d9-5957-42d0-8757-996fd533d25b" providerId="ADAL" clId="{B76BE869-635B-4DC9-A437-AFDC8BC5A345}" dt="2026-06-04T12:10:48.434" v="2436" actId="1035"/>
          <ac:spMkLst>
            <pc:docMk/>
            <pc:sldMk cId="3036519263" sldId="278"/>
            <ac:spMk id="30" creationId="{00000000-0000-0000-0000-000000000000}"/>
          </ac:spMkLst>
        </pc:spChg>
        <pc:spChg chg="add mod">
          <ac:chgData name="Alexis MARTIN" userId="ec32c3d9-5957-42d0-8757-996fd533d25b" providerId="ADAL" clId="{B76BE869-635B-4DC9-A437-AFDC8BC5A345}" dt="2026-06-04T12:10:48.434" v="2436" actId="1035"/>
          <ac:spMkLst>
            <pc:docMk/>
            <pc:sldMk cId="3036519263" sldId="278"/>
            <ac:spMk id="31" creationId="{00000000-0000-0000-0000-000000000000}"/>
          </ac:spMkLst>
        </pc:spChg>
        <pc:spChg chg="add mod">
          <ac:chgData name="Alexis MARTIN" userId="ec32c3d9-5957-42d0-8757-996fd533d25b" providerId="ADAL" clId="{B76BE869-635B-4DC9-A437-AFDC8BC5A345}" dt="2026-06-04T12:10:48.434" v="2436" actId="1035"/>
          <ac:spMkLst>
            <pc:docMk/>
            <pc:sldMk cId="3036519263" sldId="278"/>
            <ac:spMk id="32" creationId="{ABA62D75-F46C-0A4D-9560-850F592841E6}"/>
          </ac:spMkLst>
        </pc:spChg>
        <pc:spChg chg="add mod">
          <ac:chgData name="Alexis MARTIN" userId="ec32c3d9-5957-42d0-8757-996fd533d25b" providerId="ADAL" clId="{B76BE869-635B-4DC9-A437-AFDC8BC5A345}" dt="2026-06-04T12:10:48.434" v="2436" actId="1035"/>
          <ac:spMkLst>
            <pc:docMk/>
            <pc:sldMk cId="3036519263" sldId="278"/>
            <ac:spMk id="35" creationId="{00F6898E-C495-8CE1-26DB-8EE39CAE3DED}"/>
          </ac:spMkLst>
        </pc:spChg>
        <pc:spChg chg="add mod">
          <ac:chgData name="Alexis MARTIN" userId="ec32c3d9-5957-42d0-8757-996fd533d25b" providerId="ADAL" clId="{B76BE869-635B-4DC9-A437-AFDC8BC5A345}" dt="2026-06-04T12:10:48.434" v="2436" actId="1035"/>
          <ac:spMkLst>
            <pc:docMk/>
            <pc:sldMk cId="3036519263" sldId="278"/>
            <ac:spMk id="36" creationId="{05B550C2-FF32-16CC-35EE-1E746A6778B2}"/>
          </ac:spMkLst>
        </pc:spChg>
        <pc:spChg chg="add mod">
          <ac:chgData name="Alexis MARTIN" userId="ec32c3d9-5957-42d0-8757-996fd533d25b" providerId="ADAL" clId="{B76BE869-635B-4DC9-A437-AFDC8BC5A345}" dt="2026-06-04T08:09:38.495" v="2335" actId="1076"/>
          <ac:spMkLst>
            <pc:docMk/>
            <pc:sldMk cId="3036519263" sldId="278"/>
            <ac:spMk id="41" creationId="{6451806F-416A-66EF-51D9-830E1B1D0BA8}"/>
          </ac:spMkLst>
        </pc:spChg>
        <pc:grpChg chg="mod">
          <ac:chgData name="Alexis MARTIN" userId="ec32c3d9-5957-42d0-8757-996fd533d25b" providerId="ADAL" clId="{B76BE869-635B-4DC9-A437-AFDC8BC5A345}" dt="2026-06-04T08:08:50.283" v="2300" actId="1076"/>
          <ac:grpSpMkLst>
            <pc:docMk/>
            <pc:sldMk cId="3036519263" sldId="278"/>
            <ac:grpSpMk id="18" creationId="{00000000-0000-0000-0000-000000000000}"/>
          </ac:grpSpMkLst>
        </pc:grpChg>
        <pc:graphicFrameChg chg="mod">
          <ac:chgData name="Alexis MARTIN" userId="ec32c3d9-5957-42d0-8757-996fd533d25b" providerId="ADAL" clId="{B76BE869-635B-4DC9-A437-AFDC8BC5A345}" dt="2026-06-04T08:08:50.283" v="2300" actId="1076"/>
          <ac:graphicFrameMkLst>
            <pc:docMk/>
            <pc:sldMk cId="3036519263" sldId="278"/>
            <ac:graphicFrameMk id="20" creationId="{00000000-0000-0000-0000-000000000000}"/>
          </ac:graphicFrameMkLst>
        </pc:graphicFrameChg>
        <pc:picChg chg="add mod">
          <ac:chgData name="Alexis MARTIN" userId="ec32c3d9-5957-42d0-8757-996fd533d25b" providerId="ADAL" clId="{B76BE869-635B-4DC9-A437-AFDC8BC5A345}" dt="2026-06-04T12:10:57.839" v="2446" actId="1035"/>
          <ac:picMkLst>
            <pc:docMk/>
            <pc:sldMk cId="3036519263" sldId="278"/>
            <ac:picMk id="40" creationId="{CA9C775F-EE64-1180-6D13-5CAD0DBE1F4A}"/>
          </ac:picMkLst>
        </pc:picChg>
        <pc:picChg chg="add mod">
          <ac:chgData name="Alexis MARTIN" userId="ec32c3d9-5957-42d0-8757-996fd533d25b" providerId="ADAL" clId="{B76BE869-635B-4DC9-A437-AFDC8BC5A345}" dt="2026-06-24T14:34:37.096" v="3211" actId="1076"/>
          <ac:picMkLst>
            <pc:docMk/>
            <pc:sldMk cId="3036519263" sldId="278"/>
            <ac:picMk id="6147" creationId="{F469A9EF-91DC-3A32-7DAD-07B99774C17B}"/>
          </ac:picMkLst>
        </pc:picChg>
      </pc:sldChg>
      <pc:sldChg chg="modSp mod">
        <pc:chgData name="Alexis MARTIN" userId="ec32c3d9-5957-42d0-8757-996fd533d25b" providerId="ADAL" clId="{B76BE869-635B-4DC9-A437-AFDC8BC5A345}" dt="2026-06-04T12:19:46.435" v="2583"/>
        <pc:sldMkLst>
          <pc:docMk/>
          <pc:sldMk cId="3384101630" sldId="279"/>
        </pc:sldMkLst>
        <pc:spChg chg="mod">
          <ac:chgData name="Alexis MARTIN" userId="ec32c3d9-5957-42d0-8757-996fd533d25b" providerId="ADAL" clId="{B76BE869-635B-4DC9-A437-AFDC8BC5A345}" dt="2026-06-04T12:19:46.435" v="2583"/>
          <ac:spMkLst>
            <pc:docMk/>
            <pc:sldMk cId="3384101630" sldId="279"/>
            <ac:spMk id="13" creationId="{00000000-0000-0000-0000-000000000000}"/>
          </ac:spMkLst>
        </pc:spChg>
      </pc:sldChg>
      <pc:sldChg chg="modSp mod">
        <pc:chgData name="Alexis MARTIN" userId="ec32c3d9-5957-42d0-8757-996fd533d25b" providerId="ADAL" clId="{B76BE869-635B-4DC9-A437-AFDC8BC5A345}" dt="2026-06-04T12:19:43.739" v="2581"/>
        <pc:sldMkLst>
          <pc:docMk/>
          <pc:sldMk cId="3086344570" sldId="280"/>
        </pc:sldMkLst>
        <pc:spChg chg="mod">
          <ac:chgData name="Alexis MARTIN" userId="ec32c3d9-5957-42d0-8757-996fd533d25b" providerId="ADAL" clId="{B76BE869-635B-4DC9-A437-AFDC8BC5A345}" dt="2026-06-04T12:19:43.739" v="2581"/>
          <ac:spMkLst>
            <pc:docMk/>
            <pc:sldMk cId="3086344570" sldId="280"/>
            <ac:spMk id="37" creationId="{00000000-0000-0000-0000-000000000000}"/>
          </ac:spMkLst>
        </pc:spChg>
      </pc:sldChg>
      <pc:sldChg chg="modSp mod">
        <pc:chgData name="Alexis MARTIN" userId="ec32c3d9-5957-42d0-8757-996fd533d25b" providerId="ADAL" clId="{B76BE869-635B-4DC9-A437-AFDC8BC5A345}" dt="2026-06-04T12:19:32.320" v="2579"/>
        <pc:sldMkLst>
          <pc:docMk/>
          <pc:sldMk cId="4269170574" sldId="281"/>
        </pc:sldMkLst>
        <pc:spChg chg="mod">
          <ac:chgData name="Alexis MARTIN" userId="ec32c3d9-5957-42d0-8757-996fd533d25b" providerId="ADAL" clId="{B76BE869-635B-4DC9-A437-AFDC8BC5A345}" dt="2026-06-04T12:19:32.320" v="2579"/>
          <ac:spMkLst>
            <pc:docMk/>
            <pc:sldMk cId="4269170574" sldId="281"/>
            <ac:spMk id="22" creationId="{00000000-0000-0000-0000-000000000000}"/>
          </ac:spMkLst>
        </pc:spChg>
      </pc:sldChg>
      <pc:sldChg chg="modSp mod">
        <pc:chgData name="Alexis MARTIN" userId="ec32c3d9-5957-42d0-8757-996fd533d25b" providerId="ADAL" clId="{B76BE869-635B-4DC9-A437-AFDC8BC5A345}" dt="2026-06-04T12:19:50.121" v="2585"/>
        <pc:sldMkLst>
          <pc:docMk/>
          <pc:sldMk cId="4053560290" sldId="285"/>
        </pc:sldMkLst>
        <pc:spChg chg="mod">
          <ac:chgData name="Alexis MARTIN" userId="ec32c3d9-5957-42d0-8757-996fd533d25b" providerId="ADAL" clId="{B76BE869-635B-4DC9-A437-AFDC8BC5A345}" dt="2026-06-04T12:19:50.121" v="2585"/>
          <ac:spMkLst>
            <pc:docMk/>
            <pc:sldMk cId="4053560290" sldId="285"/>
            <ac:spMk id="5" creationId="{00000000-0000-0000-0000-000000000000}"/>
          </ac:spMkLst>
        </pc:spChg>
      </pc:sldChg>
      <pc:sldChg chg="modSp mod">
        <pc:chgData name="Alexis MARTIN" userId="ec32c3d9-5957-42d0-8757-996fd533d25b" providerId="ADAL" clId="{B76BE869-635B-4DC9-A437-AFDC8BC5A345}" dt="2026-06-04T12:19:29.567" v="2577"/>
        <pc:sldMkLst>
          <pc:docMk/>
          <pc:sldMk cId="1706146621" sldId="288"/>
        </pc:sldMkLst>
        <pc:spChg chg="mod">
          <ac:chgData name="Alexis MARTIN" userId="ec32c3d9-5957-42d0-8757-996fd533d25b" providerId="ADAL" clId="{B76BE869-635B-4DC9-A437-AFDC8BC5A345}" dt="2026-06-04T12:19:29.567" v="2577"/>
          <ac:spMkLst>
            <pc:docMk/>
            <pc:sldMk cId="1706146621" sldId="288"/>
            <ac:spMk id="47" creationId="{00000000-0000-0000-0000-000000000000}"/>
          </ac:spMkLst>
        </pc:spChg>
      </pc:sldChg>
      <pc:sldChg chg="modSp mod">
        <pc:chgData name="Alexis MARTIN" userId="ec32c3d9-5957-42d0-8757-996fd533d25b" providerId="ADAL" clId="{B76BE869-635B-4DC9-A437-AFDC8BC5A345}" dt="2026-06-04T12:19:26.686" v="2575"/>
        <pc:sldMkLst>
          <pc:docMk/>
          <pc:sldMk cId="1575824833" sldId="289"/>
        </pc:sldMkLst>
        <pc:spChg chg="mod">
          <ac:chgData name="Alexis MARTIN" userId="ec32c3d9-5957-42d0-8757-996fd533d25b" providerId="ADAL" clId="{B76BE869-635B-4DC9-A437-AFDC8BC5A345}" dt="2026-06-04T12:19:26.686" v="2575"/>
          <ac:spMkLst>
            <pc:docMk/>
            <pc:sldMk cId="1575824833" sldId="289"/>
            <ac:spMk id="7" creationId="{00000000-0000-0000-0000-000000000000}"/>
          </ac:spMkLst>
        </pc:spChg>
      </pc:sldChg>
      <pc:sldChg chg="addSp modSp mod">
        <pc:chgData name="Alexis MARTIN" userId="ec32c3d9-5957-42d0-8757-996fd533d25b" providerId="ADAL" clId="{B76BE869-635B-4DC9-A437-AFDC8BC5A345}" dt="2026-06-04T12:19:22.596" v="2573"/>
        <pc:sldMkLst>
          <pc:docMk/>
          <pc:sldMk cId="3402143349" sldId="290"/>
        </pc:sldMkLst>
        <pc:spChg chg="add mod">
          <ac:chgData name="Alexis MARTIN" userId="ec32c3d9-5957-42d0-8757-996fd533d25b" providerId="ADAL" clId="{B76BE869-635B-4DC9-A437-AFDC8BC5A345}" dt="2026-06-04T12:06:28.989" v="2372" actId="20577"/>
          <ac:spMkLst>
            <pc:docMk/>
            <pc:sldMk cId="3402143349" sldId="290"/>
            <ac:spMk id="2" creationId="{BAD93DB3-7C55-CB12-987F-5C0C88B8BA06}"/>
          </ac:spMkLst>
        </pc:spChg>
        <pc:spChg chg="mod">
          <ac:chgData name="Alexis MARTIN" userId="ec32c3d9-5957-42d0-8757-996fd533d25b" providerId="ADAL" clId="{B76BE869-635B-4DC9-A437-AFDC8BC5A345}" dt="2026-06-04T12:19:22.596" v="2573"/>
          <ac:spMkLst>
            <pc:docMk/>
            <pc:sldMk cId="3402143349" sldId="290"/>
            <ac:spMk id="10" creationId="{00000000-0000-0000-0000-000000000000}"/>
          </ac:spMkLst>
        </pc:spChg>
        <pc:picChg chg="mod">
          <ac:chgData name="Alexis MARTIN" userId="ec32c3d9-5957-42d0-8757-996fd533d25b" providerId="ADAL" clId="{B76BE869-635B-4DC9-A437-AFDC8BC5A345}" dt="2026-06-01T11:48:24.070" v="179" actId="1076"/>
          <ac:picMkLst>
            <pc:docMk/>
            <pc:sldMk cId="3402143349" sldId="290"/>
            <ac:picMk id="7" creationId="{00000000-0000-0000-0000-000000000000}"/>
          </ac:picMkLst>
        </pc:picChg>
      </pc:sldChg>
      <pc:sldChg chg="addSp delSp modSp mod">
        <pc:chgData name="Alexis MARTIN" userId="ec32c3d9-5957-42d0-8757-996fd533d25b" providerId="ADAL" clId="{B76BE869-635B-4DC9-A437-AFDC8BC5A345}" dt="2026-06-04T12:19:08.983" v="2565"/>
        <pc:sldMkLst>
          <pc:docMk/>
          <pc:sldMk cId="2279549886" sldId="298"/>
        </pc:sldMkLst>
        <pc:spChg chg="mod">
          <ac:chgData name="Alexis MARTIN" userId="ec32c3d9-5957-42d0-8757-996fd533d25b" providerId="ADAL" clId="{B76BE869-635B-4DC9-A437-AFDC8BC5A345}" dt="2026-06-04T07:34:55.604" v="2031" actId="20577"/>
          <ac:spMkLst>
            <pc:docMk/>
            <pc:sldMk cId="2279549886" sldId="298"/>
            <ac:spMk id="4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4T12:19:08.983" v="2565"/>
          <ac:spMkLst>
            <pc:docMk/>
            <pc:sldMk cId="2279549886" sldId="298"/>
            <ac:spMk id="13" creationId="{00000000-0000-0000-0000-000000000000}"/>
          </ac:spMkLst>
        </pc:spChg>
        <pc:spChg chg="add mod">
          <ac:chgData name="Alexis MARTIN" userId="ec32c3d9-5957-42d0-8757-996fd533d25b" providerId="ADAL" clId="{B76BE869-635B-4DC9-A437-AFDC8BC5A345}" dt="2026-06-04T07:31:13.845" v="2028" actId="790"/>
          <ac:spMkLst>
            <pc:docMk/>
            <pc:sldMk cId="2279549886" sldId="298"/>
            <ac:spMk id="16" creationId="{8F937592-795F-AE28-50DC-704C9E78909E}"/>
          </ac:spMkLst>
        </pc:spChg>
        <pc:picChg chg="add mod">
          <ac:chgData name="Alexis MARTIN" userId="ec32c3d9-5957-42d0-8757-996fd533d25b" providerId="ADAL" clId="{B76BE869-635B-4DC9-A437-AFDC8BC5A345}" dt="2026-06-04T07:30:15.651" v="2009" actId="1076"/>
          <ac:picMkLst>
            <pc:docMk/>
            <pc:sldMk cId="2279549886" sldId="298"/>
            <ac:picMk id="14" creationId="{F572B062-2BBD-45E6-63EB-F302983D360A}"/>
          </ac:picMkLst>
        </pc:picChg>
      </pc:sldChg>
      <pc:sldChg chg="addSp delSp modSp mod">
        <pc:chgData name="Alexis MARTIN" userId="ec32c3d9-5957-42d0-8757-996fd533d25b" providerId="ADAL" clId="{B76BE869-635B-4DC9-A437-AFDC8BC5A345}" dt="2026-06-04T12:19:05.441" v="2563"/>
        <pc:sldMkLst>
          <pc:docMk/>
          <pc:sldMk cId="1939278159" sldId="299"/>
        </pc:sldMkLst>
        <pc:spChg chg="add mod">
          <ac:chgData name="Alexis MARTIN" userId="ec32c3d9-5957-42d0-8757-996fd533d25b" providerId="ADAL" clId="{B76BE869-635B-4DC9-A437-AFDC8BC5A345}" dt="2026-06-04T07:40:45.284" v="2048" actId="1076"/>
          <ac:spMkLst>
            <pc:docMk/>
            <pc:sldMk cId="1939278159" sldId="299"/>
            <ac:spMk id="3" creationId="{996D9CAC-31AD-C1A5-174F-54AC4F20E1F3}"/>
          </ac:spMkLst>
        </pc:spChg>
        <pc:spChg chg="mod">
          <ac:chgData name="Alexis MARTIN" userId="ec32c3d9-5957-42d0-8757-996fd533d25b" providerId="ADAL" clId="{B76BE869-635B-4DC9-A437-AFDC8BC5A345}" dt="2026-06-04T07:43:01.804" v="2093" actId="403"/>
          <ac:spMkLst>
            <pc:docMk/>
            <pc:sldMk cId="1939278159" sldId="299"/>
            <ac:spMk id="13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4T07:42:12.389" v="2069" actId="58"/>
          <ac:spMkLst>
            <pc:docMk/>
            <pc:sldMk cId="1939278159" sldId="299"/>
            <ac:spMk id="15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4T07:43:01.804" v="2093" actId="403"/>
          <ac:spMkLst>
            <pc:docMk/>
            <pc:sldMk cId="1939278159" sldId="299"/>
            <ac:spMk id="17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4T07:43:01.804" v="2093" actId="403"/>
          <ac:spMkLst>
            <pc:docMk/>
            <pc:sldMk cId="1939278159" sldId="299"/>
            <ac:spMk id="18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4T07:43:01.804" v="2093" actId="403"/>
          <ac:spMkLst>
            <pc:docMk/>
            <pc:sldMk cId="1939278159" sldId="299"/>
            <ac:spMk id="19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4T07:43:01.804" v="2093" actId="403"/>
          <ac:spMkLst>
            <pc:docMk/>
            <pc:sldMk cId="1939278159" sldId="299"/>
            <ac:spMk id="23" creationId="{00000000-0000-0000-0000-000000000000}"/>
          </ac:spMkLst>
        </pc:spChg>
        <pc:spChg chg="add mod">
          <ac:chgData name="Alexis MARTIN" userId="ec32c3d9-5957-42d0-8757-996fd533d25b" providerId="ADAL" clId="{B76BE869-635B-4DC9-A437-AFDC8BC5A345}" dt="2026-06-04T07:40:37.551" v="2045" actId="1076"/>
          <ac:spMkLst>
            <pc:docMk/>
            <pc:sldMk cId="1939278159" sldId="299"/>
            <ac:spMk id="24" creationId="{88114EA4-A300-5474-C2D3-6CB34320AA97}"/>
          </ac:spMkLst>
        </pc:spChg>
        <pc:spChg chg="mod">
          <ac:chgData name="Alexis MARTIN" userId="ec32c3d9-5957-42d0-8757-996fd533d25b" providerId="ADAL" clId="{B76BE869-635B-4DC9-A437-AFDC8BC5A345}" dt="2026-06-04T07:43:01.804" v="2093" actId="403"/>
          <ac:spMkLst>
            <pc:docMk/>
            <pc:sldMk cId="1939278159" sldId="299"/>
            <ac:spMk id="27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4T07:43:01.804" v="2093" actId="403"/>
          <ac:spMkLst>
            <pc:docMk/>
            <pc:sldMk cId="1939278159" sldId="299"/>
            <ac:spMk id="29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4T07:43:01.804" v="2093" actId="403"/>
          <ac:spMkLst>
            <pc:docMk/>
            <pc:sldMk cId="1939278159" sldId="299"/>
            <ac:spMk id="32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4T07:43:01.804" v="2093" actId="403"/>
          <ac:spMkLst>
            <pc:docMk/>
            <pc:sldMk cId="1939278159" sldId="299"/>
            <ac:spMk id="34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4T07:43:01.804" v="2093" actId="403"/>
          <ac:spMkLst>
            <pc:docMk/>
            <pc:sldMk cId="1939278159" sldId="299"/>
            <ac:spMk id="41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4T12:19:05.441" v="2563"/>
          <ac:spMkLst>
            <pc:docMk/>
            <pc:sldMk cId="1939278159" sldId="299"/>
            <ac:spMk id="48" creationId="{00000000-0000-0000-0000-000000000000}"/>
          </ac:spMkLst>
        </pc:spChg>
        <pc:spChg chg="add mod">
          <ac:chgData name="Alexis MARTIN" userId="ec32c3d9-5957-42d0-8757-996fd533d25b" providerId="ADAL" clId="{B76BE869-635B-4DC9-A437-AFDC8BC5A345}" dt="2026-06-04T07:41:30.694" v="2059" actId="1076"/>
          <ac:spMkLst>
            <pc:docMk/>
            <pc:sldMk cId="1939278159" sldId="299"/>
            <ac:spMk id="50" creationId="{C8486B58-8BC9-B9C2-9743-59AAE3698FC7}"/>
          </ac:spMkLst>
        </pc:spChg>
        <pc:spChg chg="add mod">
          <ac:chgData name="Alexis MARTIN" userId="ec32c3d9-5957-42d0-8757-996fd533d25b" providerId="ADAL" clId="{B76BE869-635B-4DC9-A437-AFDC8BC5A345}" dt="2026-06-04T07:43:19.446" v="2097" actId="20577"/>
          <ac:spMkLst>
            <pc:docMk/>
            <pc:sldMk cId="1939278159" sldId="299"/>
            <ac:spMk id="51" creationId="{7F53371E-BA53-1A01-F75E-8578E4021A97}"/>
          </ac:spMkLst>
        </pc:spChg>
        <pc:spChg chg="add mod">
          <ac:chgData name="Alexis MARTIN" userId="ec32c3d9-5957-42d0-8757-996fd533d25b" providerId="ADAL" clId="{B76BE869-635B-4DC9-A437-AFDC8BC5A345}" dt="2026-06-04T07:43:27.604" v="2101" actId="20577"/>
          <ac:spMkLst>
            <pc:docMk/>
            <pc:sldMk cId="1939278159" sldId="299"/>
            <ac:spMk id="52" creationId="{310176DE-CA74-5C97-7021-69E2BD361C43}"/>
          </ac:spMkLst>
        </pc:spChg>
      </pc:sldChg>
      <pc:sldChg chg="modSp mod">
        <pc:chgData name="Alexis MARTIN" userId="ec32c3d9-5957-42d0-8757-996fd533d25b" providerId="ADAL" clId="{B76BE869-635B-4DC9-A437-AFDC8BC5A345}" dt="2026-06-04T12:19:01.861" v="2561"/>
        <pc:sldMkLst>
          <pc:docMk/>
          <pc:sldMk cId="2795476347" sldId="300"/>
        </pc:sldMkLst>
        <pc:spChg chg="mod">
          <ac:chgData name="Alexis MARTIN" userId="ec32c3d9-5957-42d0-8757-996fd533d25b" providerId="ADAL" clId="{B76BE869-635B-4DC9-A437-AFDC8BC5A345}" dt="2026-06-04T12:19:01.861" v="2561"/>
          <ac:spMkLst>
            <pc:docMk/>
            <pc:sldMk cId="2795476347" sldId="300"/>
            <ac:spMk id="7" creationId="{00000000-0000-0000-0000-000000000000}"/>
          </ac:spMkLst>
        </pc:spChg>
      </pc:sldChg>
      <pc:sldChg chg="addSp delSp modSp mod ord">
        <pc:chgData name="Alexis MARTIN" userId="ec32c3d9-5957-42d0-8757-996fd533d25b" providerId="ADAL" clId="{B76BE869-635B-4DC9-A437-AFDC8BC5A345}" dt="2026-06-04T12:18:47.745" v="2559"/>
        <pc:sldMkLst>
          <pc:docMk/>
          <pc:sldMk cId="3032879963" sldId="304"/>
        </pc:sldMkLst>
        <pc:spChg chg="add mod">
          <ac:chgData name="Alexis MARTIN" userId="ec32c3d9-5957-42d0-8757-996fd533d25b" providerId="ADAL" clId="{B76BE869-635B-4DC9-A437-AFDC8BC5A345}" dt="2026-06-04T07:49:46.544" v="2178" actId="1076"/>
          <ac:spMkLst>
            <pc:docMk/>
            <pc:sldMk cId="3032879963" sldId="304"/>
            <ac:spMk id="3" creationId="{BD344D97-F668-599B-F204-4B920162A8B4}"/>
          </ac:spMkLst>
        </pc:spChg>
        <pc:spChg chg="mod">
          <ac:chgData name="Alexis MARTIN" userId="ec32c3d9-5957-42d0-8757-996fd533d25b" providerId="ADAL" clId="{B76BE869-635B-4DC9-A437-AFDC8BC5A345}" dt="2026-06-04T12:18:47.745" v="2559"/>
          <ac:spMkLst>
            <pc:docMk/>
            <pc:sldMk cId="3032879963" sldId="304"/>
            <ac:spMk id="11" creationId="{00000000-0000-0000-0000-000000000000}"/>
          </ac:spMkLst>
        </pc:spChg>
        <pc:spChg chg="add mod">
          <ac:chgData name="Alexis MARTIN" userId="ec32c3d9-5957-42d0-8757-996fd533d25b" providerId="ADAL" clId="{B76BE869-635B-4DC9-A437-AFDC8BC5A345}" dt="2026-06-04T07:49:50.124" v="2180" actId="1076"/>
          <ac:spMkLst>
            <pc:docMk/>
            <pc:sldMk cId="3032879963" sldId="304"/>
            <ac:spMk id="22" creationId="{55A5C4AA-10BB-FABB-533E-FF452EDE925D}"/>
          </ac:spMkLst>
        </pc:spChg>
        <pc:spChg chg="add mod">
          <ac:chgData name="Alexis MARTIN" userId="ec32c3d9-5957-42d0-8757-996fd533d25b" providerId="ADAL" clId="{B76BE869-635B-4DC9-A437-AFDC8BC5A345}" dt="2026-06-04T07:50:46.824" v="2208" actId="1076"/>
          <ac:spMkLst>
            <pc:docMk/>
            <pc:sldMk cId="3032879963" sldId="304"/>
            <ac:spMk id="61" creationId="{8608D1B0-7F09-A421-4794-FC96E62B5B6C}"/>
          </ac:spMkLst>
        </pc:spChg>
        <pc:grpChg chg="add mod">
          <ac:chgData name="Alexis MARTIN" userId="ec32c3d9-5957-42d0-8757-996fd533d25b" providerId="ADAL" clId="{B76BE869-635B-4DC9-A437-AFDC8BC5A345}" dt="2026-06-04T07:49:46.544" v="2178" actId="1076"/>
          <ac:grpSpMkLst>
            <pc:docMk/>
            <pc:sldMk cId="3032879963" sldId="304"/>
            <ac:grpSpMk id="20" creationId="{6D0E4C15-9B80-186B-9460-2BB9EC0B2AC7}"/>
          </ac:grpSpMkLst>
        </pc:grpChg>
        <pc:grpChg chg="add mod">
          <ac:chgData name="Alexis MARTIN" userId="ec32c3d9-5957-42d0-8757-996fd533d25b" providerId="ADAL" clId="{B76BE869-635B-4DC9-A437-AFDC8BC5A345}" dt="2026-06-04T07:49:50.124" v="2180" actId="1076"/>
          <ac:grpSpMkLst>
            <pc:docMk/>
            <pc:sldMk cId="3032879963" sldId="304"/>
            <ac:grpSpMk id="60" creationId="{03DB253E-34DC-5936-D15D-14B784E2B22F}"/>
          </ac:grpSpMkLst>
        </pc:grpChg>
        <pc:picChg chg="add mod">
          <ac:chgData name="Alexis MARTIN" userId="ec32c3d9-5957-42d0-8757-996fd533d25b" providerId="ADAL" clId="{B76BE869-635B-4DC9-A437-AFDC8BC5A345}" dt="2026-06-04T07:49:46.544" v="2178" actId="1076"/>
          <ac:picMkLst>
            <pc:docMk/>
            <pc:sldMk cId="3032879963" sldId="304"/>
            <ac:picMk id="2" creationId="{788D280B-9D28-DA25-212F-08864A3CCDA8}"/>
          </ac:picMkLst>
        </pc:picChg>
        <pc:picChg chg="mod">
          <ac:chgData name="Alexis MARTIN" userId="ec32c3d9-5957-42d0-8757-996fd533d25b" providerId="ADAL" clId="{B76BE869-635B-4DC9-A437-AFDC8BC5A345}" dt="2026-06-04T07:49:50.124" v="2180" actId="1076"/>
          <ac:picMkLst>
            <pc:docMk/>
            <pc:sldMk cId="3032879963" sldId="304"/>
            <ac:picMk id="6" creationId="{00000000-0000-0000-0000-000000000000}"/>
          </ac:picMkLst>
        </pc:picChg>
        <pc:picChg chg="add mod">
          <ac:chgData name="Alexis MARTIN" userId="ec32c3d9-5957-42d0-8757-996fd533d25b" providerId="ADAL" clId="{B76BE869-635B-4DC9-A437-AFDC8BC5A345}" dt="2026-06-04T07:49:55.317" v="2182" actId="1076"/>
          <ac:picMkLst>
            <pc:docMk/>
            <pc:sldMk cId="3032879963" sldId="304"/>
            <ac:picMk id="59" creationId="{C4A63C61-4C00-062E-5743-8E24D5DED830}"/>
          </ac:picMkLst>
        </pc:picChg>
        <pc:cxnChg chg="add mod">
          <ac:chgData name="Alexis MARTIN" userId="ec32c3d9-5957-42d0-8757-996fd533d25b" providerId="ADAL" clId="{B76BE869-635B-4DC9-A437-AFDC8BC5A345}" dt="2026-06-04T07:49:46.544" v="2178" actId="1076"/>
          <ac:cxnSpMkLst>
            <pc:docMk/>
            <pc:sldMk cId="3032879963" sldId="304"/>
            <ac:cxnSpMk id="13" creationId="{A331CB9F-E22C-4F7D-10B1-25AFE228EAA3}"/>
          </ac:cxnSpMkLst>
        </pc:cxnChg>
        <pc:cxnChg chg="add mod">
          <ac:chgData name="Alexis MARTIN" userId="ec32c3d9-5957-42d0-8757-996fd533d25b" providerId="ADAL" clId="{B76BE869-635B-4DC9-A437-AFDC8BC5A345}" dt="2026-06-04T07:49:46.544" v="2178" actId="1076"/>
          <ac:cxnSpMkLst>
            <pc:docMk/>
            <pc:sldMk cId="3032879963" sldId="304"/>
            <ac:cxnSpMk id="15" creationId="{74256E9E-4D76-5548-5C05-64AF27236271}"/>
          </ac:cxnSpMkLst>
        </pc:cxnChg>
        <pc:cxnChg chg="add mod">
          <ac:chgData name="Alexis MARTIN" userId="ec32c3d9-5957-42d0-8757-996fd533d25b" providerId="ADAL" clId="{B76BE869-635B-4DC9-A437-AFDC8BC5A345}" dt="2026-06-04T07:49:46.544" v="2178" actId="1076"/>
          <ac:cxnSpMkLst>
            <pc:docMk/>
            <pc:sldMk cId="3032879963" sldId="304"/>
            <ac:cxnSpMk id="16" creationId="{FBA23961-CC45-5273-461B-5A359FF34575}"/>
          </ac:cxnSpMkLst>
        </pc:cxnChg>
        <pc:cxnChg chg="add mod">
          <ac:chgData name="Alexis MARTIN" userId="ec32c3d9-5957-42d0-8757-996fd533d25b" providerId="ADAL" clId="{B76BE869-635B-4DC9-A437-AFDC8BC5A345}" dt="2026-06-04T07:49:50.124" v="2180" actId="1076"/>
          <ac:cxnSpMkLst>
            <pc:docMk/>
            <pc:sldMk cId="3032879963" sldId="304"/>
            <ac:cxnSpMk id="23" creationId="{3D484CA1-B9CB-A569-A945-FCFA38F31D09}"/>
          </ac:cxnSpMkLst>
        </pc:cxnChg>
      </pc:sldChg>
      <pc:sldChg chg="modSp mod">
        <pc:chgData name="Alexis MARTIN" userId="ec32c3d9-5957-42d0-8757-996fd533d25b" providerId="ADAL" clId="{B76BE869-635B-4DC9-A437-AFDC8BC5A345}" dt="2026-06-04T12:18:36.411" v="2555"/>
        <pc:sldMkLst>
          <pc:docMk/>
          <pc:sldMk cId="3819739572" sldId="305"/>
        </pc:sldMkLst>
        <pc:spChg chg="mod">
          <ac:chgData name="Alexis MARTIN" userId="ec32c3d9-5957-42d0-8757-996fd533d25b" providerId="ADAL" clId="{B76BE869-635B-4DC9-A437-AFDC8BC5A345}" dt="2026-06-04T12:18:36.411" v="2555"/>
          <ac:spMkLst>
            <pc:docMk/>
            <pc:sldMk cId="3819739572" sldId="305"/>
            <ac:spMk id="11" creationId="{00000000-0000-0000-0000-000000000000}"/>
          </ac:spMkLst>
        </pc:spChg>
      </pc:sldChg>
      <pc:sldChg chg="modSp mod">
        <pc:chgData name="Alexis MARTIN" userId="ec32c3d9-5957-42d0-8757-996fd533d25b" providerId="ADAL" clId="{B76BE869-635B-4DC9-A437-AFDC8BC5A345}" dt="2026-06-04T12:18:32.979" v="2553"/>
        <pc:sldMkLst>
          <pc:docMk/>
          <pc:sldMk cId="3756722117" sldId="307"/>
        </pc:sldMkLst>
        <pc:spChg chg="mod">
          <ac:chgData name="Alexis MARTIN" userId="ec32c3d9-5957-42d0-8757-996fd533d25b" providerId="ADAL" clId="{B76BE869-635B-4DC9-A437-AFDC8BC5A345}" dt="2026-06-04T12:18:32.979" v="2553"/>
          <ac:spMkLst>
            <pc:docMk/>
            <pc:sldMk cId="3756722117" sldId="307"/>
            <ac:spMk id="14" creationId="{00000000-0000-0000-0000-000000000000}"/>
          </ac:spMkLst>
        </pc:spChg>
      </pc:sldChg>
      <pc:sldChg chg="addSp delSp modSp mod">
        <pc:chgData name="Alexis MARTIN" userId="ec32c3d9-5957-42d0-8757-996fd533d25b" providerId="ADAL" clId="{B76BE869-635B-4DC9-A437-AFDC8BC5A345}" dt="2026-06-04T12:18:24.013" v="2549" actId="207"/>
        <pc:sldMkLst>
          <pc:docMk/>
          <pc:sldMk cId="754101093" sldId="318"/>
        </pc:sldMkLst>
        <pc:spChg chg="mod">
          <ac:chgData name="Alexis MARTIN" userId="ec32c3d9-5957-42d0-8757-996fd533d25b" providerId="ADAL" clId="{B76BE869-635B-4DC9-A437-AFDC8BC5A345}" dt="2026-06-04T07:19:59.515" v="1978" actId="20577"/>
          <ac:spMkLst>
            <pc:docMk/>
            <pc:sldMk cId="754101093" sldId="318"/>
            <ac:spMk id="4" creationId="{00000000-0000-0000-0000-000000000000}"/>
          </ac:spMkLst>
        </pc:spChg>
        <pc:spChg chg="mod">
          <ac:chgData name="Alexis MARTIN" userId="ec32c3d9-5957-42d0-8757-996fd533d25b" providerId="ADAL" clId="{B76BE869-635B-4DC9-A437-AFDC8BC5A345}" dt="2026-06-04T12:18:24.013" v="2549" actId="207"/>
          <ac:spMkLst>
            <pc:docMk/>
            <pc:sldMk cId="754101093" sldId="318"/>
            <ac:spMk id="7" creationId="{00000000-0000-0000-0000-000000000000}"/>
          </ac:spMkLst>
        </pc:spChg>
        <pc:picChg chg="add mod modCrop">
          <ac:chgData name="Alexis MARTIN" userId="ec32c3d9-5957-42d0-8757-996fd533d25b" providerId="ADAL" clId="{B76BE869-635B-4DC9-A437-AFDC8BC5A345}" dt="2026-06-04T07:26:20.295" v="1997" actId="1076"/>
          <ac:picMkLst>
            <pc:docMk/>
            <pc:sldMk cId="754101093" sldId="318"/>
            <ac:picMk id="3" creationId="{BA0C173B-E10B-38E2-8308-D36AD7EC12EC}"/>
          </ac:picMkLst>
        </pc:picChg>
        <pc:picChg chg="add mod">
          <ac:chgData name="Alexis MARTIN" userId="ec32c3d9-5957-42d0-8757-996fd533d25b" providerId="ADAL" clId="{B76BE869-635B-4DC9-A437-AFDC8BC5A345}" dt="2026-06-04T07:25:51.175" v="1995" actId="14100"/>
          <ac:picMkLst>
            <pc:docMk/>
            <pc:sldMk cId="754101093" sldId="318"/>
            <ac:picMk id="11" creationId="{E27537AA-FBDD-EF61-5DBE-ACEEFFCC3CEA}"/>
          </ac:picMkLst>
        </pc:picChg>
        <pc:picChg chg="add mod">
          <ac:chgData name="Alexis MARTIN" userId="ec32c3d9-5957-42d0-8757-996fd533d25b" providerId="ADAL" clId="{B76BE869-635B-4DC9-A437-AFDC8BC5A345}" dt="2026-06-04T07:26:27.178" v="2001" actId="14100"/>
          <ac:picMkLst>
            <pc:docMk/>
            <pc:sldMk cId="754101093" sldId="318"/>
            <ac:picMk id="13" creationId="{961D3D2C-20B1-C499-C434-FA5F5FE5BE94}"/>
          </ac:picMkLst>
        </pc:picChg>
      </pc:sldChg>
      <pc:sldChg chg="modSp del">
        <pc:chgData name="Alexis MARTIN" userId="ec32c3d9-5957-42d0-8757-996fd533d25b" providerId="ADAL" clId="{B76BE869-635B-4DC9-A437-AFDC8BC5A345}" dt="2026-06-25T13:15:37.482" v="5110" actId="47"/>
        <pc:sldMkLst>
          <pc:docMk/>
          <pc:sldMk cId="3606816588" sldId="319"/>
        </pc:sldMkLst>
        <pc:spChg chg="mod">
          <ac:chgData name="Alexis MARTIN" userId="ec32c3d9-5957-42d0-8757-996fd533d25b" providerId="ADAL" clId="{B76BE869-635B-4DC9-A437-AFDC8BC5A345}" dt="2026-06-24T14:13:40.063" v="2824"/>
          <ac:spMkLst>
            <pc:docMk/>
            <pc:sldMk cId="3606816588" sldId="319"/>
            <ac:spMk id="29" creationId="{00000000-0000-0000-0000-000000000000}"/>
          </ac:spMkLst>
        </pc:spChg>
      </pc:sldChg>
      <pc:sldChg chg="modSp add mod">
        <pc:chgData name="Alexis MARTIN" userId="ec32c3d9-5957-42d0-8757-996fd533d25b" providerId="ADAL" clId="{B76BE869-635B-4DC9-A437-AFDC8BC5A345}" dt="2026-06-01T11:28:08.758" v="39" actId="20577"/>
        <pc:sldMkLst>
          <pc:docMk/>
          <pc:sldMk cId="4040949202" sldId="320"/>
        </pc:sldMkLst>
        <pc:spChg chg="mod">
          <ac:chgData name="Alexis MARTIN" userId="ec32c3d9-5957-42d0-8757-996fd533d25b" providerId="ADAL" clId="{B76BE869-635B-4DC9-A437-AFDC8BC5A345}" dt="2026-06-01T11:28:08.758" v="39" actId="20577"/>
          <ac:spMkLst>
            <pc:docMk/>
            <pc:sldMk cId="4040949202" sldId="320"/>
            <ac:spMk id="5" creationId="{E68E3FD7-27D7-B9A0-D801-480A2B3BBBA5}"/>
          </ac:spMkLst>
        </pc:spChg>
        <pc:spChg chg="mod">
          <ac:chgData name="Alexis MARTIN" userId="ec32c3d9-5957-42d0-8757-996fd533d25b" providerId="ADAL" clId="{B76BE869-635B-4DC9-A437-AFDC8BC5A345}" dt="2026-06-01T11:28:07.590" v="38" actId="20577"/>
          <ac:spMkLst>
            <pc:docMk/>
            <pc:sldMk cId="4040949202" sldId="320"/>
            <ac:spMk id="7" creationId="{98F2C7FF-37DF-1937-6D45-2D861C32235D}"/>
          </ac:spMkLst>
        </pc:spChg>
      </pc:sldChg>
      <pc:sldChg chg="addSp delSp modSp add mod">
        <pc:chgData name="Alexis MARTIN" userId="ec32c3d9-5957-42d0-8757-996fd533d25b" providerId="ADAL" clId="{B76BE869-635B-4DC9-A437-AFDC8BC5A345}" dt="2026-06-04T12:17:17.093" v="2538" actId="207"/>
        <pc:sldMkLst>
          <pc:docMk/>
          <pc:sldMk cId="4111354504" sldId="321"/>
        </pc:sldMkLst>
        <pc:spChg chg="add mod">
          <ac:chgData name="Alexis MARTIN" userId="ec32c3d9-5957-42d0-8757-996fd533d25b" providerId="ADAL" clId="{B76BE869-635B-4DC9-A437-AFDC8BC5A345}" dt="2026-06-01T11:28:34.580" v="43"/>
          <ac:spMkLst>
            <pc:docMk/>
            <pc:sldMk cId="4111354504" sldId="321"/>
            <ac:spMk id="2" creationId="{8B21C3DB-B8EE-FDE8-4430-C2BD9F509872}"/>
          </ac:spMkLst>
        </pc:spChg>
        <pc:spChg chg="add mod">
          <ac:chgData name="Alexis MARTIN" userId="ec32c3d9-5957-42d0-8757-996fd533d25b" providerId="ADAL" clId="{B76BE869-635B-4DC9-A437-AFDC8BC5A345}" dt="2026-06-01T11:28:34.580" v="43"/>
          <ac:spMkLst>
            <pc:docMk/>
            <pc:sldMk cId="4111354504" sldId="321"/>
            <ac:spMk id="3" creationId="{60B5D67A-0197-FCF5-2488-23DBBF29E6C3}"/>
          </ac:spMkLst>
        </pc:spChg>
        <pc:spChg chg="add mod">
          <ac:chgData name="Alexis MARTIN" userId="ec32c3d9-5957-42d0-8757-996fd533d25b" providerId="ADAL" clId="{B76BE869-635B-4DC9-A437-AFDC8BC5A345}" dt="2026-06-02T09:19:58.631" v="906" actId="20577"/>
          <ac:spMkLst>
            <pc:docMk/>
            <pc:sldMk cId="4111354504" sldId="321"/>
            <ac:spMk id="4" creationId="{A49DC8BF-DC79-751D-B84C-BC84B454169B}"/>
          </ac:spMkLst>
        </pc:spChg>
        <pc:spChg chg="add mod">
          <ac:chgData name="Alexis MARTIN" userId="ec32c3d9-5957-42d0-8757-996fd533d25b" providerId="ADAL" clId="{B76BE869-635B-4DC9-A437-AFDC8BC5A345}" dt="2026-06-04T12:17:17.093" v="2538" actId="207"/>
          <ac:spMkLst>
            <pc:docMk/>
            <pc:sldMk cId="4111354504" sldId="321"/>
            <ac:spMk id="6" creationId="{83691916-AEF3-D576-3675-8CB35FFFA81E}"/>
          </ac:spMkLst>
        </pc:spChg>
        <pc:spChg chg="add mod">
          <ac:chgData name="Alexis MARTIN" userId="ec32c3d9-5957-42d0-8757-996fd533d25b" providerId="ADAL" clId="{B76BE869-635B-4DC9-A437-AFDC8BC5A345}" dt="2026-06-02T09:28:18.577" v="986" actId="1076"/>
          <ac:spMkLst>
            <pc:docMk/>
            <pc:sldMk cId="4111354504" sldId="321"/>
            <ac:spMk id="10" creationId="{3B265CBF-9EB5-5EA8-1433-6A46AEDECCEE}"/>
          </ac:spMkLst>
        </pc:spChg>
        <pc:spChg chg="add mod">
          <ac:chgData name="Alexis MARTIN" userId="ec32c3d9-5957-42d0-8757-996fd533d25b" providerId="ADAL" clId="{B76BE869-635B-4DC9-A437-AFDC8BC5A345}" dt="2026-06-02T09:40:29.590" v="1015" actId="14100"/>
          <ac:spMkLst>
            <pc:docMk/>
            <pc:sldMk cId="4111354504" sldId="321"/>
            <ac:spMk id="11" creationId="{130AB1B1-F9DB-B33C-CFD5-6ED10A039699}"/>
          </ac:spMkLst>
        </pc:spChg>
        <pc:picChg chg="add mod">
          <ac:chgData name="Alexis MARTIN" userId="ec32c3d9-5957-42d0-8757-996fd533d25b" providerId="ADAL" clId="{B76BE869-635B-4DC9-A437-AFDC8BC5A345}" dt="2026-06-02T09:25:09.311" v="967" actId="1076"/>
          <ac:picMkLst>
            <pc:docMk/>
            <pc:sldMk cId="4111354504" sldId="321"/>
            <ac:picMk id="15" creationId="{3B0F3231-FC70-4140-5D7E-11F8CA2DD53F}"/>
          </ac:picMkLst>
        </pc:picChg>
        <pc:picChg chg="add mod">
          <ac:chgData name="Alexis MARTIN" userId="ec32c3d9-5957-42d0-8757-996fd533d25b" providerId="ADAL" clId="{B76BE869-635B-4DC9-A437-AFDC8BC5A345}" dt="2026-06-02T12:38:13.844" v="1560" actId="1035"/>
          <ac:picMkLst>
            <pc:docMk/>
            <pc:sldMk cId="4111354504" sldId="321"/>
            <ac:picMk id="17" creationId="{5C878FCB-72C5-D8E0-0FE7-88BF753C88E3}"/>
          </ac:picMkLst>
        </pc:picChg>
        <pc:picChg chg="add mod">
          <ac:chgData name="Alexis MARTIN" userId="ec32c3d9-5957-42d0-8757-996fd533d25b" providerId="ADAL" clId="{B76BE869-635B-4DC9-A437-AFDC8BC5A345}" dt="2026-06-02T09:39:12.167" v="990" actId="1076"/>
          <ac:picMkLst>
            <pc:docMk/>
            <pc:sldMk cId="4111354504" sldId="321"/>
            <ac:picMk id="19" creationId="{C9BF9529-C783-57BF-52FB-E66E67529353}"/>
          </ac:picMkLst>
        </pc:picChg>
        <pc:picChg chg="add mod">
          <ac:chgData name="Alexis MARTIN" userId="ec32c3d9-5957-42d0-8757-996fd533d25b" providerId="ADAL" clId="{B76BE869-635B-4DC9-A437-AFDC8BC5A345}" dt="2026-06-02T09:39:41.378" v="1000" actId="14100"/>
          <ac:picMkLst>
            <pc:docMk/>
            <pc:sldMk cId="4111354504" sldId="321"/>
            <ac:picMk id="21" creationId="{C0944C28-770F-950F-5E32-68C97DF384EE}"/>
          </ac:picMkLst>
        </pc:picChg>
      </pc:sldChg>
      <pc:sldChg chg="addSp delSp modSp add mod">
        <pc:chgData name="Alexis MARTIN" userId="ec32c3d9-5957-42d0-8757-996fd533d25b" providerId="ADAL" clId="{B76BE869-635B-4DC9-A437-AFDC8BC5A345}" dt="2026-06-04T12:19:19.672" v="2571"/>
        <pc:sldMkLst>
          <pc:docMk/>
          <pc:sldMk cId="343268090" sldId="324"/>
        </pc:sldMkLst>
        <pc:spChg chg="mod">
          <ac:chgData name="Alexis MARTIN" userId="ec32c3d9-5957-42d0-8757-996fd533d25b" providerId="ADAL" clId="{B76BE869-635B-4DC9-A437-AFDC8BC5A345}" dt="2026-06-01T11:31:40.058" v="127" actId="20577"/>
          <ac:spMkLst>
            <pc:docMk/>
            <pc:sldMk cId="343268090" sldId="324"/>
            <ac:spMk id="4" creationId="{E636336A-CA73-9924-1B5C-E50292CF4EE7}"/>
          </ac:spMkLst>
        </pc:spChg>
        <pc:spChg chg="mod">
          <ac:chgData name="Alexis MARTIN" userId="ec32c3d9-5957-42d0-8757-996fd533d25b" providerId="ADAL" clId="{B76BE869-635B-4DC9-A437-AFDC8BC5A345}" dt="2026-06-04T12:19:19.672" v="2571"/>
          <ac:spMkLst>
            <pc:docMk/>
            <pc:sldMk cId="343268090" sldId="324"/>
            <ac:spMk id="10" creationId="{E88917F6-9A4E-C4A4-FF91-E804D1EE5DE7}"/>
          </ac:spMkLst>
        </pc:spChg>
        <pc:spChg chg="add mod">
          <ac:chgData name="Alexis MARTIN" userId="ec32c3d9-5957-42d0-8757-996fd533d25b" providerId="ADAL" clId="{B76BE869-635B-4DC9-A437-AFDC8BC5A345}" dt="2026-06-01T14:46:12.600" v="603" actId="1076"/>
          <ac:spMkLst>
            <pc:docMk/>
            <pc:sldMk cId="343268090" sldId="324"/>
            <ac:spMk id="13" creationId="{6057AADE-CFBB-F3AE-97B4-C5C2A00FADD3}"/>
          </ac:spMkLst>
        </pc:spChg>
        <pc:spChg chg="add mod">
          <ac:chgData name="Alexis MARTIN" userId="ec32c3d9-5957-42d0-8757-996fd533d25b" providerId="ADAL" clId="{B76BE869-635B-4DC9-A437-AFDC8BC5A345}" dt="2026-06-01T14:46:41.024" v="622" actId="1035"/>
          <ac:spMkLst>
            <pc:docMk/>
            <pc:sldMk cId="343268090" sldId="324"/>
            <ac:spMk id="15" creationId="{FDC13273-C51A-3D62-452F-AA935756220F}"/>
          </ac:spMkLst>
        </pc:spChg>
        <pc:spChg chg="add mod">
          <ac:chgData name="Alexis MARTIN" userId="ec32c3d9-5957-42d0-8757-996fd533d25b" providerId="ADAL" clId="{B76BE869-635B-4DC9-A437-AFDC8BC5A345}" dt="2026-06-01T11:42:38.658" v="172" actId="1076"/>
          <ac:spMkLst>
            <pc:docMk/>
            <pc:sldMk cId="343268090" sldId="324"/>
            <ac:spMk id="17" creationId="{AD1088D2-3286-E1FB-DFF7-C60B9AF5DC37}"/>
          </ac:spMkLst>
        </pc:spChg>
        <pc:spChg chg="add mod">
          <ac:chgData name="Alexis MARTIN" userId="ec32c3d9-5957-42d0-8757-996fd533d25b" providerId="ADAL" clId="{B76BE869-635B-4DC9-A437-AFDC8BC5A345}" dt="2026-06-01T11:42:48.377" v="176" actId="1076"/>
          <ac:spMkLst>
            <pc:docMk/>
            <pc:sldMk cId="343268090" sldId="324"/>
            <ac:spMk id="19" creationId="{C1FD3DB5-C3E6-CC11-A9BC-0BAE588C59C2}"/>
          </ac:spMkLst>
        </pc:spChg>
        <pc:spChg chg="add mod">
          <ac:chgData name="Alexis MARTIN" userId="ec32c3d9-5957-42d0-8757-996fd533d25b" providerId="ADAL" clId="{B76BE869-635B-4DC9-A437-AFDC8BC5A345}" dt="2026-06-01T14:53:06.551" v="691" actId="1076"/>
          <ac:spMkLst>
            <pc:docMk/>
            <pc:sldMk cId="343268090" sldId="324"/>
            <ac:spMk id="20" creationId="{4427CFCB-7195-236D-369C-B6A9FCC49710}"/>
          </ac:spMkLst>
        </pc:spChg>
        <pc:spChg chg="add mod">
          <ac:chgData name="Alexis MARTIN" userId="ec32c3d9-5957-42d0-8757-996fd533d25b" providerId="ADAL" clId="{B76BE869-635B-4DC9-A437-AFDC8BC5A345}" dt="2026-06-02T08:37:08.953" v="759" actId="20577"/>
          <ac:spMkLst>
            <pc:docMk/>
            <pc:sldMk cId="343268090" sldId="324"/>
            <ac:spMk id="24" creationId="{637A31F7-EF17-9715-BC84-2D747BC05EA0}"/>
          </ac:spMkLst>
        </pc:spChg>
        <pc:spChg chg="add mod">
          <ac:chgData name="Alexis MARTIN" userId="ec32c3d9-5957-42d0-8757-996fd533d25b" providerId="ADAL" clId="{B76BE869-635B-4DC9-A437-AFDC8BC5A345}" dt="2026-06-01T14:49:31.211" v="647" actId="1035"/>
          <ac:spMkLst>
            <pc:docMk/>
            <pc:sldMk cId="343268090" sldId="324"/>
            <ac:spMk id="31" creationId="{D1BA060F-97B8-AD8D-3D35-B69169A3842D}"/>
          </ac:spMkLst>
        </pc:spChg>
        <pc:picChg chg="add mod modCrop">
          <ac:chgData name="Alexis MARTIN" userId="ec32c3d9-5957-42d0-8757-996fd533d25b" providerId="ADAL" clId="{B76BE869-635B-4DC9-A437-AFDC8BC5A345}" dt="2026-06-01T11:42:57.073" v="178" actId="732"/>
          <ac:picMkLst>
            <pc:docMk/>
            <pc:sldMk cId="343268090" sldId="324"/>
            <ac:picMk id="3" creationId="{EAAD5D8B-DAFA-F0BF-6A8E-6C4C2892076C}"/>
          </ac:picMkLst>
        </pc:picChg>
        <pc:picChg chg="add mod modCrop">
          <ac:chgData name="Alexis MARTIN" userId="ec32c3d9-5957-42d0-8757-996fd533d25b" providerId="ADAL" clId="{B76BE869-635B-4DC9-A437-AFDC8BC5A345}" dt="2026-06-01T11:57:04.689" v="341" actId="1076"/>
          <ac:picMkLst>
            <pc:docMk/>
            <pc:sldMk cId="343268090" sldId="324"/>
            <ac:picMk id="12" creationId="{7A0895B4-EEE4-6B51-0886-D734E44FCBD9}"/>
          </ac:picMkLst>
        </pc:picChg>
        <pc:picChg chg="add mod">
          <ac:chgData name="Alexis MARTIN" userId="ec32c3d9-5957-42d0-8757-996fd533d25b" providerId="ADAL" clId="{B76BE869-635B-4DC9-A437-AFDC8BC5A345}" dt="2026-06-01T14:48:12.727" v="631" actId="1076"/>
          <ac:picMkLst>
            <pc:docMk/>
            <pc:sldMk cId="343268090" sldId="324"/>
            <ac:picMk id="22" creationId="{B3086B16-C710-02A7-23CB-96FB9ED5639F}"/>
          </ac:picMkLst>
        </pc:picChg>
        <pc:picChg chg="add mod">
          <ac:chgData name="Alexis MARTIN" userId="ec32c3d9-5957-42d0-8757-996fd533d25b" providerId="ADAL" clId="{B76BE869-635B-4DC9-A437-AFDC8BC5A345}" dt="2026-06-01T14:49:23.141" v="642" actId="1076"/>
          <ac:picMkLst>
            <pc:docMk/>
            <pc:sldMk cId="343268090" sldId="324"/>
            <ac:picMk id="26" creationId="{D9F75E87-8C13-52C4-9CA6-F1836E789B2A}"/>
          </ac:picMkLst>
        </pc:picChg>
        <pc:picChg chg="add mod">
          <ac:chgData name="Alexis MARTIN" userId="ec32c3d9-5957-42d0-8757-996fd533d25b" providerId="ADAL" clId="{B76BE869-635B-4DC9-A437-AFDC8BC5A345}" dt="2026-06-01T14:49:07.366" v="639" actId="1035"/>
          <ac:picMkLst>
            <pc:docMk/>
            <pc:sldMk cId="343268090" sldId="324"/>
            <ac:picMk id="30" creationId="{06442AFA-9697-41C9-65EA-14A2FF96A3AC}"/>
          </ac:picMkLst>
        </pc:picChg>
        <pc:picChg chg="add mod">
          <ac:chgData name="Alexis MARTIN" userId="ec32c3d9-5957-42d0-8757-996fd533d25b" providerId="ADAL" clId="{B76BE869-635B-4DC9-A437-AFDC8BC5A345}" dt="2026-06-02T08:37:15.378" v="762" actId="1036"/>
          <ac:picMkLst>
            <pc:docMk/>
            <pc:sldMk cId="343268090" sldId="324"/>
            <ac:picMk id="33" creationId="{AA36D8A4-67BF-D3B9-ECE2-AC8C124E45A5}"/>
          </ac:picMkLst>
        </pc:picChg>
      </pc:sldChg>
      <pc:sldChg chg="addSp delSp modSp add mod">
        <pc:chgData name="Alexis MARTIN" userId="ec32c3d9-5957-42d0-8757-996fd533d25b" providerId="ADAL" clId="{B76BE869-635B-4DC9-A437-AFDC8BC5A345}" dt="2026-06-04T12:19:16.670" v="2569"/>
        <pc:sldMkLst>
          <pc:docMk/>
          <pc:sldMk cId="2348186127" sldId="325"/>
        </pc:sldMkLst>
        <pc:spChg chg="mod">
          <ac:chgData name="Alexis MARTIN" userId="ec32c3d9-5957-42d0-8757-996fd533d25b" providerId="ADAL" clId="{B76BE869-635B-4DC9-A437-AFDC8BC5A345}" dt="2026-06-01T12:00:23.277" v="392" actId="20577"/>
          <ac:spMkLst>
            <pc:docMk/>
            <pc:sldMk cId="2348186127" sldId="325"/>
            <ac:spMk id="4" creationId="{7CECAADA-BB1F-AA9E-C906-10513A6B2556}"/>
          </ac:spMkLst>
        </pc:spChg>
        <pc:spChg chg="mod">
          <ac:chgData name="Alexis MARTIN" userId="ec32c3d9-5957-42d0-8757-996fd533d25b" providerId="ADAL" clId="{B76BE869-635B-4DC9-A437-AFDC8BC5A345}" dt="2026-06-04T12:19:16.670" v="2569"/>
          <ac:spMkLst>
            <pc:docMk/>
            <pc:sldMk cId="2348186127" sldId="325"/>
            <ac:spMk id="10" creationId="{5BE24871-D6BF-86A9-A2BE-D9850295C840}"/>
          </ac:spMkLst>
        </pc:spChg>
        <pc:spChg chg="add mod">
          <ac:chgData name="Alexis MARTIN" userId="ec32c3d9-5957-42d0-8757-996fd533d25b" providerId="ADAL" clId="{B76BE869-635B-4DC9-A437-AFDC8BC5A345}" dt="2026-06-01T14:32:58.347" v="448" actId="1076"/>
          <ac:spMkLst>
            <pc:docMk/>
            <pc:sldMk cId="2348186127" sldId="325"/>
            <ac:spMk id="21" creationId="{67242651-21F8-CC27-320D-8D17F785A19C}"/>
          </ac:spMkLst>
        </pc:spChg>
        <pc:spChg chg="add mod">
          <ac:chgData name="Alexis MARTIN" userId="ec32c3d9-5957-42d0-8757-996fd533d25b" providerId="ADAL" clId="{B76BE869-635B-4DC9-A437-AFDC8BC5A345}" dt="2026-06-01T14:53:46.764" v="746" actId="20577"/>
          <ac:spMkLst>
            <pc:docMk/>
            <pc:sldMk cId="2348186127" sldId="325"/>
            <ac:spMk id="28" creationId="{E7F09AB5-DD23-8D13-C49B-820694032D7F}"/>
          </ac:spMkLst>
        </pc:spChg>
        <pc:spChg chg="add mod">
          <ac:chgData name="Alexis MARTIN" userId="ec32c3d9-5957-42d0-8757-996fd533d25b" providerId="ADAL" clId="{B76BE869-635B-4DC9-A437-AFDC8BC5A345}" dt="2026-06-01T14:42:54.711" v="602" actId="1582"/>
          <ac:spMkLst>
            <pc:docMk/>
            <pc:sldMk cId="2348186127" sldId="325"/>
            <ac:spMk id="31" creationId="{D3FADE3E-CFB8-6516-D3B7-E173888D5C62}"/>
          </ac:spMkLst>
        </pc:spChg>
        <pc:picChg chg="add mod">
          <ac:chgData name="Alexis MARTIN" userId="ec32c3d9-5957-42d0-8757-996fd533d25b" providerId="ADAL" clId="{B76BE869-635B-4DC9-A437-AFDC8BC5A345}" dt="2026-06-01T14:32:51.690" v="446" actId="1076"/>
          <ac:picMkLst>
            <pc:docMk/>
            <pc:sldMk cId="2348186127" sldId="325"/>
            <ac:picMk id="6" creationId="{6D5A5864-5767-711A-B1F8-F6C46BBFEE2F}"/>
          </ac:picMkLst>
        </pc:picChg>
        <pc:picChg chg="add mod modCrop">
          <ac:chgData name="Alexis MARTIN" userId="ec32c3d9-5957-42d0-8757-996fd533d25b" providerId="ADAL" clId="{B76BE869-635B-4DC9-A437-AFDC8BC5A345}" dt="2026-06-01T14:41:40.523" v="590" actId="732"/>
          <ac:picMkLst>
            <pc:docMk/>
            <pc:sldMk cId="2348186127" sldId="325"/>
            <ac:picMk id="25" creationId="{420A00E3-F84C-05BB-2A34-C2643297B112}"/>
          </ac:picMkLst>
        </pc:picChg>
        <pc:picChg chg="add mod">
          <ac:chgData name="Alexis MARTIN" userId="ec32c3d9-5957-42d0-8757-996fd533d25b" providerId="ADAL" clId="{B76BE869-635B-4DC9-A437-AFDC8BC5A345}" dt="2026-06-01T14:41:34.666" v="589" actId="1037"/>
          <ac:picMkLst>
            <pc:docMk/>
            <pc:sldMk cId="2348186127" sldId="325"/>
            <ac:picMk id="27" creationId="{BF128E95-0726-E054-9FB7-1EF4E6EB904E}"/>
          </ac:picMkLst>
        </pc:picChg>
        <pc:picChg chg="add mod">
          <ac:chgData name="Alexis MARTIN" userId="ec32c3d9-5957-42d0-8757-996fd533d25b" providerId="ADAL" clId="{B76BE869-635B-4DC9-A437-AFDC8BC5A345}" dt="2026-06-01T14:41:24.736" v="561" actId="1076"/>
          <ac:picMkLst>
            <pc:docMk/>
            <pc:sldMk cId="2348186127" sldId="325"/>
            <ac:picMk id="30" creationId="{09ADD774-E35A-B58F-4D99-7CCD0B97183E}"/>
          </ac:picMkLst>
        </pc:picChg>
      </pc:sldChg>
      <pc:sldChg chg="addSp delSp modSp add mod">
        <pc:chgData name="Alexis MARTIN" userId="ec32c3d9-5957-42d0-8757-996fd533d25b" providerId="ADAL" clId="{B76BE869-635B-4DC9-A437-AFDC8BC5A345}" dt="2026-06-04T12:19:12.028" v="2567"/>
        <pc:sldMkLst>
          <pc:docMk/>
          <pc:sldMk cId="2909674854" sldId="326"/>
        </pc:sldMkLst>
        <pc:spChg chg="add mod">
          <ac:chgData name="Alexis MARTIN" userId="ec32c3d9-5957-42d0-8757-996fd533d25b" providerId="ADAL" clId="{B76BE869-635B-4DC9-A437-AFDC8BC5A345}" dt="2026-06-02T08:59:25.134" v="822" actId="164"/>
          <ac:spMkLst>
            <pc:docMk/>
            <pc:sldMk cId="2909674854" sldId="326"/>
            <ac:spMk id="3" creationId="{6CCFA9C8-56CF-DA01-CB79-784DAC181E7B}"/>
          </ac:spMkLst>
        </pc:spChg>
        <pc:spChg chg="mod">
          <ac:chgData name="Alexis MARTIN" userId="ec32c3d9-5957-42d0-8757-996fd533d25b" providerId="ADAL" clId="{B76BE869-635B-4DC9-A437-AFDC8BC5A345}" dt="2026-06-02T08:42:37.083" v="766" actId="20577"/>
          <ac:spMkLst>
            <pc:docMk/>
            <pc:sldMk cId="2909674854" sldId="326"/>
            <ac:spMk id="4" creationId="{15215F15-CDF6-A183-AA5B-D98D9FF79E21}"/>
          </ac:spMkLst>
        </pc:spChg>
        <pc:spChg chg="mod">
          <ac:chgData name="Alexis MARTIN" userId="ec32c3d9-5957-42d0-8757-996fd533d25b" providerId="ADAL" clId="{B76BE869-635B-4DC9-A437-AFDC8BC5A345}" dt="2026-06-04T12:19:12.028" v="2567"/>
          <ac:spMkLst>
            <pc:docMk/>
            <pc:sldMk cId="2909674854" sldId="326"/>
            <ac:spMk id="10" creationId="{5FA732C0-80CE-F070-46A2-4767D4B61BA5}"/>
          </ac:spMkLst>
        </pc:spChg>
        <pc:spChg chg="add mod">
          <ac:chgData name="Alexis MARTIN" userId="ec32c3d9-5957-42d0-8757-996fd533d25b" providerId="ADAL" clId="{B76BE869-635B-4DC9-A437-AFDC8BC5A345}" dt="2026-06-02T08:59:48.495" v="828" actId="1076"/>
          <ac:spMkLst>
            <pc:docMk/>
            <pc:sldMk cId="2909674854" sldId="326"/>
            <ac:spMk id="17" creationId="{EDA561A9-BE22-5F43-CDB6-668E22C0EB80}"/>
          </ac:spMkLst>
        </pc:spChg>
        <pc:spChg chg="add mod">
          <ac:chgData name="Alexis MARTIN" userId="ec32c3d9-5957-42d0-8757-996fd533d25b" providerId="ADAL" clId="{B76BE869-635B-4DC9-A437-AFDC8BC5A345}" dt="2026-06-02T08:59:58.517" v="831" actId="14100"/>
          <ac:spMkLst>
            <pc:docMk/>
            <pc:sldMk cId="2909674854" sldId="326"/>
            <ac:spMk id="18" creationId="{C8051BBA-B350-6F6C-6796-D37FA25C99AE}"/>
          </ac:spMkLst>
        </pc:spChg>
        <pc:spChg chg="add mod">
          <ac:chgData name="Alexis MARTIN" userId="ec32c3d9-5957-42d0-8757-996fd533d25b" providerId="ADAL" clId="{B76BE869-635B-4DC9-A437-AFDC8BC5A345}" dt="2026-06-02T09:03:24.274" v="856" actId="164"/>
          <ac:spMkLst>
            <pc:docMk/>
            <pc:sldMk cId="2909674854" sldId="326"/>
            <ac:spMk id="22" creationId="{20ECD8BA-FFB4-B848-BD4C-BDA260057CC3}"/>
          </ac:spMkLst>
        </pc:spChg>
        <pc:grpChg chg="add mod">
          <ac:chgData name="Alexis MARTIN" userId="ec32c3d9-5957-42d0-8757-996fd533d25b" providerId="ADAL" clId="{B76BE869-635B-4DC9-A437-AFDC8BC5A345}" dt="2026-06-02T08:59:17.642" v="820" actId="1076"/>
          <ac:grpSpMkLst>
            <pc:docMk/>
            <pc:sldMk cId="2909674854" sldId="326"/>
            <ac:grpSpMk id="15" creationId="{AA9E1760-CD35-F6EE-E646-B161D112E488}"/>
          </ac:grpSpMkLst>
        </pc:grpChg>
        <pc:grpChg chg="add mod">
          <ac:chgData name="Alexis MARTIN" userId="ec32c3d9-5957-42d0-8757-996fd533d25b" providerId="ADAL" clId="{B76BE869-635B-4DC9-A437-AFDC8BC5A345}" dt="2026-06-02T08:59:27.257" v="823" actId="1076"/>
          <ac:grpSpMkLst>
            <pc:docMk/>
            <pc:sldMk cId="2909674854" sldId="326"/>
            <ac:grpSpMk id="16" creationId="{83FA6B21-9DA5-A9C2-6E3C-6FC8BC9C922F}"/>
          </ac:grpSpMkLst>
        </pc:grpChg>
        <pc:grpChg chg="add mod">
          <ac:chgData name="Alexis MARTIN" userId="ec32c3d9-5957-42d0-8757-996fd533d25b" providerId="ADAL" clId="{B76BE869-635B-4DC9-A437-AFDC8BC5A345}" dt="2026-06-02T09:13:00.859" v="864" actId="1076"/>
          <ac:grpSpMkLst>
            <pc:docMk/>
            <pc:sldMk cId="2909674854" sldId="326"/>
            <ac:grpSpMk id="23" creationId="{8E809811-10B6-042C-5623-8781ACCD5832}"/>
          </ac:grpSpMkLst>
        </pc:grpChg>
        <pc:picChg chg="add mod">
          <ac:chgData name="Alexis MARTIN" userId="ec32c3d9-5957-42d0-8757-996fd533d25b" providerId="ADAL" clId="{B76BE869-635B-4DC9-A437-AFDC8BC5A345}" dt="2026-06-02T08:59:25.134" v="822" actId="164"/>
          <ac:picMkLst>
            <pc:docMk/>
            <pc:sldMk cId="2909674854" sldId="326"/>
            <ac:picMk id="11" creationId="{E8C8C746-F811-4F09-F596-F4D535441D09}"/>
          </ac:picMkLst>
        </pc:picChg>
        <pc:picChg chg="add mod modCrop">
          <ac:chgData name="Alexis MARTIN" userId="ec32c3d9-5957-42d0-8757-996fd533d25b" providerId="ADAL" clId="{B76BE869-635B-4DC9-A437-AFDC8BC5A345}" dt="2026-06-02T08:59:15.252" v="819" actId="164"/>
          <ac:picMkLst>
            <pc:docMk/>
            <pc:sldMk cId="2909674854" sldId="326"/>
            <ac:picMk id="13" creationId="{2D9194EC-B354-06FB-5B52-CF01F0C11857}"/>
          </ac:picMkLst>
        </pc:picChg>
        <pc:picChg chg="add mod modCrop">
          <ac:chgData name="Alexis MARTIN" userId="ec32c3d9-5957-42d0-8757-996fd533d25b" providerId="ADAL" clId="{B76BE869-635B-4DC9-A437-AFDC8BC5A345}" dt="2026-06-02T08:59:15.252" v="819" actId="164"/>
          <ac:picMkLst>
            <pc:docMk/>
            <pc:sldMk cId="2909674854" sldId="326"/>
            <ac:picMk id="14" creationId="{DD8343DD-C2DA-9848-145D-312DB8AC086D}"/>
          </ac:picMkLst>
        </pc:picChg>
        <pc:picChg chg="add mod">
          <ac:chgData name="Alexis MARTIN" userId="ec32c3d9-5957-42d0-8757-996fd533d25b" providerId="ADAL" clId="{B76BE869-635B-4DC9-A437-AFDC8BC5A345}" dt="2026-06-02T09:03:24.274" v="856" actId="164"/>
          <ac:picMkLst>
            <pc:docMk/>
            <pc:sldMk cId="2909674854" sldId="326"/>
            <ac:picMk id="20" creationId="{F968D944-61CD-3685-867E-9BE45FEE72C9}"/>
          </ac:picMkLst>
        </pc:picChg>
        <pc:picChg chg="add mod">
          <ac:chgData name="Alexis MARTIN" userId="ec32c3d9-5957-42d0-8757-996fd533d25b" providerId="ADAL" clId="{B76BE869-635B-4DC9-A437-AFDC8BC5A345}" dt="2026-06-02T09:13:02.925" v="865" actId="1076"/>
          <ac:picMkLst>
            <pc:docMk/>
            <pc:sldMk cId="2909674854" sldId="326"/>
            <ac:picMk id="51202" creationId="{3F86CB6D-DFEE-FF6B-AC7A-1E439903F7A2}"/>
          </ac:picMkLst>
        </pc:picChg>
      </pc:sldChg>
      <pc:sldChg chg="addSp delSp modSp add mod">
        <pc:chgData name="Alexis MARTIN" userId="ec32c3d9-5957-42d0-8757-996fd533d25b" providerId="ADAL" clId="{B76BE869-635B-4DC9-A437-AFDC8BC5A345}" dt="2026-06-04T12:17:42.319" v="2546" actId="207"/>
        <pc:sldMkLst>
          <pc:docMk/>
          <pc:sldMk cId="2996675936" sldId="327"/>
        </pc:sldMkLst>
        <pc:spChg chg="add mod">
          <ac:chgData name="Alexis MARTIN" userId="ec32c3d9-5957-42d0-8757-996fd533d25b" providerId="ADAL" clId="{B76BE869-635B-4DC9-A437-AFDC8BC5A345}" dt="2026-06-04T12:17:42.319" v="2546" actId="207"/>
          <ac:spMkLst>
            <pc:docMk/>
            <pc:sldMk cId="2996675936" sldId="327"/>
            <ac:spMk id="2" creationId="{6DA83BD0-A9C9-5233-1515-47DC867EDA8E}"/>
          </ac:spMkLst>
        </pc:spChg>
        <pc:spChg chg="mod">
          <ac:chgData name="Alexis MARTIN" userId="ec32c3d9-5957-42d0-8757-996fd533d25b" providerId="ADAL" clId="{B76BE869-635B-4DC9-A437-AFDC8BC5A345}" dt="2026-06-04T12:16:26.845" v="2516" actId="20577"/>
          <ac:spMkLst>
            <pc:docMk/>
            <pc:sldMk cId="2996675936" sldId="327"/>
            <ac:spMk id="4" creationId="{F257E437-7CA9-F412-3F86-610466D24EB7}"/>
          </ac:spMkLst>
        </pc:spChg>
        <pc:spChg chg="mod">
          <ac:chgData name="Alexis MARTIN" userId="ec32c3d9-5957-42d0-8757-996fd533d25b" providerId="ADAL" clId="{B76BE869-635B-4DC9-A437-AFDC8BC5A345}" dt="2026-06-02T12:44:21.237" v="1564" actId="1076"/>
          <ac:spMkLst>
            <pc:docMk/>
            <pc:sldMk cId="2996675936" sldId="327"/>
            <ac:spMk id="21" creationId="{451FF27A-2F11-D4A7-E596-C76FE96FDA95}"/>
          </ac:spMkLst>
        </pc:spChg>
      </pc:sldChg>
      <pc:sldChg chg="addSp delSp modSp add mod">
        <pc:chgData name="Alexis MARTIN" userId="ec32c3d9-5957-42d0-8757-996fd533d25b" providerId="ADAL" clId="{B76BE869-635B-4DC9-A437-AFDC8BC5A345}" dt="2026-06-04T12:17:24.119" v="2540"/>
        <pc:sldMkLst>
          <pc:docMk/>
          <pc:sldMk cId="2714479675" sldId="328"/>
        </pc:sldMkLst>
        <pc:spChg chg="mod">
          <ac:chgData name="Alexis MARTIN" userId="ec32c3d9-5957-42d0-8757-996fd533d25b" providerId="ADAL" clId="{B76BE869-635B-4DC9-A437-AFDC8BC5A345}" dt="2026-06-02T09:40:10.241" v="1003" actId="20577"/>
          <ac:spMkLst>
            <pc:docMk/>
            <pc:sldMk cId="2714479675" sldId="328"/>
            <ac:spMk id="4" creationId="{C8310AAD-8E5D-2D5C-E287-FC848B0F745B}"/>
          </ac:spMkLst>
        </pc:spChg>
        <pc:spChg chg="add mod">
          <ac:chgData name="Alexis MARTIN" userId="ec32c3d9-5957-42d0-8757-996fd533d25b" providerId="ADAL" clId="{B76BE869-635B-4DC9-A437-AFDC8BC5A345}" dt="2026-06-04T12:17:24.119" v="2540"/>
          <ac:spMkLst>
            <pc:docMk/>
            <pc:sldMk cId="2714479675" sldId="328"/>
            <ac:spMk id="6" creationId="{FC4589E4-934E-D134-074F-838546B8DA38}"/>
          </ac:spMkLst>
        </pc:spChg>
        <pc:spChg chg="mod">
          <ac:chgData name="Alexis MARTIN" userId="ec32c3d9-5957-42d0-8757-996fd533d25b" providerId="ADAL" clId="{B76BE869-635B-4DC9-A437-AFDC8BC5A345}" dt="2026-06-02T10:02:56.080" v="1294" actId="20577"/>
          <ac:spMkLst>
            <pc:docMk/>
            <pc:sldMk cId="2714479675" sldId="328"/>
            <ac:spMk id="10" creationId="{3F9F5418-363C-F875-8511-E9C6A08F9979}"/>
          </ac:spMkLst>
        </pc:spChg>
        <pc:spChg chg="mod">
          <ac:chgData name="Alexis MARTIN" userId="ec32c3d9-5957-42d0-8757-996fd533d25b" providerId="ADAL" clId="{B76BE869-635B-4DC9-A437-AFDC8BC5A345}" dt="2026-06-04T12:13:00.066" v="2463" actId="20577"/>
          <ac:spMkLst>
            <pc:docMk/>
            <pc:sldMk cId="2714479675" sldId="328"/>
            <ac:spMk id="11" creationId="{2EF674B9-FF6E-37BE-6848-4BFDF4B6A534}"/>
          </ac:spMkLst>
        </pc:spChg>
        <pc:grpChg chg="add mod">
          <ac:chgData name="Alexis MARTIN" userId="ec32c3d9-5957-42d0-8757-996fd533d25b" providerId="ADAL" clId="{B76BE869-635B-4DC9-A437-AFDC8BC5A345}" dt="2026-06-04T12:14:31.395" v="2470" actId="14100"/>
          <ac:grpSpMkLst>
            <pc:docMk/>
            <pc:sldMk cId="2714479675" sldId="328"/>
            <ac:grpSpMk id="13" creationId="{A45779E7-067B-594A-1F77-68B7047C2A72}"/>
          </ac:grpSpMkLst>
        </pc:grpChg>
        <pc:picChg chg="add mod modCrop">
          <ac:chgData name="Alexis MARTIN" userId="ec32c3d9-5957-42d0-8757-996fd533d25b" providerId="ADAL" clId="{B76BE869-635B-4DC9-A437-AFDC8BC5A345}" dt="2026-06-04T12:14:01.479" v="2467" actId="732"/>
          <ac:picMkLst>
            <pc:docMk/>
            <pc:sldMk cId="2714479675" sldId="328"/>
            <ac:picMk id="7" creationId="{532DA0ED-9322-2EAF-03A4-01860417D620}"/>
          </ac:picMkLst>
        </pc:picChg>
        <pc:picChg chg="add mod modCrop">
          <ac:chgData name="Alexis MARTIN" userId="ec32c3d9-5957-42d0-8757-996fd533d25b" providerId="ADAL" clId="{B76BE869-635B-4DC9-A437-AFDC8BC5A345}" dt="2026-06-04T12:14:10.182" v="2468" actId="732"/>
          <ac:picMkLst>
            <pc:docMk/>
            <pc:sldMk cId="2714479675" sldId="328"/>
            <ac:picMk id="12" creationId="{D294962C-0830-5464-8671-6829F7370624}"/>
          </ac:picMkLst>
        </pc:picChg>
        <pc:picChg chg="add mod">
          <ac:chgData name="Alexis MARTIN" userId="ec32c3d9-5957-42d0-8757-996fd533d25b" providerId="ADAL" clId="{B76BE869-635B-4DC9-A437-AFDC8BC5A345}" dt="2026-06-04T12:14:48.003" v="2483" actId="14100"/>
          <ac:picMkLst>
            <pc:docMk/>
            <pc:sldMk cId="2714479675" sldId="328"/>
            <ac:picMk id="16" creationId="{AD67B29B-EA83-5B32-48A1-3131E8BA41F9}"/>
          </ac:picMkLst>
        </pc:picChg>
      </pc:sldChg>
      <pc:sldChg chg="addSp delSp modSp add mod">
        <pc:chgData name="Alexis MARTIN" userId="ec32c3d9-5957-42d0-8757-996fd533d25b" providerId="ADAL" clId="{B76BE869-635B-4DC9-A437-AFDC8BC5A345}" dt="2026-06-04T12:17:28.846" v="2542"/>
        <pc:sldMkLst>
          <pc:docMk/>
          <pc:sldMk cId="3464787596" sldId="329"/>
        </pc:sldMkLst>
        <pc:spChg chg="mod">
          <ac:chgData name="Alexis MARTIN" userId="ec32c3d9-5957-42d0-8757-996fd533d25b" providerId="ADAL" clId="{B76BE869-635B-4DC9-A437-AFDC8BC5A345}" dt="2026-06-02T09:49:23.615" v="1083" actId="20577"/>
          <ac:spMkLst>
            <pc:docMk/>
            <pc:sldMk cId="3464787596" sldId="329"/>
            <ac:spMk id="4" creationId="{41C410DD-AC2E-AFA3-E3AD-7C29D6B091AC}"/>
          </ac:spMkLst>
        </pc:spChg>
        <pc:spChg chg="add mod">
          <ac:chgData name="Alexis MARTIN" userId="ec32c3d9-5957-42d0-8757-996fd533d25b" providerId="ADAL" clId="{B76BE869-635B-4DC9-A437-AFDC8BC5A345}" dt="2026-06-04T12:17:28.846" v="2542"/>
          <ac:spMkLst>
            <pc:docMk/>
            <pc:sldMk cId="3464787596" sldId="329"/>
            <ac:spMk id="6" creationId="{8557B46F-9FCB-6D60-194C-4D2670CA540F}"/>
          </ac:spMkLst>
        </pc:spChg>
        <pc:spChg chg="mod">
          <ac:chgData name="Alexis MARTIN" userId="ec32c3d9-5957-42d0-8757-996fd533d25b" providerId="ADAL" clId="{B76BE869-635B-4DC9-A437-AFDC8BC5A345}" dt="2026-06-02T11:36:50.798" v="1328" actId="20577"/>
          <ac:spMkLst>
            <pc:docMk/>
            <pc:sldMk cId="3464787596" sldId="329"/>
            <ac:spMk id="10" creationId="{59C4ABFC-0B0E-BD25-0399-D8EC0F0D802B}"/>
          </ac:spMkLst>
        </pc:spChg>
        <pc:spChg chg="mod">
          <ac:chgData name="Alexis MARTIN" userId="ec32c3d9-5957-42d0-8757-996fd533d25b" providerId="ADAL" clId="{B76BE869-635B-4DC9-A437-AFDC8BC5A345}" dt="2026-06-02T09:51:12.440" v="1135" actId="115"/>
          <ac:spMkLst>
            <pc:docMk/>
            <pc:sldMk cId="3464787596" sldId="329"/>
            <ac:spMk id="11" creationId="{9C545AF4-D7D6-E30F-A49A-2DB3803C6F1B}"/>
          </ac:spMkLst>
        </pc:spChg>
        <pc:picChg chg="add mod">
          <ac:chgData name="Alexis MARTIN" userId="ec32c3d9-5957-42d0-8757-996fd533d25b" providerId="ADAL" clId="{B76BE869-635B-4DC9-A437-AFDC8BC5A345}" dt="2026-06-02T09:51:39.590" v="1139" actId="1076"/>
          <ac:picMkLst>
            <pc:docMk/>
            <pc:sldMk cId="3464787596" sldId="329"/>
            <ac:picMk id="9" creationId="{2175F017-46D1-5EE4-6C2B-0941792939F9}"/>
          </ac:picMkLst>
        </pc:picChg>
        <pc:picChg chg="add mod">
          <ac:chgData name="Alexis MARTIN" userId="ec32c3d9-5957-42d0-8757-996fd533d25b" providerId="ADAL" clId="{B76BE869-635B-4DC9-A437-AFDC8BC5A345}" dt="2026-06-02T09:52:17.036" v="1141" actId="1076"/>
          <ac:picMkLst>
            <pc:docMk/>
            <pc:sldMk cId="3464787596" sldId="329"/>
            <ac:picMk id="17" creationId="{25044C52-9B55-1B99-6AB3-A7F3B996275E}"/>
          </ac:picMkLst>
        </pc:picChg>
        <pc:picChg chg="add mod">
          <ac:chgData name="Alexis MARTIN" userId="ec32c3d9-5957-42d0-8757-996fd533d25b" providerId="ADAL" clId="{B76BE869-635B-4DC9-A437-AFDC8BC5A345}" dt="2026-06-02T11:33:32.912" v="1298" actId="1076"/>
          <ac:picMkLst>
            <pc:docMk/>
            <pc:sldMk cId="3464787596" sldId="329"/>
            <ac:picMk id="19" creationId="{A7D36F6C-B1EB-A62A-D4C4-3DCC3F0FA422}"/>
          </ac:picMkLst>
        </pc:picChg>
        <pc:picChg chg="add mod modCrop">
          <ac:chgData name="Alexis MARTIN" userId="ec32c3d9-5957-42d0-8757-996fd533d25b" providerId="ADAL" clId="{B76BE869-635B-4DC9-A437-AFDC8BC5A345}" dt="2026-06-02T11:36:00.051" v="1308" actId="1076"/>
          <ac:picMkLst>
            <pc:docMk/>
            <pc:sldMk cId="3464787596" sldId="329"/>
            <ac:picMk id="21" creationId="{1A0A726F-050B-990E-3A09-2919C3B32233}"/>
          </ac:picMkLst>
        </pc:picChg>
      </pc:sldChg>
      <pc:sldChg chg="addSp delSp modSp new mod ord">
        <pc:chgData name="Alexis MARTIN" userId="ec32c3d9-5957-42d0-8757-996fd533d25b" providerId="ADAL" clId="{B76BE869-635B-4DC9-A437-AFDC8BC5A345}" dt="2026-06-04T12:16:53.726" v="2532" actId="207"/>
        <pc:sldMkLst>
          <pc:docMk/>
          <pc:sldMk cId="1179232946" sldId="330"/>
        </pc:sldMkLst>
        <pc:spChg chg="add mod">
          <ac:chgData name="Alexis MARTIN" userId="ec32c3d9-5957-42d0-8757-996fd533d25b" providerId="ADAL" clId="{B76BE869-635B-4DC9-A437-AFDC8BC5A345}" dt="2026-06-04T12:16:53.726" v="2532" actId="207"/>
          <ac:spMkLst>
            <pc:docMk/>
            <pc:sldMk cId="1179232946" sldId="330"/>
            <ac:spMk id="3" creationId="{743EADD7-B1DE-DDB3-BDD5-4E44255223F1}"/>
          </ac:spMkLst>
        </pc:spChg>
        <pc:spChg chg="add mod">
          <ac:chgData name="Alexis MARTIN" userId="ec32c3d9-5957-42d0-8757-996fd533d25b" providerId="ADAL" clId="{B76BE869-635B-4DC9-A437-AFDC8BC5A345}" dt="2026-06-02T11:41:02.999" v="1337" actId="20577"/>
          <ac:spMkLst>
            <pc:docMk/>
            <pc:sldMk cId="1179232946" sldId="330"/>
            <ac:spMk id="4" creationId="{695C7C93-BBA7-1D6B-3244-27F49E4BB922}"/>
          </ac:spMkLst>
        </pc:spChg>
        <pc:spChg chg="add mod">
          <ac:chgData name="Alexis MARTIN" userId="ec32c3d9-5957-42d0-8757-996fd533d25b" providerId="ADAL" clId="{B76BE869-635B-4DC9-A437-AFDC8BC5A345}" dt="2026-06-02T12:35:45.384" v="1500" actId="1035"/>
          <ac:spMkLst>
            <pc:docMk/>
            <pc:sldMk cId="1179232946" sldId="330"/>
            <ac:spMk id="7" creationId="{7C529F6C-DBF7-2F74-72D9-1AA597D32724}"/>
          </ac:spMkLst>
        </pc:spChg>
        <pc:spChg chg="add mod">
          <ac:chgData name="Alexis MARTIN" userId="ec32c3d9-5957-42d0-8757-996fd533d25b" providerId="ADAL" clId="{B76BE869-635B-4DC9-A437-AFDC8BC5A345}" dt="2026-06-02T12:45:01.982" v="1567" actId="20577"/>
          <ac:spMkLst>
            <pc:docMk/>
            <pc:sldMk cId="1179232946" sldId="330"/>
            <ac:spMk id="9" creationId="{8E54667B-17B9-F2B3-73AA-D1475E36347A}"/>
          </ac:spMkLst>
        </pc:spChg>
        <pc:grpChg chg="add mod">
          <ac:chgData name="Alexis MARTIN" userId="ec32c3d9-5957-42d0-8757-996fd533d25b" providerId="ADAL" clId="{B76BE869-635B-4DC9-A437-AFDC8BC5A345}" dt="2026-06-02T12:37:39.590" v="1545" actId="164"/>
          <ac:grpSpMkLst>
            <pc:docMk/>
            <pc:sldMk cId="1179232946" sldId="330"/>
            <ac:grpSpMk id="26" creationId="{B683455D-818C-059C-9F62-FF81293974BA}"/>
          </ac:grpSpMkLst>
        </pc:grpChg>
        <pc:picChg chg="add mod">
          <ac:chgData name="Alexis MARTIN" userId="ec32c3d9-5957-42d0-8757-996fd533d25b" providerId="ADAL" clId="{B76BE869-635B-4DC9-A437-AFDC8BC5A345}" dt="2026-06-02T12:35:47.860" v="1504" actId="1035"/>
          <ac:picMkLst>
            <pc:docMk/>
            <pc:sldMk cId="1179232946" sldId="330"/>
            <ac:picMk id="6" creationId="{299E5EB4-3868-3BFE-89A4-E96048C351F7}"/>
          </ac:picMkLst>
        </pc:picChg>
        <pc:picChg chg="add mod">
          <ac:chgData name="Alexis MARTIN" userId="ec32c3d9-5957-42d0-8757-996fd533d25b" providerId="ADAL" clId="{B76BE869-635B-4DC9-A437-AFDC8BC5A345}" dt="2026-06-02T12:35:28.632" v="1485" actId="1036"/>
          <ac:picMkLst>
            <pc:docMk/>
            <pc:sldMk cId="1179232946" sldId="330"/>
            <ac:picMk id="13" creationId="{1A57E777-9863-B416-2B36-64954E140FDB}"/>
          </ac:picMkLst>
        </pc:picChg>
        <pc:picChg chg="add mod">
          <ac:chgData name="Alexis MARTIN" userId="ec32c3d9-5957-42d0-8757-996fd533d25b" providerId="ADAL" clId="{B76BE869-635B-4DC9-A437-AFDC8BC5A345}" dt="2026-06-02T12:35:28.632" v="1485" actId="1036"/>
          <ac:picMkLst>
            <pc:docMk/>
            <pc:sldMk cId="1179232946" sldId="330"/>
            <ac:picMk id="15" creationId="{70BEBD97-A38C-B533-5507-60880729E71D}"/>
          </ac:picMkLst>
        </pc:picChg>
        <pc:picChg chg="add mod modCrop">
          <ac:chgData name="Alexis MARTIN" userId="ec32c3d9-5957-42d0-8757-996fd533d25b" providerId="ADAL" clId="{B76BE869-635B-4DC9-A437-AFDC8BC5A345}" dt="2026-06-02T12:09:01.786" v="1458" actId="1076"/>
          <ac:picMkLst>
            <pc:docMk/>
            <pc:sldMk cId="1179232946" sldId="330"/>
            <ac:picMk id="17" creationId="{A695AF0A-1363-5890-E1CB-A432ED72BB9C}"/>
          </ac:picMkLst>
        </pc:picChg>
        <pc:picChg chg="add mod modCrop">
          <ac:chgData name="Alexis MARTIN" userId="ec32c3d9-5957-42d0-8757-996fd533d25b" providerId="ADAL" clId="{B76BE869-635B-4DC9-A437-AFDC8BC5A345}" dt="2026-06-02T12:09:47.459" v="1470" actId="1076"/>
          <ac:picMkLst>
            <pc:docMk/>
            <pc:sldMk cId="1179232946" sldId="330"/>
            <ac:picMk id="19" creationId="{418910B5-2B26-DD8D-FBC0-558F09DEF5FD}"/>
          </ac:picMkLst>
        </pc:picChg>
        <pc:picChg chg="add mod modCrop">
          <ac:chgData name="Alexis MARTIN" userId="ec32c3d9-5957-42d0-8757-996fd533d25b" providerId="ADAL" clId="{B76BE869-635B-4DC9-A437-AFDC8BC5A345}" dt="2026-06-02T12:37:39.590" v="1545" actId="164"/>
          <ac:picMkLst>
            <pc:docMk/>
            <pc:sldMk cId="1179232946" sldId="330"/>
            <ac:picMk id="21" creationId="{51C76527-D259-4378-0D2F-327E688F2F88}"/>
          </ac:picMkLst>
        </pc:picChg>
        <pc:picChg chg="add mod">
          <ac:chgData name="Alexis MARTIN" userId="ec32c3d9-5957-42d0-8757-996fd533d25b" providerId="ADAL" clId="{B76BE869-635B-4DC9-A437-AFDC8BC5A345}" dt="2026-06-02T12:37:39.590" v="1545" actId="164"/>
          <ac:picMkLst>
            <pc:docMk/>
            <pc:sldMk cId="1179232946" sldId="330"/>
            <ac:picMk id="23" creationId="{DABE122C-1AD2-A12D-FCFD-75FF2FF6DED2}"/>
          </ac:picMkLst>
        </pc:picChg>
        <pc:picChg chg="add mod">
          <ac:chgData name="Alexis MARTIN" userId="ec32c3d9-5957-42d0-8757-996fd533d25b" providerId="ADAL" clId="{B76BE869-635B-4DC9-A437-AFDC8BC5A345}" dt="2026-06-02T12:37:39.590" v="1545" actId="164"/>
          <ac:picMkLst>
            <pc:docMk/>
            <pc:sldMk cId="1179232946" sldId="330"/>
            <ac:picMk id="25" creationId="{CC3E0B24-2D48-5A90-079D-B8F0CEABAC2A}"/>
          </ac:picMkLst>
        </pc:picChg>
        <pc:cxnChg chg="add mod">
          <ac:chgData name="Alexis MARTIN" userId="ec32c3d9-5957-42d0-8757-996fd533d25b" providerId="ADAL" clId="{B76BE869-635B-4DC9-A437-AFDC8BC5A345}" dt="2026-06-02T11:40:55.022" v="1332"/>
          <ac:cxnSpMkLst>
            <pc:docMk/>
            <pc:sldMk cId="1179232946" sldId="330"/>
            <ac:cxnSpMk id="2" creationId="{2BBCBD67-B11D-C5CC-A3F6-340B0CBB761C}"/>
          </ac:cxnSpMkLst>
        </pc:cxnChg>
      </pc:sldChg>
      <pc:sldChg chg="addSp delSp modSp add mod">
        <pc:chgData name="Alexis MARTIN" userId="ec32c3d9-5957-42d0-8757-996fd533d25b" providerId="ADAL" clId="{B76BE869-635B-4DC9-A437-AFDC8BC5A345}" dt="2026-06-04T12:17:02.429" v="2534"/>
        <pc:sldMkLst>
          <pc:docMk/>
          <pc:sldMk cId="1147546235" sldId="331"/>
        </pc:sldMkLst>
        <pc:spChg chg="add mod">
          <ac:chgData name="Alexis MARTIN" userId="ec32c3d9-5957-42d0-8757-996fd533d25b" providerId="ADAL" clId="{B76BE869-635B-4DC9-A437-AFDC8BC5A345}" dt="2026-06-04T12:17:02.429" v="2534"/>
          <ac:spMkLst>
            <pc:docMk/>
            <pc:sldMk cId="1147546235" sldId="331"/>
            <ac:spMk id="5" creationId="{F56B0515-0BE6-0863-CDA4-FB77B3C040BB}"/>
          </ac:spMkLst>
        </pc:spChg>
        <pc:spChg chg="mod">
          <ac:chgData name="Alexis MARTIN" userId="ec32c3d9-5957-42d0-8757-996fd533d25b" providerId="ADAL" clId="{B76BE869-635B-4DC9-A437-AFDC8BC5A345}" dt="2026-06-03T12:02:46.786" v="1647" actId="20577"/>
          <ac:spMkLst>
            <pc:docMk/>
            <pc:sldMk cId="1147546235" sldId="331"/>
            <ac:spMk id="9" creationId="{7FBDE935-4967-C75E-3C29-06C7A5B70D5A}"/>
          </ac:spMkLst>
        </pc:spChg>
        <pc:spChg chg="add mod">
          <ac:chgData name="Alexis MARTIN" userId="ec32c3d9-5957-42d0-8757-996fd533d25b" providerId="ADAL" clId="{B76BE869-635B-4DC9-A437-AFDC8BC5A345}" dt="2026-06-03T12:03:32.481" v="1716" actId="20577"/>
          <ac:spMkLst>
            <pc:docMk/>
            <pc:sldMk cId="1147546235" sldId="331"/>
            <ac:spMk id="20" creationId="{4E0C3F66-0F64-C176-552A-C418373D3544}"/>
          </ac:spMkLst>
        </pc:spChg>
        <pc:graphicFrameChg chg="add mod modGraphic">
          <ac:chgData name="Alexis MARTIN" userId="ec32c3d9-5957-42d0-8757-996fd533d25b" providerId="ADAL" clId="{B76BE869-635B-4DC9-A437-AFDC8BC5A345}" dt="2026-06-03T12:07:51.364" v="1930" actId="20577"/>
          <ac:graphicFrameMkLst>
            <pc:docMk/>
            <pc:sldMk cId="1147546235" sldId="331"/>
            <ac:graphicFrameMk id="24" creationId="{DF116410-63C1-9191-420C-EDC6659D51D7}"/>
          </ac:graphicFrameMkLst>
        </pc:graphicFrameChg>
      </pc:sldChg>
      <pc:sldChg chg="delSp modSp add mod">
        <pc:chgData name="Alexis MARTIN" userId="ec32c3d9-5957-42d0-8757-996fd533d25b" providerId="ADAL" clId="{B76BE869-635B-4DC9-A437-AFDC8BC5A345}" dt="2026-06-04T12:18:29.223" v="2551"/>
        <pc:sldMkLst>
          <pc:docMk/>
          <pc:sldMk cId="3790002621" sldId="332"/>
        </pc:sldMkLst>
        <pc:spChg chg="mod">
          <ac:chgData name="Alexis MARTIN" userId="ec32c3d9-5957-42d0-8757-996fd533d25b" providerId="ADAL" clId="{B76BE869-635B-4DC9-A437-AFDC8BC5A345}" dt="2026-06-04T12:18:29.223" v="2551"/>
          <ac:spMkLst>
            <pc:docMk/>
            <pc:sldMk cId="3790002621" sldId="332"/>
            <ac:spMk id="11" creationId="{B7E30B61-A0CA-2C04-58B7-C7341D8EAE29}"/>
          </ac:spMkLst>
        </pc:spChg>
        <pc:picChg chg="mod">
          <ac:chgData name="Alexis MARTIN" userId="ec32c3d9-5957-42d0-8757-996fd533d25b" providerId="ADAL" clId="{B76BE869-635B-4DC9-A437-AFDC8BC5A345}" dt="2026-06-04T07:51:06.074" v="2209" actId="1076"/>
          <ac:picMkLst>
            <pc:docMk/>
            <pc:sldMk cId="3790002621" sldId="332"/>
            <ac:picMk id="7" creationId="{6E8DF1A0-D979-6CE7-683A-44DD1F5F889D}"/>
          </ac:picMkLst>
        </pc:picChg>
        <pc:picChg chg="mod">
          <ac:chgData name="Alexis MARTIN" userId="ec32c3d9-5957-42d0-8757-996fd533d25b" providerId="ADAL" clId="{B76BE869-635B-4DC9-A437-AFDC8BC5A345}" dt="2026-06-04T07:51:06.074" v="2209" actId="1076"/>
          <ac:picMkLst>
            <pc:docMk/>
            <pc:sldMk cId="3790002621" sldId="332"/>
            <ac:picMk id="10" creationId="{39A32C12-9126-6F95-6996-67810FB19E08}"/>
          </ac:picMkLst>
        </pc:picChg>
      </pc:sldChg>
      <pc:sldChg chg="addSp delSp modSp add mod">
        <pc:chgData name="Alexis MARTIN" userId="ec32c3d9-5957-42d0-8757-996fd533d25b" providerId="ADAL" clId="{B76BE869-635B-4DC9-A437-AFDC8BC5A345}" dt="2026-06-04T12:18:39.737" v="2557"/>
        <pc:sldMkLst>
          <pc:docMk/>
          <pc:sldMk cId="2326023593" sldId="333"/>
        </pc:sldMkLst>
        <pc:spChg chg="mod">
          <ac:chgData name="Alexis MARTIN" userId="ec32c3d9-5957-42d0-8757-996fd533d25b" providerId="ADAL" clId="{B76BE869-635B-4DC9-A437-AFDC8BC5A345}" dt="2026-06-04T07:53:50.594" v="2233" actId="14100"/>
          <ac:spMkLst>
            <pc:docMk/>
            <pc:sldMk cId="2326023593" sldId="333"/>
            <ac:spMk id="4" creationId="{8E5DE071-903A-13E1-7D30-9D549CEC8F63}"/>
          </ac:spMkLst>
        </pc:spChg>
        <pc:spChg chg="mod">
          <ac:chgData name="Alexis MARTIN" userId="ec32c3d9-5957-42d0-8757-996fd533d25b" providerId="ADAL" clId="{B76BE869-635B-4DC9-A437-AFDC8BC5A345}" dt="2026-06-04T12:18:39.737" v="2557"/>
          <ac:spMkLst>
            <pc:docMk/>
            <pc:sldMk cId="2326023593" sldId="333"/>
            <ac:spMk id="7" creationId="{D72E0C83-A60E-82DC-AFFC-1B74076FC333}"/>
          </ac:spMkLst>
        </pc:spChg>
        <pc:spChg chg="add mod">
          <ac:chgData name="Alexis MARTIN" userId="ec32c3d9-5957-42d0-8757-996fd533d25b" providerId="ADAL" clId="{B76BE869-635B-4DC9-A437-AFDC8BC5A345}" dt="2026-06-04T07:58:14.494" v="2251" actId="1076"/>
          <ac:spMkLst>
            <pc:docMk/>
            <pc:sldMk cId="2326023593" sldId="333"/>
            <ac:spMk id="17" creationId="{D01C1478-D965-6D3A-DA8C-5AB493373014}"/>
          </ac:spMkLst>
        </pc:spChg>
        <pc:picChg chg="add mod">
          <ac:chgData name="Alexis MARTIN" userId="ec32c3d9-5957-42d0-8757-996fd533d25b" providerId="ADAL" clId="{B76BE869-635B-4DC9-A437-AFDC8BC5A345}" dt="2026-06-04T07:56:05.454" v="2243" actId="1076"/>
          <ac:picMkLst>
            <pc:docMk/>
            <pc:sldMk cId="2326023593" sldId="333"/>
            <ac:picMk id="6" creationId="{286AD931-4942-4508-AA5F-C7D260269E4F}"/>
          </ac:picMkLst>
        </pc:picChg>
        <pc:picChg chg="add mod">
          <ac:chgData name="Alexis MARTIN" userId="ec32c3d9-5957-42d0-8757-996fd533d25b" providerId="ADAL" clId="{B76BE869-635B-4DC9-A437-AFDC8BC5A345}" dt="2026-06-04T07:56:06.928" v="2244" actId="1076"/>
          <ac:picMkLst>
            <pc:docMk/>
            <pc:sldMk cId="2326023593" sldId="333"/>
            <ac:picMk id="12" creationId="{953599EA-E217-C686-116B-ABE2A30CC6C2}"/>
          </ac:picMkLst>
        </pc:picChg>
        <pc:picChg chg="add mod">
          <ac:chgData name="Alexis MARTIN" userId="ec32c3d9-5957-42d0-8757-996fd533d25b" providerId="ADAL" clId="{B76BE869-635B-4DC9-A437-AFDC8BC5A345}" dt="2026-06-04T07:58:18.394" v="2253" actId="1076"/>
          <ac:picMkLst>
            <pc:docMk/>
            <pc:sldMk cId="2326023593" sldId="333"/>
            <ac:picMk id="15" creationId="{D4183710-55B0-86F6-672B-AA8D0FAE2D3A}"/>
          </ac:picMkLst>
        </pc:picChg>
      </pc:sldChg>
      <pc:sldChg chg="addSp modSp new mod">
        <pc:chgData name="Alexis MARTIN" userId="ec32c3d9-5957-42d0-8757-996fd533d25b" providerId="ADAL" clId="{B76BE869-635B-4DC9-A437-AFDC8BC5A345}" dt="2026-06-24T15:42:25.982" v="3632" actId="14100"/>
        <pc:sldMkLst>
          <pc:docMk/>
          <pc:sldMk cId="3037843854" sldId="334"/>
        </pc:sldMkLst>
        <pc:spChg chg="add mod">
          <ac:chgData name="Alexis MARTIN" userId="ec32c3d9-5957-42d0-8757-996fd533d25b" providerId="ADAL" clId="{B76BE869-635B-4DC9-A437-AFDC8BC5A345}" dt="2026-06-24T15:42:25.982" v="3632" actId="14100"/>
          <ac:spMkLst>
            <pc:docMk/>
            <pc:sldMk cId="3037843854" sldId="334"/>
            <ac:spMk id="3" creationId="{4C960EB2-47D8-E893-7D2D-C4DDFCD243C0}"/>
          </ac:spMkLst>
        </pc:spChg>
        <pc:spChg chg="add mod">
          <ac:chgData name="Alexis MARTIN" userId="ec32c3d9-5957-42d0-8757-996fd533d25b" providerId="ADAL" clId="{B76BE869-635B-4DC9-A437-AFDC8BC5A345}" dt="2026-06-24T14:14:49.565" v="2836"/>
          <ac:spMkLst>
            <pc:docMk/>
            <pc:sldMk cId="3037843854" sldId="334"/>
            <ac:spMk id="4" creationId="{3E77496E-6038-CA0E-ED3A-45BCD1978382}"/>
          </ac:spMkLst>
        </pc:spChg>
        <pc:spChg chg="add mod">
          <ac:chgData name="Alexis MARTIN" userId="ec32c3d9-5957-42d0-8757-996fd533d25b" providerId="ADAL" clId="{B76BE869-635B-4DC9-A437-AFDC8BC5A345}" dt="2026-06-24T14:14:49.565" v="2836"/>
          <ac:spMkLst>
            <pc:docMk/>
            <pc:sldMk cId="3037843854" sldId="334"/>
            <ac:spMk id="6" creationId="{62E5F612-917B-FE2A-F8D6-E3C160C57351}"/>
          </ac:spMkLst>
        </pc:spChg>
        <pc:spChg chg="add mod">
          <ac:chgData name="Alexis MARTIN" userId="ec32c3d9-5957-42d0-8757-996fd533d25b" providerId="ADAL" clId="{B76BE869-635B-4DC9-A437-AFDC8BC5A345}" dt="2026-06-24T14:20:26.698" v="2977"/>
          <ac:spMkLst>
            <pc:docMk/>
            <pc:sldMk cId="3037843854" sldId="334"/>
            <ac:spMk id="7" creationId="{8744E592-484C-DBAB-F05A-200D24BBE5A3}"/>
          </ac:spMkLst>
        </pc:spChg>
        <pc:spChg chg="add mod">
          <ac:chgData name="Alexis MARTIN" userId="ec32c3d9-5957-42d0-8757-996fd533d25b" providerId="ADAL" clId="{B76BE869-635B-4DC9-A437-AFDC8BC5A345}" dt="2026-06-24T15:33:31.172" v="3570" actId="1076"/>
          <ac:spMkLst>
            <pc:docMk/>
            <pc:sldMk cId="3037843854" sldId="334"/>
            <ac:spMk id="9" creationId="{060CB0BF-2E12-62F7-959F-805B715FE12D}"/>
          </ac:spMkLst>
        </pc:spChg>
        <pc:cxnChg chg="add mod">
          <ac:chgData name="Alexis MARTIN" userId="ec32c3d9-5957-42d0-8757-996fd533d25b" providerId="ADAL" clId="{B76BE869-635B-4DC9-A437-AFDC8BC5A345}" dt="2026-06-24T14:14:49.565" v="2836"/>
          <ac:cxnSpMkLst>
            <pc:docMk/>
            <pc:sldMk cId="3037843854" sldId="334"/>
            <ac:cxnSpMk id="5" creationId="{72EC7C10-248A-4E68-1423-4EFCF417DC5C}"/>
          </ac:cxnSpMkLst>
        </pc:cxnChg>
      </pc:sldChg>
      <pc:sldChg chg="new del">
        <pc:chgData name="Alexis MARTIN" userId="ec32c3d9-5957-42d0-8757-996fd533d25b" providerId="ADAL" clId="{B76BE869-635B-4DC9-A437-AFDC8BC5A345}" dt="2026-06-24T14:22:48.682" v="2984" actId="47"/>
        <pc:sldMkLst>
          <pc:docMk/>
          <pc:sldMk cId="3935517003" sldId="335"/>
        </pc:sldMkLst>
      </pc:sldChg>
      <pc:sldChg chg="modSp add del mod">
        <pc:chgData name="Alexis MARTIN" userId="ec32c3d9-5957-42d0-8757-996fd533d25b" providerId="ADAL" clId="{B76BE869-635B-4DC9-A437-AFDC8BC5A345}" dt="2026-06-24T14:29:04.194" v="3150" actId="47"/>
        <pc:sldMkLst>
          <pc:docMk/>
          <pc:sldMk cId="3476944913" sldId="336"/>
        </pc:sldMkLst>
        <pc:spChg chg="mod">
          <ac:chgData name="Alexis MARTIN" userId="ec32c3d9-5957-42d0-8757-996fd533d25b" providerId="ADAL" clId="{B76BE869-635B-4DC9-A437-AFDC8BC5A345}" dt="2026-06-24T14:24:08.405" v="3084" actId="20577"/>
          <ac:spMkLst>
            <pc:docMk/>
            <pc:sldMk cId="3476944913" sldId="336"/>
            <ac:spMk id="3" creationId="{B3D37DEF-0E40-7E13-DE1C-7DEF167F35DA}"/>
          </ac:spMkLst>
        </pc:spChg>
      </pc:sldChg>
      <pc:sldChg chg="modSp add del mod">
        <pc:chgData name="Alexis MARTIN" userId="ec32c3d9-5957-42d0-8757-996fd533d25b" providerId="ADAL" clId="{B76BE869-635B-4DC9-A437-AFDC8BC5A345}" dt="2026-06-24T14:37:49.763" v="3301" actId="47"/>
        <pc:sldMkLst>
          <pc:docMk/>
          <pc:sldMk cId="163080231" sldId="337"/>
        </pc:sldMkLst>
        <pc:spChg chg="mod">
          <ac:chgData name="Alexis MARTIN" userId="ec32c3d9-5957-42d0-8757-996fd533d25b" providerId="ADAL" clId="{B76BE869-635B-4DC9-A437-AFDC8BC5A345}" dt="2026-06-24T14:24:57.390" v="3127" actId="1076"/>
          <ac:spMkLst>
            <pc:docMk/>
            <pc:sldMk cId="163080231" sldId="337"/>
            <ac:spMk id="3" creationId="{B49EF837-A038-F9AF-0463-B657D510CF8B}"/>
          </ac:spMkLst>
        </pc:spChg>
      </pc:sldChg>
      <pc:sldChg chg="addSp delSp modSp add mod">
        <pc:chgData name="Alexis MARTIN" userId="ec32c3d9-5957-42d0-8757-996fd533d25b" providerId="ADAL" clId="{B76BE869-635B-4DC9-A437-AFDC8BC5A345}" dt="2026-06-24T15:33:42.791" v="3583" actId="478"/>
        <pc:sldMkLst>
          <pc:docMk/>
          <pc:sldMk cId="3376611137" sldId="338"/>
        </pc:sldMkLst>
        <pc:spChg chg="del">
          <ac:chgData name="Alexis MARTIN" userId="ec32c3d9-5957-42d0-8757-996fd533d25b" providerId="ADAL" clId="{B76BE869-635B-4DC9-A437-AFDC8BC5A345}" dt="2026-06-24T14:30:08.950" v="3165" actId="478"/>
          <ac:spMkLst>
            <pc:docMk/>
            <pc:sldMk cId="3376611137" sldId="338"/>
            <ac:spMk id="3" creationId="{FB513AE8-8AE7-6759-20F7-7D68B73E64FD}"/>
          </ac:spMkLst>
        </pc:spChg>
        <pc:spChg chg="del mod">
          <ac:chgData name="Alexis MARTIN" userId="ec32c3d9-5957-42d0-8757-996fd533d25b" providerId="ADAL" clId="{B76BE869-635B-4DC9-A437-AFDC8BC5A345}" dt="2026-06-24T15:33:42.791" v="3583" actId="478"/>
          <ac:spMkLst>
            <pc:docMk/>
            <pc:sldMk cId="3376611137" sldId="338"/>
            <ac:spMk id="9" creationId="{8940FBC2-8E51-1652-65E8-D2FF76E3B52C}"/>
          </ac:spMkLst>
        </pc:spChg>
        <pc:spChg chg="add mod">
          <ac:chgData name="Alexis MARTIN" userId="ec32c3d9-5957-42d0-8757-996fd533d25b" providerId="ADAL" clId="{B76BE869-635B-4DC9-A437-AFDC8BC5A345}" dt="2026-06-24T14:30:55.757" v="3201" actId="1037"/>
          <ac:spMkLst>
            <pc:docMk/>
            <pc:sldMk cId="3376611137" sldId="338"/>
            <ac:spMk id="10" creationId="{97EA449B-3E08-459C-A6DD-AE9FDD5E2F13}"/>
          </ac:spMkLst>
        </pc:spChg>
        <pc:spChg chg="add mod">
          <ac:chgData name="Alexis MARTIN" userId="ec32c3d9-5957-42d0-8757-996fd533d25b" providerId="ADAL" clId="{B76BE869-635B-4DC9-A437-AFDC8BC5A345}" dt="2026-06-24T15:33:39.591" v="3582" actId="20577"/>
          <ac:spMkLst>
            <pc:docMk/>
            <pc:sldMk cId="3376611137" sldId="338"/>
            <ac:spMk id="11" creationId="{C98BEDCF-D2F1-BD6C-537B-A4E51FC98828}"/>
          </ac:spMkLst>
        </pc:spChg>
        <pc:picChg chg="add mod">
          <ac:chgData name="Alexis MARTIN" userId="ec32c3d9-5957-42d0-8757-996fd533d25b" providerId="ADAL" clId="{B76BE869-635B-4DC9-A437-AFDC8BC5A345}" dt="2026-06-24T14:30:55.757" v="3201" actId="1037"/>
          <ac:picMkLst>
            <pc:docMk/>
            <pc:sldMk cId="3376611137" sldId="338"/>
            <ac:picMk id="8" creationId="{4CE8DEA0-42A2-C8AD-EEDB-7A2A79038395}"/>
          </ac:picMkLst>
        </pc:picChg>
      </pc:sldChg>
      <pc:sldChg chg="addSp delSp modSp add mod modAnim">
        <pc:chgData name="Alexis MARTIN" userId="ec32c3d9-5957-42d0-8757-996fd533d25b" providerId="ADAL" clId="{B76BE869-635B-4DC9-A437-AFDC8BC5A345}" dt="2026-06-24T14:40:23.423" v="3349" actId="20577"/>
        <pc:sldMkLst>
          <pc:docMk/>
          <pc:sldMk cId="1765581843" sldId="339"/>
        </pc:sldMkLst>
        <pc:spChg chg="del">
          <ac:chgData name="Alexis MARTIN" userId="ec32c3d9-5957-42d0-8757-996fd533d25b" providerId="ADAL" clId="{B76BE869-635B-4DC9-A437-AFDC8BC5A345}" dt="2026-06-24T14:34:03.341" v="3209" actId="478"/>
          <ac:spMkLst>
            <pc:docMk/>
            <pc:sldMk cId="1765581843" sldId="339"/>
            <ac:spMk id="2" creationId="{522BD6C4-3C1A-9096-2170-78C1596B6A6E}"/>
          </ac:spMkLst>
        </pc:spChg>
        <pc:spChg chg="mod">
          <ac:chgData name="Alexis MARTIN" userId="ec32c3d9-5957-42d0-8757-996fd533d25b" providerId="ADAL" clId="{B76BE869-635B-4DC9-A437-AFDC8BC5A345}" dt="2026-06-24T14:33:55.544" v="3208" actId="20577"/>
          <ac:spMkLst>
            <pc:docMk/>
            <pc:sldMk cId="1765581843" sldId="339"/>
            <ac:spMk id="4" creationId="{43C3683C-8D42-7B9F-E429-DF94698F9738}"/>
          </ac:spMkLst>
        </pc:spChg>
        <pc:spChg chg="add mod">
          <ac:chgData name="Alexis MARTIN" userId="ec32c3d9-5957-42d0-8757-996fd533d25b" providerId="ADAL" clId="{B76BE869-635B-4DC9-A437-AFDC8BC5A345}" dt="2026-06-24T14:35:36.640" v="3223" actId="1076"/>
          <ac:spMkLst>
            <pc:docMk/>
            <pc:sldMk cId="1765581843" sldId="339"/>
            <ac:spMk id="6" creationId="{D794A6FA-5034-AED0-FC2B-47D75DF1C56F}"/>
          </ac:spMkLst>
        </pc:spChg>
        <pc:spChg chg="add mod">
          <ac:chgData name="Alexis MARTIN" userId="ec32c3d9-5957-42d0-8757-996fd533d25b" providerId="ADAL" clId="{B76BE869-635B-4DC9-A437-AFDC8BC5A345}" dt="2026-06-24T14:35:33.549" v="3222" actId="1076"/>
          <ac:spMkLst>
            <pc:docMk/>
            <pc:sldMk cId="1765581843" sldId="339"/>
            <ac:spMk id="18" creationId="{5C9AA418-8F45-EEC1-ED82-0E414A3AACAD}"/>
          </ac:spMkLst>
        </pc:spChg>
        <pc:spChg chg="del">
          <ac:chgData name="Alexis MARTIN" userId="ec32c3d9-5957-42d0-8757-996fd533d25b" providerId="ADAL" clId="{B76BE869-635B-4DC9-A437-AFDC8BC5A345}" dt="2026-06-24T14:34:03.341" v="3209" actId="478"/>
          <ac:spMkLst>
            <pc:docMk/>
            <pc:sldMk cId="1765581843" sldId="339"/>
            <ac:spMk id="19" creationId="{5CDDFE76-653C-8A5D-CB42-1197E4DCBF72}"/>
          </ac:spMkLst>
        </pc:spChg>
        <pc:spChg chg="add mod">
          <ac:chgData name="Alexis MARTIN" userId="ec32c3d9-5957-42d0-8757-996fd533d25b" providerId="ADAL" clId="{B76BE869-635B-4DC9-A437-AFDC8BC5A345}" dt="2026-06-24T14:40:23.423" v="3349" actId="20577"/>
          <ac:spMkLst>
            <pc:docMk/>
            <pc:sldMk cId="1765581843" sldId="339"/>
            <ac:spMk id="20" creationId="{3BB02F5B-B869-A36C-B033-DECFC3DD08C3}"/>
          </ac:spMkLst>
        </pc:spChg>
        <pc:grpChg chg="del">
          <ac:chgData name="Alexis MARTIN" userId="ec32c3d9-5957-42d0-8757-996fd533d25b" providerId="ADAL" clId="{B76BE869-635B-4DC9-A437-AFDC8BC5A345}" dt="2026-06-24T14:34:03.341" v="3209" actId="478"/>
          <ac:grpSpMkLst>
            <pc:docMk/>
            <pc:sldMk cId="1765581843" sldId="339"/>
            <ac:grpSpMk id="7" creationId="{2CC180BA-7B3E-E394-564D-5A01822AABDD}"/>
          </ac:grpSpMkLst>
        </pc:grpChg>
        <pc:picChg chg="add mod">
          <ac:chgData name="Alexis MARTIN" userId="ec32c3d9-5957-42d0-8757-996fd533d25b" providerId="ADAL" clId="{B76BE869-635B-4DC9-A437-AFDC8BC5A345}" dt="2026-06-24T14:35:00.950" v="3217" actId="1076"/>
          <ac:picMkLst>
            <pc:docMk/>
            <pc:sldMk cId="1765581843" sldId="339"/>
            <ac:picMk id="3" creationId="{FA4205F1-D5A2-144B-BCA0-5282B324B50A}"/>
          </ac:picMkLst>
        </pc:picChg>
        <pc:picChg chg="del">
          <ac:chgData name="Alexis MARTIN" userId="ec32c3d9-5957-42d0-8757-996fd533d25b" providerId="ADAL" clId="{B76BE869-635B-4DC9-A437-AFDC8BC5A345}" dt="2026-06-24T14:34:03.341" v="3209" actId="478"/>
          <ac:picMkLst>
            <pc:docMk/>
            <pc:sldMk cId="1765581843" sldId="339"/>
            <ac:picMk id="17" creationId="{1A4D407E-8BDC-A669-8057-C914CB0E280D}"/>
          </ac:picMkLst>
        </pc:picChg>
      </pc:sldChg>
      <pc:sldChg chg="addSp delSp modSp add mod">
        <pc:chgData name="Alexis MARTIN" userId="ec32c3d9-5957-42d0-8757-996fd533d25b" providerId="ADAL" clId="{B76BE869-635B-4DC9-A437-AFDC8BC5A345}" dt="2026-06-24T15:36:03.931" v="3611" actId="1076"/>
        <pc:sldMkLst>
          <pc:docMk/>
          <pc:sldMk cId="3307701616" sldId="340"/>
        </pc:sldMkLst>
        <pc:spChg chg="mod">
          <ac:chgData name="Alexis MARTIN" userId="ec32c3d9-5957-42d0-8757-996fd533d25b" providerId="ADAL" clId="{B76BE869-635B-4DC9-A437-AFDC8BC5A345}" dt="2026-06-24T15:24:36.681" v="3440" actId="114"/>
          <ac:spMkLst>
            <pc:docMk/>
            <pc:sldMk cId="3307701616" sldId="340"/>
            <ac:spMk id="7" creationId="{5259BC94-45F7-E0E6-CCC8-9118D3A1F6E6}"/>
          </ac:spMkLst>
        </pc:spChg>
        <pc:spChg chg="del mod">
          <ac:chgData name="Alexis MARTIN" userId="ec32c3d9-5957-42d0-8757-996fd533d25b" providerId="ADAL" clId="{B76BE869-635B-4DC9-A437-AFDC8BC5A345}" dt="2026-06-24T15:33:52.567" v="3592" actId="478"/>
          <ac:spMkLst>
            <pc:docMk/>
            <pc:sldMk cId="3307701616" sldId="340"/>
            <ac:spMk id="9" creationId="{6C43FFC8-0C19-2872-5020-976915032FFB}"/>
          </ac:spMkLst>
        </pc:spChg>
        <pc:spChg chg="del">
          <ac:chgData name="Alexis MARTIN" userId="ec32c3d9-5957-42d0-8757-996fd533d25b" providerId="ADAL" clId="{B76BE869-635B-4DC9-A437-AFDC8BC5A345}" dt="2026-06-24T14:38:07.479" v="3310" actId="478"/>
          <ac:spMkLst>
            <pc:docMk/>
            <pc:sldMk cId="3307701616" sldId="340"/>
            <ac:spMk id="10" creationId="{15485D29-8DB0-1CDC-36A0-F01E8455D547}"/>
          </ac:spMkLst>
        </pc:spChg>
        <pc:spChg chg="add mod">
          <ac:chgData name="Alexis MARTIN" userId="ec32c3d9-5957-42d0-8757-996fd533d25b" providerId="ADAL" clId="{B76BE869-635B-4DC9-A437-AFDC8BC5A345}" dt="2026-06-24T15:31:27.291" v="3553" actId="1076"/>
          <ac:spMkLst>
            <pc:docMk/>
            <pc:sldMk cId="3307701616" sldId="340"/>
            <ac:spMk id="11" creationId="{81ED7A27-EEFF-9786-9A1D-C9068392384E}"/>
          </ac:spMkLst>
        </pc:spChg>
        <pc:spChg chg="add mod">
          <ac:chgData name="Alexis MARTIN" userId="ec32c3d9-5957-42d0-8757-996fd533d25b" providerId="ADAL" clId="{B76BE869-635B-4DC9-A437-AFDC8BC5A345}" dt="2026-06-24T15:31:29.653" v="3554" actId="14100"/>
          <ac:spMkLst>
            <pc:docMk/>
            <pc:sldMk cId="3307701616" sldId="340"/>
            <ac:spMk id="12" creationId="{755580B6-8975-F0E6-44B0-7A9E0A977614}"/>
          </ac:spMkLst>
        </pc:spChg>
        <pc:spChg chg="add mod">
          <ac:chgData name="Alexis MARTIN" userId="ec32c3d9-5957-42d0-8757-996fd533d25b" providerId="ADAL" clId="{B76BE869-635B-4DC9-A437-AFDC8BC5A345}" dt="2026-06-24T15:31:32.892" v="3555" actId="1076"/>
          <ac:spMkLst>
            <pc:docMk/>
            <pc:sldMk cId="3307701616" sldId="340"/>
            <ac:spMk id="13" creationId="{FACC5DE6-8737-4D8B-4D03-9B8176F4EDD4}"/>
          </ac:spMkLst>
        </pc:spChg>
        <pc:spChg chg="add mod">
          <ac:chgData name="Alexis MARTIN" userId="ec32c3d9-5957-42d0-8757-996fd533d25b" providerId="ADAL" clId="{B76BE869-635B-4DC9-A437-AFDC8BC5A345}" dt="2026-06-24T15:36:03.931" v="3611" actId="1076"/>
          <ac:spMkLst>
            <pc:docMk/>
            <pc:sldMk cId="3307701616" sldId="340"/>
            <ac:spMk id="14" creationId="{07860E32-7645-8DA1-8889-DBDB00D83647}"/>
          </ac:spMkLst>
        </pc:spChg>
        <pc:spChg chg="add mod">
          <ac:chgData name="Alexis MARTIN" userId="ec32c3d9-5957-42d0-8757-996fd533d25b" providerId="ADAL" clId="{B76BE869-635B-4DC9-A437-AFDC8BC5A345}" dt="2026-06-24T15:36:01.012" v="3610" actId="1076"/>
          <ac:spMkLst>
            <pc:docMk/>
            <pc:sldMk cId="3307701616" sldId="340"/>
            <ac:spMk id="15" creationId="{5F10905A-5224-66B5-D6F6-2D917A513CF5}"/>
          </ac:spMkLst>
        </pc:spChg>
        <pc:spChg chg="add mod">
          <ac:chgData name="Alexis MARTIN" userId="ec32c3d9-5957-42d0-8757-996fd533d25b" providerId="ADAL" clId="{B76BE869-635B-4DC9-A437-AFDC8BC5A345}" dt="2026-06-24T15:35:57.402" v="3609" actId="1076"/>
          <ac:spMkLst>
            <pc:docMk/>
            <pc:sldMk cId="3307701616" sldId="340"/>
            <ac:spMk id="16" creationId="{EDA8D09C-F08B-4C4B-B28C-A8B3F4A65826}"/>
          </ac:spMkLst>
        </pc:spChg>
        <pc:spChg chg="add mod">
          <ac:chgData name="Alexis MARTIN" userId="ec32c3d9-5957-42d0-8757-996fd533d25b" providerId="ADAL" clId="{B76BE869-635B-4DC9-A437-AFDC8BC5A345}" dt="2026-06-24T15:33:49.445" v="3591" actId="20577"/>
          <ac:spMkLst>
            <pc:docMk/>
            <pc:sldMk cId="3307701616" sldId="340"/>
            <ac:spMk id="17" creationId="{D92481DD-FA40-B930-CD18-AEC699D91A51}"/>
          </ac:spMkLst>
        </pc:spChg>
        <pc:picChg chg="add mod">
          <ac:chgData name="Alexis MARTIN" userId="ec32c3d9-5957-42d0-8757-996fd533d25b" providerId="ADAL" clId="{B76BE869-635B-4DC9-A437-AFDC8BC5A345}" dt="2026-06-24T15:31:20.141" v="3551" actId="14100"/>
          <ac:picMkLst>
            <pc:docMk/>
            <pc:sldMk cId="3307701616" sldId="340"/>
            <ac:picMk id="3" creationId="{6C5E6A4D-7FAB-3F86-1F01-016890860FE4}"/>
          </ac:picMkLst>
        </pc:picChg>
        <pc:picChg chg="del">
          <ac:chgData name="Alexis MARTIN" userId="ec32c3d9-5957-42d0-8757-996fd533d25b" providerId="ADAL" clId="{B76BE869-635B-4DC9-A437-AFDC8BC5A345}" dt="2026-06-24T14:38:07.479" v="3310" actId="478"/>
          <ac:picMkLst>
            <pc:docMk/>
            <pc:sldMk cId="3307701616" sldId="340"/>
            <ac:picMk id="8" creationId="{3DF32211-590D-3809-4C99-EEAC3FFC8FFB}"/>
          </ac:picMkLst>
        </pc:picChg>
      </pc:sldChg>
      <pc:sldChg chg="addSp modSp add mod">
        <pc:chgData name="Alexis MARTIN" userId="ec32c3d9-5957-42d0-8757-996fd533d25b" providerId="ADAL" clId="{B76BE869-635B-4DC9-A437-AFDC8BC5A345}" dt="2026-06-24T15:20:52.491" v="3420" actId="1076"/>
        <pc:sldMkLst>
          <pc:docMk/>
          <pc:sldMk cId="136090382" sldId="341"/>
        </pc:sldMkLst>
        <pc:spChg chg="mod">
          <ac:chgData name="Alexis MARTIN" userId="ec32c3d9-5957-42d0-8757-996fd533d25b" providerId="ADAL" clId="{B76BE869-635B-4DC9-A437-AFDC8BC5A345}" dt="2026-06-24T14:38:19.407" v="3320" actId="20577"/>
          <ac:spMkLst>
            <pc:docMk/>
            <pc:sldMk cId="136090382" sldId="341"/>
            <ac:spMk id="9" creationId="{9779B182-1462-3A93-CD32-A72B874840A2}"/>
          </ac:spMkLst>
        </pc:spChg>
        <pc:spChg chg="add mod">
          <ac:chgData name="Alexis MARTIN" userId="ec32c3d9-5957-42d0-8757-996fd533d25b" providerId="ADAL" clId="{B76BE869-635B-4DC9-A437-AFDC8BC5A345}" dt="2026-06-24T15:19:10.296" v="3371" actId="255"/>
          <ac:spMkLst>
            <pc:docMk/>
            <pc:sldMk cId="136090382" sldId="341"/>
            <ac:spMk id="10" creationId="{DB43EA2D-B7AD-6A6E-813A-73D1EDEDB9BD}"/>
          </ac:spMkLst>
        </pc:spChg>
        <pc:spChg chg="add mod">
          <ac:chgData name="Alexis MARTIN" userId="ec32c3d9-5957-42d0-8757-996fd533d25b" providerId="ADAL" clId="{B76BE869-635B-4DC9-A437-AFDC8BC5A345}" dt="2026-06-24T15:20:28.403" v="3416" actId="14100"/>
          <ac:spMkLst>
            <pc:docMk/>
            <pc:sldMk cId="136090382" sldId="341"/>
            <ac:spMk id="11" creationId="{E2F94768-2CA1-D18E-0C43-8AAE690C2643}"/>
          </ac:spMkLst>
        </pc:spChg>
        <pc:spChg chg="add mod">
          <ac:chgData name="Alexis MARTIN" userId="ec32c3d9-5957-42d0-8757-996fd533d25b" providerId="ADAL" clId="{B76BE869-635B-4DC9-A437-AFDC8BC5A345}" dt="2026-06-24T15:20:48.898" v="3419" actId="113"/>
          <ac:spMkLst>
            <pc:docMk/>
            <pc:sldMk cId="136090382" sldId="341"/>
            <ac:spMk id="13" creationId="{98EEA752-8692-E8D4-900C-2CC37EA640AF}"/>
          </ac:spMkLst>
        </pc:spChg>
        <pc:picChg chg="add mod">
          <ac:chgData name="Alexis MARTIN" userId="ec32c3d9-5957-42d0-8757-996fd533d25b" providerId="ADAL" clId="{B76BE869-635B-4DC9-A437-AFDC8BC5A345}" dt="2026-06-24T15:20:52.491" v="3420" actId="1076"/>
          <ac:picMkLst>
            <pc:docMk/>
            <pc:sldMk cId="136090382" sldId="341"/>
            <ac:picMk id="3" creationId="{2223B76B-472A-6537-53FF-0A37115ED239}"/>
          </ac:picMkLst>
        </pc:picChg>
        <pc:picChg chg="add mod">
          <ac:chgData name="Alexis MARTIN" userId="ec32c3d9-5957-42d0-8757-996fd533d25b" providerId="ADAL" clId="{B76BE869-635B-4DC9-A437-AFDC8BC5A345}" dt="2026-06-24T14:39:46.880" v="3326" actId="1076"/>
          <ac:picMkLst>
            <pc:docMk/>
            <pc:sldMk cId="136090382" sldId="341"/>
            <ac:picMk id="8" creationId="{39B3FB8E-9507-F7AB-70A5-ACDDE185BC58}"/>
          </ac:picMkLst>
        </pc:picChg>
      </pc:sldChg>
      <pc:sldChg chg="addSp delSp modSp add mod">
        <pc:chgData name="Alexis MARTIN" userId="ec32c3d9-5957-42d0-8757-996fd533d25b" providerId="ADAL" clId="{B76BE869-635B-4DC9-A437-AFDC8BC5A345}" dt="2026-06-24T15:22:40.401" v="3428" actId="1076"/>
        <pc:sldMkLst>
          <pc:docMk/>
          <pc:sldMk cId="490975318" sldId="342"/>
        </pc:sldMkLst>
        <pc:spChg chg="del">
          <ac:chgData name="Alexis MARTIN" userId="ec32c3d9-5957-42d0-8757-996fd533d25b" providerId="ADAL" clId="{B76BE869-635B-4DC9-A437-AFDC8BC5A345}" dt="2026-06-24T15:21:28.241" v="3422" actId="478"/>
          <ac:spMkLst>
            <pc:docMk/>
            <pc:sldMk cId="490975318" sldId="342"/>
            <ac:spMk id="10" creationId="{AAE014EC-7826-7C27-B4C9-C0F85088355E}"/>
          </ac:spMkLst>
        </pc:spChg>
        <pc:spChg chg="del">
          <ac:chgData name="Alexis MARTIN" userId="ec32c3d9-5957-42d0-8757-996fd533d25b" providerId="ADAL" clId="{B76BE869-635B-4DC9-A437-AFDC8BC5A345}" dt="2026-06-24T15:21:28.241" v="3422" actId="478"/>
          <ac:spMkLst>
            <pc:docMk/>
            <pc:sldMk cId="490975318" sldId="342"/>
            <ac:spMk id="11" creationId="{678B1CF1-E30C-F0C6-D8BF-B77D0EFC6430}"/>
          </ac:spMkLst>
        </pc:spChg>
        <pc:spChg chg="del">
          <ac:chgData name="Alexis MARTIN" userId="ec32c3d9-5957-42d0-8757-996fd533d25b" providerId="ADAL" clId="{B76BE869-635B-4DC9-A437-AFDC8BC5A345}" dt="2026-06-24T15:21:28.241" v="3422" actId="478"/>
          <ac:spMkLst>
            <pc:docMk/>
            <pc:sldMk cId="490975318" sldId="342"/>
            <ac:spMk id="13" creationId="{EF075E04-3AA6-6921-4F5C-2DC3F9891AEC}"/>
          </ac:spMkLst>
        </pc:spChg>
        <pc:picChg chg="del">
          <ac:chgData name="Alexis MARTIN" userId="ec32c3d9-5957-42d0-8757-996fd533d25b" providerId="ADAL" clId="{B76BE869-635B-4DC9-A437-AFDC8BC5A345}" dt="2026-06-24T15:21:28.241" v="3422" actId="478"/>
          <ac:picMkLst>
            <pc:docMk/>
            <pc:sldMk cId="490975318" sldId="342"/>
            <ac:picMk id="3" creationId="{8CA0B3F7-6C6D-920A-84C1-4FACEF67C9AF}"/>
          </ac:picMkLst>
        </pc:picChg>
        <pc:picChg chg="del">
          <ac:chgData name="Alexis MARTIN" userId="ec32c3d9-5957-42d0-8757-996fd533d25b" providerId="ADAL" clId="{B76BE869-635B-4DC9-A437-AFDC8BC5A345}" dt="2026-06-24T15:21:28.241" v="3422" actId="478"/>
          <ac:picMkLst>
            <pc:docMk/>
            <pc:sldMk cId="490975318" sldId="342"/>
            <ac:picMk id="8" creationId="{30B41837-B88C-5E93-0715-D13CEC3BF439}"/>
          </ac:picMkLst>
        </pc:picChg>
        <pc:picChg chg="add mod">
          <ac:chgData name="Alexis MARTIN" userId="ec32c3d9-5957-42d0-8757-996fd533d25b" providerId="ADAL" clId="{B76BE869-635B-4DC9-A437-AFDC8BC5A345}" dt="2026-06-24T15:22:40.401" v="3428" actId="1076"/>
          <ac:picMkLst>
            <pc:docMk/>
            <pc:sldMk cId="490975318" sldId="342"/>
            <ac:picMk id="12" creationId="{7BCD6BF5-5CD0-9298-822A-54BB612B8AF1}"/>
          </ac:picMkLst>
        </pc:picChg>
      </pc:sldChg>
      <pc:sldChg chg="new del">
        <pc:chgData name="Alexis MARTIN" userId="ec32c3d9-5957-42d0-8757-996fd533d25b" providerId="ADAL" clId="{B76BE869-635B-4DC9-A437-AFDC8BC5A345}" dt="2026-06-24T15:29:46.331" v="3546" actId="47"/>
        <pc:sldMkLst>
          <pc:docMk/>
          <pc:sldMk cId="363899229" sldId="343"/>
        </pc:sldMkLst>
      </pc:sldChg>
      <pc:sldChg chg="addSp delSp modSp add mod">
        <pc:chgData name="Alexis MARTIN" userId="ec32c3d9-5957-42d0-8757-996fd533d25b" providerId="ADAL" clId="{B76BE869-635B-4DC9-A437-AFDC8BC5A345}" dt="2026-06-24T15:35:16.261" v="3606" actId="1035"/>
        <pc:sldMkLst>
          <pc:docMk/>
          <pc:sldMk cId="2800314790" sldId="343"/>
        </pc:sldMkLst>
        <pc:spChg chg="del">
          <ac:chgData name="Alexis MARTIN" userId="ec32c3d9-5957-42d0-8757-996fd533d25b" providerId="ADAL" clId="{B76BE869-635B-4DC9-A437-AFDC8BC5A345}" dt="2026-06-24T15:33:59.247" v="3593" actId="478"/>
          <ac:spMkLst>
            <pc:docMk/>
            <pc:sldMk cId="2800314790" sldId="343"/>
            <ac:spMk id="9" creationId="{F9D9A8D4-4B5B-B403-FAB8-15EC93724DAF}"/>
          </ac:spMkLst>
        </pc:spChg>
        <pc:spChg chg="del">
          <ac:chgData name="Alexis MARTIN" userId="ec32c3d9-5957-42d0-8757-996fd533d25b" providerId="ADAL" clId="{B76BE869-635B-4DC9-A437-AFDC8BC5A345}" dt="2026-06-24T15:30:05.122" v="3548" actId="478"/>
          <ac:spMkLst>
            <pc:docMk/>
            <pc:sldMk cId="2800314790" sldId="343"/>
            <ac:spMk id="11" creationId="{7DE1664A-CE06-7ECF-6515-DEC46370B1F9}"/>
          </ac:spMkLst>
        </pc:spChg>
        <pc:spChg chg="del">
          <ac:chgData name="Alexis MARTIN" userId="ec32c3d9-5957-42d0-8757-996fd533d25b" providerId="ADAL" clId="{B76BE869-635B-4DC9-A437-AFDC8BC5A345}" dt="2026-06-24T15:30:05.122" v="3548" actId="478"/>
          <ac:spMkLst>
            <pc:docMk/>
            <pc:sldMk cId="2800314790" sldId="343"/>
            <ac:spMk id="12" creationId="{F49B68A6-6A84-5DBD-CBC7-4A113537756F}"/>
          </ac:spMkLst>
        </pc:spChg>
        <pc:spChg chg="del">
          <ac:chgData name="Alexis MARTIN" userId="ec32c3d9-5957-42d0-8757-996fd533d25b" providerId="ADAL" clId="{B76BE869-635B-4DC9-A437-AFDC8BC5A345}" dt="2026-06-24T15:30:05.122" v="3548" actId="478"/>
          <ac:spMkLst>
            <pc:docMk/>
            <pc:sldMk cId="2800314790" sldId="343"/>
            <ac:spMk id="13" creationId="{9E86390B-B4F7-AB19-2D4A-5F94E48D2511}"/>
          </ac:spMkLst>
        </pc:spChg>
        <pc:spChg chg="del">
          <ac:chgData name="Alexis MARTIN" userId="ec32c3d9-5957-42d0-8757-996fd533d25b" providerId="ADAL" clId="{B76BE869-635B-4DC9-A437-AFDC8BC5A345}" dt="2026-06-24T15:30:05.122" v="3548" actId="478"/>
          <ac:spMkLst>
            <pc:docMk/>
            <pc:sldMk cId="2800314790" sldId="343"/>
            <ac:spMk id="14" creationId="{5448E929-6540-C06B-021D-DDC00862F4B8}"/>
          </ac:spMkLst>
        </pc:spChg>
        <pc:spChg chg="del">
          <ac:chgData name="Alexis MARTIN" userId="ec32c3d9-5957-42d0-8757-996fd533d25b" providerId="ADAL" clId="{B76BE869-635B-4DC9-A437-AFDC8BC5A345}" dt="2026-06-24T15:30:05.122" v="3548" actId="478"/>
          <ac:spMkLst>
            <pc:docMk/>
            <pc:sldMk cId="2800314790" sldId="343"/>
            <ac:spMk id="15" creationId="{F4071EC5-A814-8F97-A818-B0BF66D807EF}"/>
          </ac:spMkLst>
        </pc:spChg>
        <pc:spChg chg="del">
          <ac:chgData name="Alexis MARTIN" userId="ec32c3d9-5957-42d0-8757-996fd533d25b" providerId="ADAL" clId="{B76BE869-635B-4DC9-A437-AFDC8BC5A345}" dt="2026-06-24T15:30:05.122" v="3548" actId="478"/>
          <ac:spMkLst>
            <pc:docMk/>
            <pc:sldMk cId="2800314790" sldId="343"/>
            <ac:spMk id="16" creationId="{9309E10C-7812-50D3-8A9A-48CFA762A8D1}"/>
          </ac:spMkLst>
        </pc:spChg>
        <pc:spChg chg="add mod">
          <ac:chgData name="Alexis MARTIN" userId="ec32c3d9-5957-42d0-8757-996fd533d25b" providerId="ADAL" clId="{B76BE869-635B-4DC9-A437-AFDC8BC5A345}" dt="2026-06-24T15:33:59.501" v="3594"/>
          <ac:spMkLst>
            <pc:docMk/>
            <pc:sldMk cId="2800314790" sldId="343"/>
            <ac:spMk id="18" creationId="{00D7898E-F9F9-7108-D294-3D36610F3A4D}"/>
          </ac:spMkLst>
        </pc:spChg>
        <pc:picChg chg="del">
          <ac:chgData name="Alexis MARTIN" userId="ec32c3d9-5957-42d0-8757-996fd533d25b" providerId="ADAL" clId="{B76BE869-635B-4DC9-A437-AFDC8BC5A345}" dt="2026-06-24T15:30:05.122" v="3548" actId="478"/>
          <ac:picMkLst>
            <pc:docMk/>
            <pc:sldMk cId="2800314790" sldId="343"/>
            <ac:picMk id="3" creationId="{D61F2484-9E9E-94EC-B1F0-549DC9D8D07F}"/>
          </ac:picMkLst>
        </pc:picChg>
        <pc:picChg chg="add mod">
          <ac:chgData name="Alexis MARTIN" userId="ec32c3d9-5957-42d0-8757-996fd533d25b" providerId="ADAL" clId="{B76BE869-635B-4DC9-A437-AFDC8BC5A345}" dt="2026-06-24T15:35:16.261" v="3606" actId="1035"/>
          <ac:picMkLst>
            <pc:docMk/>
            <pc:sldMk cId="2800314790" sldId="343"/>
            <ac:picMk id="8" creationId="{79A60226-5948-04BB-E0C8-FBE1380BDB0D}"/>
          </ac:picMkLst>
        </pc:picChg>
        <pc:picChg chg="add mod">
          <ac:chgData name="Alexis MARTIN" userId="ec32c3d9-5957-42d0-8757-996fd533d25b" providerId="ADAL" clId="{B76BE869-635B-4DC9-A437-AFDC8BC5A345}" dt="2026-06-24T15:34:10.042" v="3596" actId="1076"/>
          <ac:picMkLst>
            <pc:docMk/>
            <pc:sldMk cId="2800314790" sldId="343"/>
            <ac:picMk id="17" creationId="{3FBE9865-9B1E-E3BA-28E2-1C6B1C385075}"/>
          </ac:picMkLst>
        </pc:picChg>
        <pc:picChg chg="add mod">
          <ac:chgData name="Alexis MARTIN" userId="ec32c3d9-5957-42d0-8757-996fd533d25b" providerId="ADAL" clId="{B76BE869-635B-4DC9-A437-AFDC8BC5A345}" dt="2026-06-24T15:34:36.391" v="3599" actId="14100"/>
          <ac:picMkLst>
            <pc:docMk/>
            <pc:sldMk cId="2800314790" sldId="343"/>
            <ac:picMk id="20" creationId="{7C6532D6-3131-DD85-29E8-F8F825641A42}"/>
          </ac:picMkLst>
        </pc:picChg>
        <pc:picChg chg="add mod">
          <ac:chgData name="Alexis MARTIN" userId="ec32c3d9-5957-42d0-8757-996fd533d25b" providerId="ADAL" clId="{B76BE869-635B-4DC9-A437-AFDC8BC5A345}" dt="2026-06-24T15:35:06.903" v="3603" actId="1076"/>
          <ac:picMkLst>
            <pc:docMk/>
            <pc:sldMk cId="2800314790" sldId="343"/>
            <ac:picMk id="22" creationId="{CF642B22-2A92-2E2A-1A5B-83DA4A69076D}"/>
          </ac:picMkLst>
        </pc:picChg>
      </pc:sldChg>
      <pc:sldChg chg="new del">
        <pc:chgData name="Alexis MARTIN" userId="ec32c3d9-5957-42d0-8757-996fd533d25b" providerId="ADAL" clId="{B76BE869-635B-4DC9-A437-AFDC8BC5A345}" dt="2026-06-24T15:39:11.836" v="3613" actId="47"/>
        <pc:sldMkLst>
          <pc:docMk/>
          <pc:sldMk cId="1611831472" sldId="344"/>
        </pc:sldMkLst>
      </pc:sldChg>
      <pc:sldChg chg="addSp delSp modSp add mod">
        <pc:chgData name="Alexis MARTIN" userId="ec32c3d9-5957-42d0-8757-996fd533d25b" providerId="ADAL" clId="{B76BE869-635B-4DC9-A437-AFDC8BC5A345}" dt="2026-06-24T15:46:07.224" v="3760" actId="20577"/>
        <pc:sldMkLst>
          <pc:docMk/>
          <pc:sldMk cId="4292393477" sldId="344"/>
        </pc:sldMkLst>
        <pc:spChg chg="del">
          <ac:chgData name="Alexis MARTIN" userId="ec32c3d9-5957-42d0-8757-996fd533d25b" providerId="ADAL" clId="{B76BE869-635B-4DC9-A437-AFDC8BC5A345}" dt="2026-06-24T15:39:22.094" v="3615" actId="478"/>
          <ac:spMkLst>
            <pc:docMk/>
            <pc:sldMk cId="4292393477" sldId="344"/>
            <ac:spMk id="10" creationId="{60962FDE-81F3-8328-9C3D-02B5D91A75E9}"/>
          </ac:spMkLst>
        </pc:spChg>
        <pc:spChg chg="add mod">
          <ac:chgData name="Alexis MARTIN" userId="ec32c3d9-5957-42d0-8757-996fd533d25b" providerId="ADAL" clId="{B76BE869-635B-4DC9-A437-AFDC8BC5A345}" dt="2026-06-24T15:41:53.717" v="3626"/>
          <ac:spMkLst>
            <pc:docMk/>
            <pc:sldMk cId="4292393477" sldId="344"/>
            <ac:spMk id="14" creationId="{C30001FF-D996-9F37-23E4-2A1CC776E3DA}"/>
          </ac:spMkLst>
        </pc:spChg>
        <pc:spChg chg="add mod">
          <ac:chgData name="Alexis MARTIN" userId="ec32c3d9-5957-42d0-8757-996fd533d25b" providerId="ADAL" clId="{B76BE869-635B-4DC9-A437-AFDC8BC5A345}" dt="2026-06-24T15:46:07.224" v="3760" actId="20577"/>
          <ac:spMkLst>
            <pc:docMk/>
            <pc:sldMk cId="4292393477" sldId="344"/>
            <ac:spMk id="16" creationId="{18F38633-6C80-0270-4808-A04F5DDCDCB8}"/>
          </ac:spMkLst>
        </pc:spChg>
        <pc:picChg chg="add mod">
          <ac:chgData name="Alexis MARTIN" userId="ec32c3d9-5957-42d0-8757-996fd533d25b" providerId="ADAL" clId="{B76BE869-635B-4DC9-A437-AFDC8BC5A345}" dt="2026-06-24T15:44:11.462" v="3721" actId="14100"/>
          <ac:picMkLst>
            <pc:docMk/>
            <pc:sldMk cId="4292393477" sldId="344"/>
            <ac:picMk id="3" creationId="{194EB292-60F5-6859-155E-3971E0273C1D}"/>
          </ac:picMkLst>
        </pc:picChg>
        <pc:picChg chg="del">
          <ac:chgData name="Alexis MARTIN" userId="ec32c3d9-5957-42d0-8757-996fd533d25b" providerId="ADAL" clId="{B76BE869-635B-4DC9-A437-AFDC8BC5A345}" dt="2026-06-24T15:39:22.094" v="3615" actId="478"/>
          <ac:picMkLst>
            <pc:docMk/>
            <pc:sldMk cId="4292393477" sldId="344"/>
            <ac:picMk id="6" creationId="{9CF46C86-0D87-A6F8-DB53-E876AD2FB264}"/>
          </ac:picMkLst>
        </pc:picChg>
        <pc:picChg chg="del">
          <ac:chgData name="Alexis MARTIN" userId="ec32c3d9-5957-42d0-8757-996fd533d25b" providerId="ADAL" clId="{B76BE869-635B-4DC9-A437-AFDC8BC5A345}" dt="2026-06-24T15:39:22.094" v="3615" actId="478"/>
          <ac:picMkLst>
            <pc:docMk/>
            <pc:sldMk cId="4292393477" sldId="344"/>
            <ac:picMk id="7" creationId="{703857E8-E6DD-4376-26FE-61818B22DE57}"/>
          </ac:picMkLst>
        </pc:picChg>
        <pc:picChg chg="add mod">
          <ac:chgData name="Alexis MARTIN" userId="ec32c3d9-5957-42d0-8757-996fd533d25b" providerId="ADAL" clId="{B76BE869-635B-4DC9-A437-AFDC8BC5A345}" dt="2026-06-24T15:44:05.492" v="3719" actId="1076"/>
          <ac:picMkLst>
            <pc:docMk/>
            <pc:sldMk cId="4292393477" sldId="344"/>
            <ac:picMk id="13" creationId="{EC23B40F-41D9-37F6-D912-1CA4B5738CE9}"/>
          </ac:picMkLst>
        </pc:picChg>
        <pc:picChg chg="add mod">
          <ac:chgData name="Alexis MARTIN" userId="ec32c3d9-5957-42d0-8757-996fd533d25b" providerId="ADAL" clId="{B76BE869-635B-4DC9-A437-AFDC8BC5A345}" dt="2026-06-24T15:43:57.552" v="3715" actId="1076"/>
          <ac:picMkLst>
            <pc:docMk/>
            <pc:sldMk cId="4292393477" sldId="344"/>
            <ac:picMk id="18" creationId="{71647657-8BF8-3BC2-EAA6-C9627DC366BF}"/>
          </ac:picMkLst>
        </pc:picChg>
        <pc:picChg chg="add mod">
          <ac:chgData name="Alexis MARTIN" userId="ec32c3d9-5957-42d0-8757-996fd533d25b" providerId="ADAL" clId="{B76BE869-635B-4DC9-A437-AFDC8BC5A345}" dt="2026-06-24T15:44:39.512" v="3738" actId="1076"/>
          <ac:picMkLst>
            <pc:docMk/>
            <pc:sldMk cId="4292393477" sldId="344"/>
            <ac:picMk id="20" creationId="{5FD4DBF1-EAD6-9A32-1AEA-EB9201C70CC2}"/>
          </ac:picMkLst>
        </pc:picChg>
        <pc:picChg chg="add mod">
          <ac:chgData name="Alexis MARTIN" userId="ec32c3d9-5957-42d0-8757-996fd533d25b" providerId="ADAL" clId="{B76BE869-635B-4DC9-A437-AFDC8BC5A345}" dt="2026-06-24T15:44:48.542" v="3744" actId="1076"/>
          <ac:picMkLst>
            <pc:docMk/>
            <pc:sldMk cId="4292393477" sldId="344"/>
            <ac:picMk id="22" creationId="{F2144982-ADAF-1448-9DB4-AA7288E67C44}"/>
          </ac:picMkLst>
        </pc:picChg>
      </pc:sldChg>
      <pc:sldChg chg="addSp delSp modSp add mod">
        <pc:chgData name="Alexis MARTIN" userId="ec32c3d9-5957-42d0-8757-996fd533d25b" providerId="ADAL" clId="{B76BE869-635B-4DC9-A437-AFDC8BC5A345}" dt="2026-06-25T13:16:28.308" v="5146"/>
        <pc:sldMkLst>
          <pc:docMk/>
          <pc:sldMk cId="494609921" sldId="345"/>
        </pc:sldMkLst>
        <pc:spChg chg="del">
          <ac:chgData name="Alexis MARTIN" userId="ec32c3d9-5957-42d0-8757-996fd533d25b" providerId="ADAL" clId="{B76BE869-635B-4DC9-A437-AFDC8BC5A345}" dt="2026-06-25T11:50:39.987" v="4144" actId="478"/>
          <ac:spMkLst>
            <pc:docMk/>
            <pc:sldMk cId="494609921" sldId="345"/>
            <ac:spMk id="2" creationId="{6D2729AC-953B-CEC2-42EE-F6C896CD7D22}"/>
          </ac:spMkLst>
        </pc:spChg>
        <pc:spChg chg="add mod">
          <ac:chgData name="Alexis MARTIN" userId="ec32c3d9-5957-42d0-8757-996fd533d25b" providerId="ADAL" clId="{B76BE869-635B-4DC9-A437-AFDC8BC5A345}" dt="2026-06-25T11:50:36.119" v="4143" actId="571"/>
          <ac:spMkLst>
            <pc:docMk/>
            <pc:sldMk cId="494609921" sldId="345"/>
            <ac:spMk id="3" creationId="{B7D502D1-2936-2E05-2491-C8044626A2F9}"/>
          </ac:spMkLst>
        </pc:spChg>
        <pc:spChg chg="mod">
          <ac:chgData name="Alexis MARTIN" userId="ec32c3d9-5957-42d0-8757-996fd533d25b" providerId="ADAL" clId="{B76BE869-635B-4DC9-A437-AFDC8BC5A345}" dt="2026-06-25T12:45:02.583" v="4539" actId="1076"/>
          <ac:spMkLst>
            <pc:docMk/>
            <pc:sldMk cId="494609921" sldId="345"/>
            <ac:spMk id="4" creationId="{E7669144-2BEA-585F-1D48-BC77EFFC2F84}"/>
          </ac:spMkLst>
        </pc:spChg>
        <pc:spChg chg="add mod">
          <ac:chgData name="Alexis MARTIN" userId="ec32c3d9-5957-42d0-8757-996fd533d25b" providerId="ADAL" clId="{B76BE869-635B-4DC9-A437-AFDC8BC5A345}" dt="2026-06-25T11:50:36.119" v="4143" actId="571"/>
          <ac:spMkLst>
            <pc:docMk/>
            <pc:sldMk cId="494609921" sldId="345"/>
            <ac:spMk id="6" creationId="{ED5C109D-CFA5-2E04-2680-FA3B3DF3E4FD}"/>
          </ac:spMkLst>
        </pc:spChg>
        <pc:spChg chg="add mod">
          <ac:chgData name="Alexis MARTIN" userId="ec32c3d9-5957-42d0-8757-996fd533d25b" providerId="ADAL" clId="{B76BE869-635B-4DC9-A437-AFDC8BC5A345}" dt="2026-06-25T11:50:36.119" v="4143" actId="571"/>
          <ac:spMkLst>
            <pc:docMk/>
            <pc:sldMk cId="494609921" sldId="345"/>
            <ac:spMk id="7" creationId="{FE1FAFB5-47DB-CE4D-5592-40B9C2000654}"/>
          </ac:spMkLst>
        </pc:spChg>
        <pc:spChg chg="add mod">
          <ac:chgData name="Alexis MARTIN" userId="ec32c3d9-5957-42d0-8757-996fd533d25b" providerId="ADAL" clId="{B76BE869-635B-4DC9-A437-AFDC8BC5A345}" dt="2026-06-25T11:50:36.119" v="4143" actId="571"/>
          <ac:spMkLst>
            <pc:docMk/>
            <pc:sldMk cId="494609921" sldId="345"/>
            <ac:spMk id="10" creationId="{F0C062E2-6B24-196C-4F53-823DE273C23B}"/>
          </ac:spMkLst>
        </pc:spChg>
        <pc:spChg chg="add mod">
          <ac:chgData name="Alexis MARTIN" userId="ec32c3d9-5957-42d0-8757-996fd533d25b" providerId="ADAL" clId="{B76BE869-635B-4DC9-A437-AFDC8BC5A345}" dt="2026-06-25T11:50:36.119" v="4143" actId="571"/>
          <ac:spMkLst>
            <pc:docMk/>
            <pc:sldMk cId="494609921" sldId="345"/>
            <ac:spMk id="23" creationId="{818FD981-14E5-D214-87F9-82B999751702}"/>
          </ac:spMkLst>
        </pc:spChg>
        <pc:spChg chg="add mod">
          <ac:chgData name="Alexis MARTIN" userId="ec32c3d9-5957-42d0-8757-996fd533d25b" providerId="ADAL" clId="{B76BE869-635B-4DC9-A437-AFDC8BC5A345}" dt="2026-06-25T11:50:36.119" v="4143" actId="571"/>
          <ac:spMkLst>
            <pc:docMk/>
            <pc:sldMk cId="494609921" sldId="345"/>
            <ac:spMk id="24" creationId="{9F1A9BCC-F8C3-5CE1-F1D7-2735FA36A61A}"/>
          </ac:spMkLst>
        </pc:spChg>
        <pc:spChg chg="add mod">
          <ac:chgData name="Alexis MARTIN" userId="ec32c3d9-5957-42d0-8757-996fd533d25b" providerId="ADAL" clId="{B76BE869-635B-4DC9-A437-AFDC8BC5A345}" dt="2026-06-25T11:50:36.119" v="4143" actId="571"/>
          <ac:spMkLst>
            <pc:docMk/>
            <pc:sldMk cId="494609921" sldId="345"/>
            <ac:spMk id="25" creationId="{C0678D44-1033-55FA-14AF-D91A278585F3}"/>
          </ac:spMkLst>
        </pc:spChg>
        <pc:spChg chg="add mod">
          <ac:chgData name="Alexis MARTIN" userId="ec32c3d9-5957-42d0-8757-996fd533d25b" providerId="ADAL" clId="{B76BE869-635B-4DC9-A437-AFDC8BC5A345}" dt="2026-06-25T11:50:36.119" v="4143" actId="571"/>
          <ac:spMkLst>
            <pc:docMk/>
            <pc:sldMk cId="494609921" sldId="345"/>
            <ac:spMk id="26" creationId="{D3975C56-5C5A-05AA-814B-6282CA6B4F6B}"/>
          </ac:spMkLst>
        </pc:spChg>
        <pc:spChg chg="add mod">
          <ac:chgData name="Alexis MARTIN" userId="ec32c3d9-5957-42d0-8757-996fd533d25b" providerId="ADAL" clId="{B76BE869-635B-4DC9-A437-AFDC8BC5A345}" dt="2026-06-25T12:53:10.645" v="4832" actId="20577"/>
          <ac:spMkLst>
            <pc:docMk/>
            <pc:sldMk cId="494609921" sldId="345"/>
            <ac:spMk id="34" creationId="{0ED4DAF4-66E9-48B9-DBA0-1C2D826D62D6}"/>
          </ac:spMkLst>
        </pc:spChg>
        <pc:spChg chg="add del mod">
          <ac:chgData name="Alexis MARTIN" userId="ec32c3d9-5957-42d0-8757-996fd533d25b" providerId="ADAL" clId="{B76BE869-635B-4DC9-A437-AFDC8BC5A345}" dt="2026-06-25T12:53:19.186" v="4833" actId="478"/>
          <ac:spMkLst>
            <pc:docMk/>
            <pc:sldMk cId="494609921" sldId="345"/>
            <ac:spMk id="37" creationId="{73095B2C-C363-DAA3-71AE-0239F673E4F0}"/>
          </ac:spMkLst>
        </pc:spChg>
        <pc:spChg chg="add del mod">
          <ac:chgData name="Alexis MARTIN" userId="ec32c3d9-5957-42d0-8757-996fd533d25b" providerId="ADAL" clId="{B76BE869-635B-4DC9-A437-AFDC8BC5A345}" dt="2026-06-25T12:53:20.945" v="4834" actId="478"/>
          <ac:spMkLst>
            <pc:docMk/>
            <pc:sldMk cId="494609921" sldId="345"/>
            <ac:spMk id="39" creationId="{7081EB1B-0C51-AEE2-6AB4-6650D3A3878B}"/>
          </ac:spMkLst>
        </pc:spChg>
        <pc:spChg chg="del">
          <ac:chgData name="Alexis MARTIN" userId="ec32c3d9-5957-42d0-8757-996fd533d25b" providerId="ADAL" clId="{B76BE869-635B-4DC9-A437-AFDC8BC5A345}" dt="2026-06-25T11:50:39.987" v="4144" actId="478"/>
          <ac:spMkLst>
            <pc:docMk/>
            <pc:sldMk cId="494609921" sldId="345"/>
            <ac:spMk id="70" creationId="{4EB1D5B4-BDB5-59CA-69C7-6B06B0FC9A40}"/>
          </ac:spMkLst>
        </pc:spChg>
        <pc:spChg chg="del">
          <ac:chgData name="Alexis MARTIN" userId="ec32c3d9-5957-42d0-8757-996fd533d25b" providerId="ADAL" clId="{B76BE869-635B-4DC9-A437-AFDC8BC5A345}" dt="2026-06-25T11:50:39.987" v="4144" actId="478"/>
          <ac:spMkLst>
            <pc:docMk/>
            <pc:sldMk cId="494609921" sldId="345"/>
            <ac:spMk id="83" creationId="{8C8E032E-B312-6D18-577F-E7631E4523EE}"/>
          </ac:spMkLst>
        </pc:spChg>
        <pc:spChg chg="del">
          <ac:chgData name="Alexis MARTIN" userId="ec32c3d9-5957-42d0-8757-996fd533d25b" providerId="ADAL" clId="{B76BE869-635B-4DC9-A437-AFDC8BC5A345}" dt="2026-06-25T11:50:39.987" v="4144" actId="478"/>
          <ac:spMkLst>
            <pc:docMk/>
            <pc:sldMk cId="494609921" sldId="345"/>
            <ac:spMk id="84" creationId="{BEDE51EE-4E2A-2126-954C-C13F167E9F44}"/>
          </ac:spMkLst>
        </pc:spChg>
        <pc:spChg chg="del">
          <ac:chgData name="Alexis MARTIN" userId="ec32c3d9-5957-42d0-8757-996fd533d25b" providerId="ADAL" clId="{B76BE869-635B-4DC9-A437-AFDC8BC5A345}" dt="2026-06-25T11:50:39.987" v="4144" actId="478"/>
          <ac:spMkLst>
            <pc:docMk/>
            <pc:sldMk cId="494609921" sldId="345"/>
            <ac:spMk id="85" creationId="{6D792E4C-F727-40ED-9F5B-A7B77A6646BB}"/>
          </ac:spMkLst>
        </pc:spChg>
        <pc:spChg chg="del">
          <ac:chgData name="Alexis MARTIN" userId="ec32c3d9-5957-42d0-8757-996fd533d25b" providerId="ADAL" clId="{B76BE869-635B-4DC9-A437-AFDC8BC5A345}" dt="2026-06-25T11:50:39.987" v="4144" actId="478"/>
          <ac:spMkLst>
            <pc:docMk/>
            <pc:sldMk cId="494609921" sldId="345"/>
            <ac:spMk id="86" creationId="{507ABD30-B559-DD56-F2B0-E1DE5878C92F}"/>
          </ac:spMkLst>
        </pc:spChg>
        <pc:grpChg chg="del">
          <ac:chgData name="Alexis MARTIN" userId="ec32c3d9-5957-42d0-8757-996fd533d25b" providerId="ADAL" clId="{B76BE869-635B-4DC9-A437-AFDC8BC5A345}" dt="2026-06-25T11:50:41.897" v="4145" actId="478"/>
          <ac:grpSpMkLst>
            <pc:docMk/>
            <pc:sldMk cId="494609921" sldId="345"/>
            <ac:grpSpMk id="59" creationId="{66FF8E73-8823-6A75-B95E-71EA9C2AB43A}"/>
          </ac:grpSpMkLst>
        </pc:grpChg>
        <pc:graphicFrameChg chg="add del">
          <ac:chgData name="Alexis MARTIN" userId="ec32c3d9-5957-42d0-8757-996fd533d25b" providerId="ADAL" clId="{B76BE869-635B-4DC9-A437-AFDC8BC5A345}" dt="2026-06-25T12:44:59.567" v="4537" actId="3680"/>
          <ac:graphicFrameMkLst>
            <pc:docMk/>
            <pc:sldMk cId="494609921" sldId="345"/>
            <ac:graphicFrameMk id="44" creationId="{84C70576-E23F-BCF4-3A9A-8359B1BF21C8}"/>
          </ac:graphicFrameMkLst>
        </pc:graphicFrameChg>
        <pc:graphicFrameChg chg="add mod modGraphic">
          <ac:chgData name="Alexis MARTIN" userId="ec32c3d9-5957-42d0-8757-996fd533d25b" providerId="ADAL" clId="{B76BE869-635B-4DC9-A437-AFDC8BC5A345}" dt="2026-06-25T13:16:28.308" v="5146"/>
          <ac:graphicFrameMkLst>
            <pc:docMk/>
            <pc:sldMk cId="494609921" sldId="345"/>
            <ac:graphicFrameMk id="46" creationId="{22A278C4-AEB1-DCBF-5073-7C0F8CDDF360}"/>
          </ac:graphicFrameMkLst>
        </pc:graphicFrameChg>
        <pc:picChg chg="add mod">
          <ac:chgData name="Alexis MARTIN" userId="ec32c3d9-5957-42d0-8757-996fd533d25b" providerId="ADAL" clId="{B76BE869-635B-4DC9-A437-AFDC8BC5A345}" dt="2026-06-25T11:50:36.119" v="4143" actId="571"/>
          <ac:picMkLst>
            <pc:docMk/>
            <pc:sldMk cId="494609921" sldId="345"/>
            <ac:picMk id="11" creationId="{BC8C5127-DDD5-78DA-D0B6-1C032FB7B00E}"/>
          </ac:picMkLst>
        </pc:picChg>
        <pc:picChg chg="add mod">
          <ac:chgData name="Alexis MARTIN" userId="ec32c3d9-5957-42d0-8757-996fd533d25b" providerId="ADAL" clId="{B76BE869-635B-4DC9-A437-AFDC8BC5A345}" dt="2026-06-25T11:50:36.119" v="4143" actId="571"/>
          <ac:picMkLst>
            <pc:docMk/>
            <pc:sldMk cId="494609921" sldId="345"/>
            <ac:picMk id="13" creationId="{1E089F4F-819D-F22B-C1E5-F4D1F28CA8D2}"/>
          </ac:picMkLst>
        </pc:picChg>
        <pc:picChg chg="del">
          <ac:chgData name="Alexis MARTIN" userId="ec32c3d9-5957-42d0-8757-996fd533d25b" providerId="ADAL" clId="{B76BE869-635B-4DC9-A437-AFDC8BC5A345}" dt="2026-06-25T11:50:39.987" v="4144" actId="478"/>
          <ac:picMkLst>
            <pc:docMk/>
            <pc:sldMk cId="494609921" sldId="345"/>
            <ac:picMk id="31" creationId="{9364CE70-0585-5FD2-C8DF-FDEB4F5220D8}"/>
          </ac:picMkLst>
        </pc:picChg>
        <pc:picChg chg="add mod">
          <ac:chgData name="Alexis MARTIN" userId="ec32c3d9-5957-42d0-8757-996fd533d25b" providerId="ADAL" clId="{B76BE869-635B-4DC9-A437-AFDC8BC5A345}" dt="2026-06-25T13:16:14.022" v="5144" actId="1035"/>
          <ac:picMkLst>
            <pc:docMk/>
            <pc:sldMk cId="494609921" sldId="345"/>
            <ac:picMk id="48" creationId="{039B950A-86B3-D340-9FF9-CEE877B38150}"/>
          </ac:picMkLst>
        </pc:picChg>
        <pc:picChg chg="add mod">
          <ac:chgData name="Alexis MARTIN" userId="ec32c3d9-5957-42d0-8757-996fd533d25b" providerId="ADAL" clId="{B76BE869-635B-4DC9-A437-AFDC8BC5A345}" dt="2026-06-25T13:16:14.022" v="5144" actId="1035"/>
          <ac:picMkLst>
            <pc:docMk/>
            <pc:sldMk cId="494609921" sldId="345"/>
            <ac:picMk id="49" creationId="{EB927937-C721-2BDD-DECA-E38008549B91}"/>
          </ac:picMkLst>
        </pc:picChg>
        <pc:picChg chg="add mod modCrop">
          <ac:chgData name="Alexis MARTIN" userId="ec32c3d9-5957-42d0-8757-996fd533d25b" providerId="ADAL" clId="{B76BE869-635B-4DC9-A437-AFDC8BC5A345}" dt="2026-06-25T13:16:14.022" v="5144" actId="1035"/>
          <ac:picMkLst>
            <pc:docMk/>
            <pc:sldMk cId="494609921" sldId="345"/>
            <ac:picMk id="53" creationId="{034FC1DA-A219-F893-B17C-051998DF816A}"/>
          </ac:picMkLst>
        </pc:picChg>
        <pc:picChg chg="add del mod modCrop">
          <ac:chgData name="Alexis MARTIN" userId="ec32c3d9-5957-42d0-8757-996fd533d25b" providerId="ADAL" clId="{B76BE869-635B-4DC9-A437-AFDC8BC5A345}" dt="2026-06-25T13:03:01.456" v="4887" actId="21"/>
          <ac:picMkLst>
            <pc:docMk/>
            <pc:sldMk cId="494609921" sldId="345"/>
            <ac:picMk id="57" creationId="{0585BE45-68D8-1A8E-45EF-8E19DCB893FA}"/>
          </ac:picMkLst>
        </pc:picChg>
        <pc:picChg chg="add mod">
          <ac:chgData name="Alexis MARTIN" userId="ec32c3d9-5957-42d0-8757-996fd533d25b" providerId="ADAL" clId="{B76BE869-635B-4DC9-A437-AFDC8BC5A345}" dt="2026-06-25T13:16:14.022" v="5144" actId="1035"/>
          <ac:picMkLst>
            <pc:docMk/>
            <pc:sldMk cId="494609921" sldId="345"/>
            <ac:picMk id="58" creationId="{0585BE45-68D8-1A8E-45EF-8E19DCB893FA}"/>
          </ac:picMkLst>
        </pc:picChg>
        <pc:picChg chg="del">
          <ac:chgData name="Alexis MARTIN" userId="ec32c3d9-5957-42d0-8757-996fd533d25b" providerId="ADAL" clId="{B76BE869-635B-4DC9-A437-AFDC8BC5A345}" dt="2026-06-25T11:50:39.987" v="4144" actId="478"/>
          <ac:picMkLst>
            <pc:docMk/>
            <pc:sldMk cId="494609921" sldId="345"/>
            <ac:picMk id="60" creationId="{93F0177E-5402-EB33-5CAD-5D129F788D21}"/>
          </ac:picMkLst>
        </pc:picChg>
        <pc:picChg chg="del">
          <ac:chgData name="Alexis MARTIN" userId="ec32c3d9-5957-42d0-8757-996fd533d25b" providerId="ADAL" clId="{B76BE869-635B-4DC9-A437-AFDC8BC5A345}" dt="2026-06-25T11:50:39.987" v="4144" actId="478"/>
          <ac:picMkLst>
            <pc:docMk/>
            <pc:sldMk cId="494609921" sldId="345"/>
            <ac:picMk id="61" creationId="{A3C49482-EDAB-0053-935D-34FB01D7122D}"/>
          </ac:picMkLst>
        </pc:picChg>
        <pc:cxnChg chg="mod">
          <ac:chgData name="Alexis MARTIN" userId="ec32c3d9-5957-42d0-8757-996fd533d25b" providerId="ADAL" clId="{B76BE869-635B-4DC9-A437-AFDC8BC5A345}" dt="2026-06-25T11:50:41.897" v="4145" actId="478"/>
          <ac:cxnSpMkLst>
            <pc:docMk/>
            <pc:sldMk cId="494609921" sldId="345"/>
            <ac:cxnSpMk id="38" creationId="{AF3D7EAF-D7E6-5321-6EE2-FAE3D2909491}"/>
          </ac:cxnSpMkLst>
        </pc:cxnChg>
        <pc:cxnChg chg="del">
          <ac:chgData name="Alexis MARTIN" userId="ec32c3d9-5957-42d0-8757-996fd533d25b" providerId="ADAL" clId="{B76BE869-635B-4DC9-A437-AFDC8BC5A345}" dt="2026-06-25T11:50:39.987" v="4144" actId="478"/>
          <ac:cxnSpMkLst>
            <pc:docMk/>
            <pc:sldMk cId="494609921" sldId="345"/>
            <ac:cxnSpMk id="71" creationId="{3E1BA62C-F6A0-0E43-8E0E-BD41B45018AB}"/>
          </ac:cxnSpMkLst>
        </pc:cxnChg>
      </pc:sldChg>
      <pc:sldChg chg="new del">
        <pc:chgData name="Alexis MARTIN" userId="ec32c3d9-5957-42d0-8757-996fd533d25b" providerId="ADAL" clId="{B76BE869-635B-4DC9-A437-AFDC8BC5A345}" dt="2026-06-25T11:50:24.056" v="4140" actId="680"/>
        <pc:sldMkLst>
          <pc:docMk/>
          <pc:sldMk cId="3369931520" sldId="345"/>
        </pc:sldMkLst>
      </pc:sldChg>
      <pc:sldChg chg="addSp modSp new mod modNotesTx">
        <pc:chgData name="Alexis MARTIN" userId="ec32c3d9-5957-42d0-8757-996fd533d25b" providerId="ADAL" clId="{B76BE869-635B-4DC9-A437-AFDC8BC5A345}" dt="2026-06-25T13:18:47.777" v="5302" actId="20577"/>
        <pc:sldMkLst>
          <pc:docMk/>
          <pc:sldMk cId="1994848996" sldId="346"/>
        </pc:sldMkLst>
        <pc:spChg chg="add mod">
          <ac:chgData name="Alexis MARTIN" userId="ec32c3d9-5957-42d0-8757-996fd533d25b" providerId="ADAL" clId="{B76BE869-635B-4DC9-A437-AFDC8BC5A345}" dt="2026-06-25T13:05:39.302" v="4894"/>
          <ac:spMkLst>
            <pc:docMk/>
            <pc:sldMk cId="1994848996" sldId="346"/>
            <ac:spMk id="4" creationId="{1756CFE0-23CE-C91A-B205-B73834132F33}"/>
          </ac:spMkLst>
        </pc:spChg>
        <pc:spChg chg="add mod">
          <ac:chgData name="Alexis MARTIN" userId="ec32c3d9-5957-42d0-8757-996fd533d25b" providerId="ADAL" clId="{B76BE869-635B-4DC9-A437-AFDC8BC5A345}" dt="2026-06-25T13:05:39.302" v="4894"/>
          <ac:spMkLst>
            <pc:docMk/>
            <pc:sldMk cId="1994848996" sldId="346"/>
            <ac:spMk id="6" creationId="{B9B2724B-25DF-B130-95EF-8D0CBE8915C0}"/>
          </ac:spMkLst>
        </pc:spChg>
        <pc:spChg chg="add mod">
          <ac:chgData name="Alexis MARTIN" userId="ec32c3d9-5957-42d0-8757-996fd533d25b" providerId="ADAL" clId="{B76BE869-635B-4DC9-A437-AFDC8BC5A345}" dt="2026-06-25T13:05:44.975" v="4895"/>
          <ac:spMkLst>
            <pc:docMk/>
            <pc:sldMk cId="1994848996" sldId="346"/>
            <ac:spMk id="7" creationId="{08DDF285-C056-A80E-EE9D-9FFCF5307B8E}"/>
          </ac:spMkLst>
        </pc:spChg>
        <pc:spChg chg="add mod">
          <ac:chgData name="Alexis MARTIN" userId="ec32c3d9-5957-42d0-8757-996fd533d25b" providerId="ADAL" clId="{B76BE869-635B-4DC9-A437-AFDC8BC5A345}" dt="2026-06-25T13:09:52.787" v="5024" actId="1076"/>
          <ac:spMkLst>
            <pc:docMk/>
            <pc:sldMk cId="1994848996" sldId="346"/>
            <ac:spMk id="8" creationId="{D61E42BC-8E4E-4966-414A-8CB026B48C48}"/>
          </ac:spMkLst>
        </pc:spChg>
        <pc:spChg chg="add mod">
          <ac:chgData name="Alexis MARTIN" userId="ec32c3d9-5957-42d0-8757-996fd533d25b" providerId="ADAL" clId="{B76BE869-635B-4DC9-A437-AFDC8BC5A345}" dt="2026-06-25T13:05:49.819" v="4896"/>
          <ac:spMkLst>
            <pc:docMk/>
            <pc:sldMk cId="1994848996" sldId="346"/>
            <ac:spMk id="9" creationId="{60714EAD-3404-ABBD-DAFC-38A53AF6AB05}"/>
          </ac:spMkLst>
        </pc:spChg>
        <pc:spChg chg="add mod">
          <ac:chgData name="Alexis MARTIN" userId="ec32c3d9-5957-42d0-8757-996fd533d25b" providerId="ADAL" clId="{B76BE869-635B-4DC9-A437-AFDC8BC5A345}" dt="2026-06-25T13:11:42.576" v="5063" actId="1076"/>
          <ac:spMkLst>
            <pc:docMk/>
            <pc:sldMk cId="1994848996" sldId="346"/>
            <ac:spMk id="10" creationId="{549C1732-031B-E056-54E4-2E441AAD1327}"/>
          </ac:spMkLst>
        </pc:spChg>
        <pc:picChg chg="add mod">
          <ac:chgData name="Alexis MARTIN" userId="ec32c3d9-5957-42d0-8757-996fd533d25b" providerId="ADAL" clId="{B76BE869-635B-4DC9-A437-AFDC8BC5A345}" dt="2026-06-25T13:11:08.948" v="5034" actId="14100"/>
          <ac:picMkLst>
            <pc:docMk/>
            <pc:sldMk cId="1994848996" sldId="346"/>
            <ac:picMk id="3" creationId="{50EB9A94-FC2B-E02A-0684-F909EB7BA88E}"/>
          </ac:picMkLst>
        </pc:picChg>
        <pc:cxnChg chg="add mod">
          <ac:chgData name="Alexis MARTIN" userId="ec32c3d9-5957-42d0-8757-996fd533d25b" providerId="ADAL" clId="{B76BE869-635B-4DC9-A437-AFDC8BC5A345}" dt="2026-06-25T13:05:39.302" v="4894"/>
          <ac:cxnSpMkLst>
            <pc:docMk/>
            <pc:sldMk cId="1994848996" sldId="346"/>
            <ac:cxnSpMk id="5" creationId="{A658A8F7-A5EA-8A11-EBC8-EBB7C26BB3D3}"/>
          </ac:cxnSpMkLst>
        </pc:cxnChg>
      </pc:sldChg>
      <pc:sldChg chg="addSp delSp modSp add mod modNotesTx">
        <pc:chgData name="Alexis MARTIN" userId="ec32c3d9-5957-42d0-8757-996fd533d25b" providerId="ADAL" clId="{B76BE869-635B-4DC9-A437-AFDC8BC5A345}" dt="2026-06-25T13:19:38.041" v="5433" actId="20577"/>
        <pc:sldMkLst>
          <pc:docMk/>
          <pc:sldMk cId="1549837202" sldId="347"/>
        </pc:sldMkLst>
        <pc:spChg chg="add mod">
          <ac:chgData name="Alexis MARTIN" userId="ec32c3d9-5957-42d0-8757-996fd533d25b" providerId="ADAL" clId="{B76BE869-635B-4DC9-A437-AFDC8BC5A345}" dt="2026-06-25T13:12:08.279" v="5109" actId="1076"/>
          <ac:spMkLst>
            <pc:docMk/>
            <pc:sldMk cId="1549837202" sldId="347"/>
            <ac:spMk id="11" creationId="{254F7628-AD4A-D9A2-0E2C-A45025024A33}"/>
          </ac:spMkLst>
        </pc:spChg>
        <pc:picChg chg="del">
          <ac:chgData name="Alexis MARTIN" userId="ec32c3d9-5957-42d0-8757-996fd533d25b" providerId="ADAL" clId="{B76BE869-635B-4DC9-A437-AFDC8BC5A345}" dt="2026-06-25T13:10:41.662" v="5026" actId="478"/>
          <ac:picMkLst>
            <pc:docMk/>
            <pc:sldMk cId="1549837202" sldId="347"/>
            <ac:picMk id="3" creationId="{0CDA4A95-44A3-4D4D-7F90-4703D821980F}"/>
          </ac:picMkLst>
        </pc:picChg>
        <pc:picChg chg="add mod">
          <ac:chgData name="Alexis MARTIN" userId="ec32c3d9-5957-42d0-8757-996fd533d25b" providerId="ADAL" clId="{B76BE869-635B-4DC9-A437-AFDC8BC5A345}" dt="2026-06-25T13:12:06.210" v="5108" actId="14100"/>
          <ac:picMkLst>
            <pc:docMk/>
            <pc:sldMk cId="1549837202" sldId="347"/>
            <ac:picMk id="10" creationId="{0DAEE69B-E325-3537-B817-40230291AF30}"/>
          </ac:picMkLst>
        </pc:picChg>
      </pc:sldChg>
      <pc:sldChg chg="addSp delSp modSp add mod modNotesTx">
        <pc:chgData name="Alexis MARTIN" userId="ec32c3d9-5957-42d0-8757-996fd533d25b" providerId="ADAL" clId="{B76BE869-635B-4DC9-A437-AFDC8BC5A345}" dt="2026-06-25T13:31:08.853" v="5799" actId="1076"/>
        <pc:sldMkLst>
          <pc:docMk/>
          <pc:sldMk cId="1651318864" sldId="348"/>
        </pc:sldMkLst>
        <pc:spChg chg="add mod">
          <ac:chgData name="Alexis MARTIN" userId="ec32c3d9-5957-42d0-8757-996fd533d25b" providerId="ADAL" clId="{B76BE869-635B-4DC9-A437-AFDC8BC5A345}" dt="2026-06-25T13:31:08.853" v="5799" actId="1076"/>
          <ac:spMkLst>
            <pc:docMk/>
            <pc:sldMk cId="1651318864" sldId="348"/>
            <ac:spMk id="2" creationId="{44DFE945-1446-4233-4810-39390B889338}"/>
          </ac:spMkLst>
        </pc:spChg>
        <pc:spChg chg="mod">
          <ac:chgData name="Alexis MARTIN" userId="ec32c3d9-5957-42d0-8757-996fd533d25b" providerId="ADAL" clId="{B76BE869-635B-4DC9-A437-AFDC8BC5A345}" dt="2026-06-25T13:24:40.355" v="5548" actId="1036"/>
          <ac:spMkLst>
            <pc:docMk/>
            <pc:sldMk cId="1651318864" sldId="348"/>
            <ac:spMk id="34" creationId="{749F6F7E-E949-307D-291B-7A5F5C03D915}"/>
          </ac:spMkLst>
        </pc:spChg>
        <pc:graphicFrameChg chg="del modGraphic">
          <ac:chgData name="Alexis MARTIN" userId="ec32c3d9-5957-42d0-8757-996fd533d25b" providerId="ADAL" clId="{B76BE869-635B-4DC9-A437-AFDC8BC5A345}" dt="2026-06-25T13:16:52.820" v="5149" actId="478"/>
          <ac:graphicFrameMkLst>
            <pc:docMk/>
            <pc:sldMk cId="1651318864" sldId="348"/>
            <ac:graphicFrameMk id="46" creationId="{440896A2-2273-C3D1-BD86-D65DBCB264FA}"/>
          </ac:graphicFrameMkLst>
        </pc:graphicFrameChg>
        <pc:picChg chg="del">
          <ac:chgData name="Alexis MARTIN" userId="ec32c3d9-5957-42d0-8757-996fd533d25b" providerId="ADAL" clId="{B76BE869-635B-4DC9-A437-AFDC8BC5A345}" dt="2026-06-25T13:16:54.407" v="5150" actId="478"/>
          <ac:picMkLst>
            <pc:docMk/>
            <pc:sldMk cId="1651318864" sldId="348"/>
            <ac:picMk id="48" creationId="{1687924C-8C0C-B851-1765-FB3C822DE211}"/>
          </ac:picMkLst>
        </pc:picChg>
        <pc:picChg chg="del">
          <ac:chgData name="Alexis MARTIN" userId="ec32c3d9-5957-42d0-8757-996fd533d25b" providerId="ADAL" clId="{B76BE869-635B-4DC9-A437-AFDC8BC5A345}" dt="2026-06-25T13:16:54.407" v="5150" actId="478"/>
          <ac:picMkLst>
            <pc:docMk/>
            <pc:sldMk cId="1651318864" sldId="348"/>
            <ac:picMk id="49" creationId="{5A93BB0A-843A-2216-0B90-455EE9E50ADA}"/>
          </ac:picMkLst>
        </pc:picChg>
        <pc:picChg chg="del">
          <ac:chgData name="Alexis MARTIN" userId="ec32c3d9-5957-42d0-8757-996fd533d25b" providerId="ADAL" clId="{B76BE869-635B-4DC9-A437-AFDC8BC5A345}" dt="2026-06-25T13:16:54.407" v="5150" actId="478"/>
          <ac:picMkLst>
            <pc:docMk/>
            <pc:sldMk cId="1651318864" sldId="348"/>
            <ac:picMk id="53" creationId="{252483BA-42FA-3CF5-9AA1-7DF0E23B0C94}"/>
          </ac:picMkLst>
        </pc:picChg>
        <pc:picChg chg="del">
          <ac:chgData name="Alexis MARTIN" userId="ec32c3d9-5957-42d0-8757-996fd533d25b" providerId="ADAL" clId="{B76BE869-635B-4DC9-A437-AFDC8BC5A345}" dt="2026-06-25T13:16:54.407" v="5150" actId="478"/>
          <ac:picMkLst>
            <pc:docMk/>
            <pc:sldMk cId="1651318864" sldId="348"/>
            <ac:picMk id="58" creationId="{BAE5888D-F7FC-A99B-55BB-41358A88C778}"/>
          </ac:picMkLst>
        </pc:picChg>
      </pc:sldChg>
      <pc:sldChg chg="new del">
        <pc:chgData name="Alexis MARTIN" userId="ec32c3d9-5957-42d0-8757-996fd533d25b" providerId="ADAL" clId="{B76BE869-635B-4DC9-A437-AFDC8BC5A345}" dt="2026-06-25T13:31:21.308" v="5801" actId="680"/>
        <pc:sldMkLst>
          <pc:docMk/>
          <pc:sldMk cId="1581642542" sldId="349"/>
        </pc:sldMkLst>
      </pc:sldChg>
      <pc:sldChg chg="addSp delSp modSp add mod">
        <pc:chgData name="Alexis MARTIN" userId="ec32c3d9-5957-42d0-8757-996fd533d25b" providerId="ADAL" clId="{B76BE869-635B-4DC9-A437-AFDC8BC5A345}" dt="2026-06-25T13:45:32.148" v="5862" actId="164"/>
        <pc:sldMkLst>
          <pc:docMk/>
          <pc:sldMk cId="3529026952" sldId="349"/>
        </pc:sldMkLst>
        <pc:spChg chg="mod">
          <ac:chgData name="Alexis MARTIN" userId="ec32c3d9-5957-42d0-8757-996fd533d25b" providerId="ADAL" clId="{B76BE869-635B-4DC9-A437-AFDC8BC5A345}" dt="2026-06-25T13:31:26.828" v="5803" actId="20577"/>
          <ac:spMkLst>
            <pc:docMk/>
            <pc:sldMk cId="3529026952" sldId="349"/>
            <ac:spMk id="2" creationId="{0742589D-53C5-E9DD-8698-D095FEF50B56}"/>
          </ac:spMkLst>
        </pc:spChg>
        <pc:spChg chg="add del mod">
          <ac:chgData name="Alexis MARTIN" userId="ec32c3d9-5957-42d0-8757-996fd533d25b" providerId="ADAL" clId="{B76BE869-635B-4DC9-A437-AFDC8BC5A345}" dt="2026-06-25T13:43:57.466" v="5828"/>
          <ac:spMkLst>
            <pc:docMk/>
            <pc:sldMk cId="3529026952" sldId="349"/>
            <ac:spMk id="11" creationId="{D72106F7-F0B3-80E5-CD27-E5BD472C50DB}"/>
          </ac:spMkLst>
        </pc:spChg>
        <pc:spChg chg="add mod">
          <ac:chgData name="Alexis MARTIN" userId="ec32c3d9-5957-42d0-8757-996fd533d25b" providerId="ADAL" clId="{B76BE869-635B-4DC9-A437-AFDC8BC5A345}" dt="2026-06-25T13:45:32.148" v="5862" actId="164"/>
          <ac:spMkLst>
            <pc:docMk/>
            <pc:sldMk cId="3529026952" sldId="349"/>
            <ac:spMk id="14" creationId="{FBCF5B25-38DD-8BED-69B4-8E0A48DED311}"/>
          </ac:spMkLst>
        </pc:spChg>
        <pc:spChg chg="add mod">
          <ac:chgData name="Alexis MARTIN" userId="ec32c3d9-5957-42d0-8757-996fd533d25b" providerId="ADAL" clId="{B76BE869-635B-4DC9-A437-AFDC8BC5A345}" dt="2026-06-25T13:45:32.148" v="5862" actId="164"/>
          <ac:spMkLst>
            <pc:docMk/>
            <pc:sldMk cId="3529026952" sldId="349"/>
            <ac:spMk id="17" creationId="{7E7D15C0-DC00-3336-AC49-F2FEC418CB93}"/>
          </ac:spMkLst>
        </pc:spChg>
        <pc:spChg chg="add mod">
          <ac:chgData name="Alexis MARTIN" userId="ec32c3d9-5957-42d0-8757-996fd533d25b" providerId="ADAL" clId="{B76BE869-635B-4DC9-A437-AFDC8BC5A345}" dt="2026-06-25T13:45:32.148" v="5862" actId="164"/>
          <ac:spMkLst>
            <pc:docMk/>
            <pc:sldMk cId="3529026952" sldId="349"/>
            <ac:spMk id="18" creationId="{0B0DA0E4-0317-A4EE-ADEA-D95590425BAF}"/>
          </ac:spMkLst>
        </pc:spChg>
        <pc:grpChg chg="add mod">
          <ac:chgData name="Alexis MARTIN" userId="ec32c3d9-5957-42d0-8757-996fd533d25b" providerId="ADAL" clId="{B76BE869-635B-4DC9-A437-AFDC8BC5A345}" dt="2026-06-25T13:45:32.148" v="5862" actId="164"/>
          <ac:grpSpMkLst>
            <pc:docMk/>
            <pc:sldMk cId="3529026952" sldId="349"/>
            <ac:grpSpMk id="19" creationId="{1605B72F-BF4B-28E2-D971-A13FC9276878}"/>
          </ac:grpSpMkLst>
        </pc:grpChg>
        <pc:picChg chg="add mod">
          <ac:chgData name="Alexis MARTIN" userId="ec32c3d9-5957-42d0-8757-996fd533d25b" providerId="ADAL" clId="{B76BE869-635B-4DC9-A437-AFDC8BC5A345}" dt="2026-06-25T13:44:08.266" v="5835" actId="14100"/>
          <ac:picMkLst>
            <pc:docMk/>
            <pc:sldMk cId="3529026952" sldId="349"/>
            <ac:picMk id="6" creationId="{56C55956-A782-8991-7D04-3481423013E7}"/>
          </ac:picMkLst>
        </pc:picChg>
        <pc:picChg chg="add del mod">
          <ac:chgData name="Alexis MARTIN" userId="ec32c3d9-5957-42d0-8757-996fd533d25b" providerId="ADAL" clId="{B76BE869-635B-4DC9-A437-AFDC8BC5A345}" dt="2026-06-25T13:43:57.450" v="5826" actId="478"/>
          <ac:picMkLst>
            <pc:docMk/>
            <pc:sldMk cId="3529026952" sldId="349"/>
            <ac:picMk id="10" creationId="{A2853314-7046-7259-81B5-074FA6134AFA}"/>
          </ac:picMkLst>
        </pc:picChg>
        <pc:picChg chg="add mod">
          <ac:chgData name="Alexis MARTIN" userId="ec32c3d9-5957-42d0-8757-996fd533d25b" providerId="ADAL" clId="{B76BE869-635B-4DC9-A437-AFDC8BC5A345}" dt="2026-06-25T13:45:32.148" v="5862" actId="164"/>
          <ac:picMkLst>
            <pc:docMk/>
            <pc:sldMk cId="3529026952" sldId="349"/>
            <ac:picMk id="13" creationId="{EC085991-B7F2-D724-0613-ED42D6202291}"/>
          </ac:picMkLst>
        </pc:picChg>
        <pc:picChg chg="add del">
          <ac:chgData name="Alexis MARTIN" userId="ec32c3d9-5957-42d0-8757-996fd533d25b" providerId="ADAL" clId="{B76BE869-635B-4DC9-A437-AFDC8BC5A345}" dt="2026-06-25T13:44:39.902" v="5846" actId="22"/>
          <ac:picMkLst>
            <pc:docMk/>
            <pc:sldMk cId="3529026952" sldId="349"/>
            <ac:picMk id="16" creationId="{DA780300-7657-9810-98B5-CBBEAB309F7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E26CE-A5EE-418B-98DF-F81A968CD86C}" type="datetimeFigureOut">
              <a:rPr lang="fr-FR" smtClean="0"/>
              <a:t>24/06/2026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F6991-3A85-4424-A8A1-91662E3976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10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490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D8C62-400B-5E32-DC9B-9727E56EC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8CF2B7C-2F40-E2BD-4348-387CD3601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95A4638-3E98-7794-FF13-EF377199D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Autocicatrisation</a:t>
            </a:r>
            <a:r>
              <a:rPr lang="fr-FR" dirty="0"/>
              <a:t> : apparition d’un arc qui vaporise le film métallique puis apparition d’oxyde isolant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4D6D58-A27B-B009-ABE4-37C4B9A971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8887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BF344-9AB9-F208-DE8D-DF3CAE913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DF71481-C9C1-52CA-02F2-00E0010A2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56B97B4-CDD6-85FC-39EE-2D17DA43B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53FC61-EEF5-A08A-4E11-7845BD4A3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1969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66D64-C621-22B0-809B-88000D154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E6FAB5F-FAAA-BDD4-07D9-C6927DD12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1373938-5F1C-72C0-2ABB-CD815E54A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B89B8B-B3F1-0C6E-E7B5-5368C8005F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1524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voir les variations de l’ESR et ESL en fonction de la technologie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76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Utilisation de technologies différentes pour sommer les avantages : valeur de capa élevé + faible ESR / ESL au global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912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066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7AF19-4551-70B1-1398-842A1021E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BD7A715-05A9-6806-7E94-825D6B367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7A4DA69-8F91-4F3F-9951-17C4D61BA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25851F-9FE7-1E96-7A34-A72EA6649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4F6991-3A85-4424-A8A1-91662E3976CA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266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ouv 16-9 25-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7982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51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nt 16-9 25-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40100" cy="684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03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int 16-9 25-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340100" cy="684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8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6860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80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295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10" Type="http://schemas.openxmlformats.org/officeDocument/2006/relationships/image" Target="../media/image9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png"/><Relationship Id="rId7" Type="http://schemas.openxmlformats.org/officeDocument/2006/relationships/image" Target="../media/image41.wmf"/><Relationship Id="rId12" Type="http://schemas.openxmlformats.org/officeDocument/2006/relationships/image" Target="../media/image4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44.png"/><Relationship Id="rId5" Type="http://schemas.openxmlformats.org/officeDocument/2006/relationships/image" Target="../media/image40.wmf"/><Relationship Id="rId10" Type="http://schemas.openxmlformats.org/officeDocument/2006/relationships/image" Target="../media/image43.wmf"/><Relationship Id="rId4" Type="http://schemas.openxmlformats.org/officeDocument/2006/relationships/oleObject" Target="../embeddings/oleObject4.bin"/><Relationship Id="rId9" Type="http://schemas.openxmlformats.org/officeDocument/2006/relationships/oleObject" Target="../embeddings/oleObject6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12.png"/><Relationship Id="rId4" Type="http://schemas.openxmlformats.org/officeDocument/2006/relationships/image" Target="../media/image49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.jp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wmf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sv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wmf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wmf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78.w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9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7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01462" y="3063875"/>
            <a:ext cx="9290538" cy="221456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3759229" y="3306355"/>
            <a:ext cx="5572713" cy="1103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</a:pPr>
            <a:r>
              <a:rPr lang="en-US" altLang="fr-FR" sz="3200" b="1" dirty="0">
                <a:solidFill>
                  <a:prstClr val="white"/>
                </a:solidFill>
                <a:latin typeface="Myriad Pro" pitchFamily="125" charset="0"/>
              </a:rPr>
              <a:t>Energy Conversion I</a:t>
            </a:r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3759229" y="4444291"/>
            <a:ext cx="5572713" cy="432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ase">
              <a:spcAft>
                <a:spcPct val="0"/>
              </a:spcAft>
            </a:pPr>
            <a:r>
              <a:rPr lang="en-US" altLang="fr-FR" sz="2400" dirty="0">
                <a:solidFill>
                  <a:prstClr val="white"/>
                </a:solidFill>
                <a:latin typeface="Myriad Pro" pitchFamily="125" charset="0"/>
              </a:rPr>
              <a:t>alexis.martin@ensea.fr</a:t>
            </a:r>
          </a:p>
          <a:p>
            <a:pPr algn="l" fontAlgn="base">
              <a:spcAft>
                <a:spcPct val="0"/>
              </a:spcAft>
            </a:pPr>
            <a:r>
              <a:rPr lang="en-US" altLang="fr-FR" sz="2400" dirty="0">
                <a:solidFill>
                  <a:prstClr val="white"/>
                </a:solidFill>
                <a:latin typeface="Myriad Pro" pitchFamily="125" charset="0"/>
              </a:rPr>
              <a:t>Desk D216</a:t>
            </a:r>
          </a:p>
        </p:txBody>
      </p:sp>
      <p:pic>
        <p:nvPicPr>
          <p:cNvPr id="7" name="Image 6" descr="Logo ENSEA 2021 quadri.psd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267" y="635245"/>
            <a:ext cx="1609725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161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ZoneTexte 13"/>
          <p:cNvSpPr txBox="1"/>
          <p:nvPr/>
        </p:nvSpPr>
        <p:spPr>
          <a:xfrm>
            <a:off x="2110672" y="1274936"/>
            <a:ext cx="808461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Non isolated choppers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Switch mode power supplies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Power components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Passive components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Inductor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Transformer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Capacitor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Active components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Diodes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Transistors</a:t>
            </a:r>
            <a:endParaRPr lang="fr-FR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000" dirty="0"/>
              <a:t>Protections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2000" dirty="0"/>
              <a:t>Fuses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2000" dirty="0"/>
              <a:t>Thermistors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2000" dirty="0"/>
              <a:t>ESD protection</a:t>
            </a:r>
          </a:p>
        </p:txBody>
      </p:sp>
      <p:sp>
        <p:nvSpPr>
          <p:cNvPr id="14" name="Sous-titre 2"/>
          <p:cNvSpPr txBox="1">
            <a:spLocks/>
          </p:cNvSpPr>
          <p:nvPr/>
        </p:nvSpPr>
        <p:spPr>
          <a:xfrm>
            <a:off x="2307075" y="620209"/>
            <a:ext cx="362129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Layout</a:t>
            </a:r>
            <a:endParaRPr lang="fr-FR" sz="2000" dirty="0">
              <a:solidFill>
                <a:srgbClr val="9E003B"/>
              </a:solidFill>
              <a:latin typeface="Myriad Pro"/>
              <a:cs typeface="Myriad Pro"/>
            </a:endParaRPr>
          </a:p>
        </p:txBody>
      </p:sp>
    </p:spTree>
    <p:extLst>
      <p:ext uri="{BB962C8B-B14F-4D97-AF65-F5344CB8AC3E}">
        <p14:creationId xmlns:p14="http://schemas.microsoft.com/office/powerpoint/2010/main" val="248250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>
                <a:solidFill>
                  <a:prstClr val="white"/>
                </a:solidFill>
                <a:latin typeface="Myriad Pro" charset="0"/>
                <a:cs typeface="Myriad Pro" charset="0"/>
              </a:rPr>
              <a:t>Passive components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0" y="0"/>
            <a:ext cx="24799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995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Iron core Inductor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094343"/>
              </p:ext>
            </p:extLst>
          </p:nvPr>
        </p:nvGraphicFramePr>
        <p:xfrm>
          <a:off x="3203969" y="1313096"/>
          <a:ext cx="4103688" cy="230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3240024" imgH="1819656" progId="Word.Picture.8">
                  <p:embed/>
                </p:oleObj>
              </mc:Choice>
              <mc:Fallback>
                <p:oleObj name="Image" r:id="rId2" imgW="3240024" imgH="1819656" progId="Word.Picture.8">
                  <p:embed/>
                  <p:pic>
                    <p:nvPicPr>
                      <p:cNvPr id="2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969" y="1313096"/>
                        <a:ext cx="4103688" cy="230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950753"/>
              </p:ext>
            </p:extLst>
          </p:nvPr>
        </p:nvGraphicFramePr>
        <p:xfrm>
          <a:off x="8689489" y="868480"/>
          <a:ext cx="17272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8975" imgH="355446" progId="Equation.3">
                  <p:embed/>
                </p:oleObj>
              </mc:Choice>
              <mc:Fallback>
                <p:oleObj name="Equation" r:id="rId4" imgW="748975" imgH="355446" progId="Equation.3">
                  <p:embed/>
                  <p:pic>
                    <p:nvPicPr>
                      <p:cNvPr id="2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9489" y="868480"/>
                        <a:ext cx="17272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749162"/>
              </p:ext>
            </p:extLst>
          </p:nvPr>
        </p:nvGraphicFramePr>
        <p:xfrm>
          <a:off x="9265752" y="1733667"/>
          <a:ext cx="863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140" imgH="317362" progId="Equation.3">
                  <p:embed/>
                </p:oleObj>
              </mc:Choice>
              <mc:Fallback>
                <p:oleObj name="Equation" r:id="rId6" imgW="368140" imgH="317362" progId="Equation.3">
                  <p:embed/>
                  <p:pic>
                    <p:nvPicPr>
                      <p:cNvPr id="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5752" y="1733667"/>
                        <a:ext cx="8636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3401117" y="4040648"/>
            <a:ext cx="4103687" cy="132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en-CA" altLang="fr-FR" sz="1800" b="1" dirty="0">
                <a:solidFill>
                  <a:schemeClr val="tx1"/>
                </a:solidFill>
                <a:latin typeface="Symbol" panose="05050102010706020507" pitchFamily="18" charset="2"/>
              </a:rPr>
              <a:t>j</a:t>
            </a:r>
            <a:r>
              <a:rPr lang="en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 B.S  : elementary flux (real flux)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CA" altLang="fr-FR" sz="20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en-CA" altLang="fr-FR" sz="1800" b="1" dirty="0">
                <a:solidFill>
                  <a:schemeClr val="tx1"/>
                </a:solidFill>
                <a:latin typeface="Symbol" panose="05050102010706020507" pitchFamily="18" charset="2"/>
              </a:rPr>
              <a:t>F</a:t>
            </a:r>
            <a:r>
              <a:rPr lang="en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</a:t>
            </a:r>
            <a:r>
              <a:rPr lang="en-CA" altLang="fr-FR" sz="2000" b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N.</a:t>
            </a:r>
            <a:r>
              <a:rPr lang="en-CA" altLang="fr-FR" sz="2000" b="1" dirty="0" err="1">
                <a:solidFill>
                  <a:schemeClr val="tx1"/>
                </a:solidFill>
                <a:latin typeface="Symbol" panose="05050102010706020507" pitchFamily="18" charset="2"/>
              </a:rPr>
              <a:t>j</a:t>
            </a:r>
            <a:r>
              <a:rPr lang="en-CA" altLang="fr-FR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L.I   : “total flux” (sawn by the electrical circuit)</a:t>
            </a:r>
            <a:endParaRPr lang="en-CA" altLang="fr-FR" sz="18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/>
              <p:cNvSpPr txBox="1"/>
              <p:nvPr/>
            </p:nvSpPr>
            <p:spPr>
              <a:xfrm>
                <a:off x="8253069" y="2628570"/>
                <a:ext cx="3214791" cy="9782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undOvr"/>
                              <m:ctrlPr>
                                <a:rPr lang="fr-FR" sz="20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𝒊𝒓𝒄𝒖𝒊𝒕</m:t>
                              </m:r>
                            </m:sub>
                            <m:sup>
                              <m:r>
                                <a:rPr lang="fr-FR" sz="20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  <m:t>𝒅𝒍</m:t>
                                  </m:r>
                                </m:num>
                                <m:den>
                                  <m: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  <m: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fr-FR" sz="2000" b="1" dirty="0"/>
              </a:p>
            </p:txBody>
          </p:sp>
        </mc:Choice>
        <mc:Fallback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3069" y="2628570"/>
                <a:ext cx="3214791" cy="9782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ZoneTexte 2"/>
              <p:cNvSpPr txBox="1"/>
              <p:nvPr/>
            </p:nvSpPr>
            <p:spPr>
              <a:xfrm>
                <a:off x="8253069" y="4040648"/>
                <a:ext cx="3562323" cy="115200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3200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p>
                              <m:r>
                                <a:rPr lang="fr-FR" sz="3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p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 . </m:t>
                      </m:r>
                      <m:sSub>
                        <m:sSubPr>
                          <m:ctrlPr>
                            <a:rPr lang="fr-FR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</m:oMath>
                  </m:oMathPara>
                </a14:m>
                <a:endParaRPr lang="fr-FR" sz="3200" b="1" dirty="0"/>
              </a:p>
            </p:txBody>
          </p:sp>
        </mc:Choice>
        <mc:Fallback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3069" y="4040648"/>
                <a:ext cx="3562323" cy="1152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ZoneTexte 27"/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7A95A279-691C-425A-CBE7-5020DA46DED0}"/>
                  </a:ext>
                </a:extLst>
              </p:cNvPr>
              <p:cNvSpPr txBox="1"/>
              <p:nvPr/>
            </p:nvSpPr>
            <p:spPr>
              <a:xfrm>
                <a:off x="5113420" y="5400501"/>
                <a:ext cx="4388473" cy="127060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nary>
                            <m:naryPr>
                              <m:limLoc m:val="undOvr"/>
                              <m:ctrlPr>
                                <a:rPr lang="fr-FR" sz="2800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fr-FR" sz="2800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fr-FR" sz="2800" b="1" i="1">
                                  <a:latin typeface="Cambria Math" panose="02040503050406030204" pitchFamily="18" charset="0"/>
                                </a:rPr>
                                <m:t>𝒊𝒓𝒄𝒖𝒊𝒕</m:t>
                              </m:r>
                            </m:sub>
                            <m:sup>
                              <m:r>
                                <a:rPr lang="fr-FR" sz="28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fr-FR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800" b="1" i="1">
                                      <a:latin typeface="Cambria Math" panose="02040503050406030204" pitchFamily="18" charset="0"/>
                                    </a:rPr>
                                    <m:t>𝒅𝒍</m:t>
                                  </m:r>
                                </m:num>
                                <m:den>
                                  <m:r>
                                    <a:rPr lang="fr-FR" sz="28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  <m:r>
                                    <a:rPr lang="fr-FR" sz="28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den>
                              </m:f>
                            </m:e>
                          </m:nary>
                        </m:den>
                      </m:f>
                      <m:r>
                        <a:rPr lang="fr-FR" sz="2800" b="1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fr-FR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num>
                        <m:den>
                          <m:sSub>
                            <m:sSubPr>
                              <m:ctrlPr>
                                <a:rPr lang="fr-FR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fr-FR" sz="2800" b="1" i="1">
                                  <a:latin typeface="Cambria Math" panose="02040503050406030204" pitchFamily="18" charset="0"/>
                                </a:rPr>
                                <m:t>𝒄𝒊𝒓𝒄𝒖𝒊𝒕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800" b="1" dirty="0"/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7A95A279-691C-425A-CBE7-5020DA46D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420" y="5400501"/>
                <a:ext cx="4388473" cy="12706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76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Hysteresis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8710839" y="1495860"/>
            <a:ext cx="2652713" cy="3927474"/>
            <a:chOff x="3878" y="1221"/>
            <a:chExt cx="1671" cy="2474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V="1">
              <a:off x="4604" y="1434"/>
              <a:ext cx="0" cy="1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3878" y="2296"/>
              <a:ext cx="15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 flipH="1">
              <a:off x="4195" y="1570"/>
              <a:ext cx="817" cy="145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4500" y="1221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CA" altLang="fr-FR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5329" y="2024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CA" altLang="fr-FR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4140" y="3249"/>
              <a:ext cx="1056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CA" altLang="fr-FR" sz="2000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Ideal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CA" altLang="fr-FR" sz="2000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Characteristic</a:t>
              </a:r>
            </a:p>
          </p:txBody>
        </p:sp>
      </p:grpSp>
      <p:sp>
        <p:nvSpPr>
          <p:cNvPr id="16" name="ZoneTexte 15"/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5CE068FC-96B6-9D45-5509-36B2382F52CC}"/>
                  </a:ext>
                </a:extLst>
              </p:cNvPr>
              <p:cNvSpPr txBox="1"/>
              <p:nvPr/>
            </p:nvSpPr>
            <p:spPr>
              <a:xfrm>
                <a:off x="6096000" y="5360631"/>
                <a:ext cx="1621533" cy="7644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fr-FR" sz="24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fr-FR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num>
                        <m:den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fr-FR" sz="2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5CE068FC-96B6-9D45-5509-36B2382F5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360631"/>
                <a:ext cx="1621533" cy="7644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 16">
            <a:extLst>
              <a:ext uri="{FF2B5EF4-FFF2-40B4-BE49-F238E27FC236}">
                <a16:creationId xmlns:a16="http://schemas.microsoft.com/office/drawing/2014/main" id="{55164B0C-FB75-16CC-EA88-8B896732B8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97"/>
          <a:stretch>
            <a:fillRect/>
          </a:stretch>
        </p:blipFill>
        <p:spPr>
          <a:xfrm>
            <a:off x="3030577" y="1495859"/>
            <a:ext cx="5229793" cy="346577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27B3A14D-617F-1368-8E39-E2B7B20C55F3}"/>
              </a:ext>
            </a:extLst>
          </p:cNvPr>
          <p:cNvSpPr txBox="1"/>
          <p:nvPr/>
        </p:nvSpPr>
        <p:spPr>
          <a:xfrm>
            <a:off x="3888014" y="6393086"/>
            <a:ext cx="614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u="none" strike="noStrike" baseline="0" dirty="0">
                <a:latin typeface="Titillium Web" panose="00000500000000000000" pitchFamily="2" charset="0"/>
              </a:rPr>
              <a:t>EMC BASICS, Würth </a:t>
            </a:r>
            <a:r>
              <a:rPr lang="fr-FR" sz="1600" i="1" u="none" strike="noStrike" baseline="0" dirty="0" err="1">
                <a:latin typeface="Titillium Web" panose="00000500000000000000" pitchFamily="2" charset="0"/>
              </a:rPr>
              <a:t>Elektronik</a:t>
            </a:r>
            <a:r>
              <a:rPr lang="fr-FR" sz="1600" i="1" u="none" strike="noStrike" baseline="0" dirty="0">
                <a:latin typeface="Titillium Web" panose="00000500000000000000" pitchFamily="2" charset="0"/>
              </a:rPr>
              <a:t> </a:t>
            </a:r>
            <a:endParaRPr lang="fr-FR" sz="1600" i="1" dirty="0"/>
          </a:p>
        </p:txBody>
      </p:sp>
    </p:spTree>
    <p:extLst>
      <p:ext uri="{BB962C8B-B14F-4D97-AF65-F5344CB8AC3E}">
        <p14:creationId xmlns:p14="http://schemas.microsoft.com/office/powerpoint/2010/main" val="208459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24A42-29AA-2557-1B5E-BCA523745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61699F7-C95B-058E-DA83-511C1A9A2A38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10471E-40C7-87F3-184B-B84D8B16FB9E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43C3683C-8D42-7B9F-E429-DF94698F9738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Losses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D810BE3-EEF5-F550-5E7E-16D81067E050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BF6D7FC6-CAA0-95DB-A46A-AF1D9DEB835C}"/>
              </a:ext>
            </a:extLst>
          </p:cNvPr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A4205F1-D5A2-144B-BCA0-5282B324B5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88"/>
          <a:stretch>
            <a:fillRect/>
          </a:stretch>
        </p:blipFill>
        <p:spPr bwMode="auto">
          <a:xfrm>
            <a:off x="3270403" y="1429669"/>
            <a:ext cx="1343748" cy="3998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794A6FA-5034-AED0-FC2B-47D75DF1C56F}"/>
              </a:ext>
            </a:extLst>
          </p:cNvPr>
          <p:cNvSpPr txBox="1"/>
          <p:nvPr/>
        </p:nvSpPr>
        <p:spPr>
          <a:xfrm>
            <a:off x="3097515" y="2053662"/>
            <a:ext cx="374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/>
              <a:t>r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C9AA418-8F45-EEC1-ED82-0E414A3AACAD}"/>
              </a:ext>
            </a:extLst>
          </p:cNvPr>
          <p:cNvSpPr txBox="1"/>
          <p:nvPr/>
        </p:nvSpPr>
        <p:spPr>
          <a:xfrm>
            <a:off x="3033276" y="3970317"/>
            <a:ext cx="374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/>
              <a:t>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3BB02F5B-B869-A36C-B033-DECFC3DD08C3}"/>
                  </a:ext>
                </a:extLst>
              </p:cNvPr>
              <p:cNvSpPr txBox="1"/>
              <p:nvPr/>
            </p:nvSpPr>
            <p:spPr>
              <a:xfrm>
                <a:off x="5234156" y="1036844"/>
                <a:ext cx="6779166" cy="4653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CA" sz="2000" b="0" i="0" u="none" strike="noStrike" baseline="0" noProof="0" dirty="0">
                    <a:solidFill>
                      <a:srgbClr val="1D2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 of relative permeability (and so, inductance) depends on :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CA" sz="2000" dirty="0">
                    <a:solidFill>
                      <a:srgbClr val="1D2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 material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CA" sz="2000" dirty="0">
                    <a:solidFill>
                      <a:srgbClr val="1D2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Temperature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CA" sz="2000" noProof="0" dirty="0">
                    <a:solidFill>
                      <a:srgbClr val="1D2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CA" sz="2000" dirty="0">
                    <a:solidFill>
                      <a:srgbClr val="1D242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Frequency</a:t>
                </a:r>
                <a:endParaRPr lang="en-CA" sz="2000" noProof="0" dirty="0">
                  <a:solidFill>
                    <a:srgbClr val="1D242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CA" sz="2000" noProof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Pressure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endParaRPr lang="en-CA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endParaRPr lang="en-CA" sz="2000" noProof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fr-F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CA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Copper losses (wires) + iron losses (magnetic material)</a:t>
                </a:r>
                <a:endParaRPr lang="en-CA" sz="2000" noProof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3BB02F5B-B869-A36C-B033-DECFC3DD0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156" y="1036844"/>
                <a:ext cx="6779166" cy="4653646"/>
              </a:xfrm>
              <a:prstGeom prst="rect">
                <a:avLst/>
              </a:prstGeom>
              <a:blipFill>
                <a:blip r:embed="rId3"/>
                <a:stretch>
                  <a:fillRect l="-989" b="-14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5581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C960EB2-47D8-E893-7D2D-C4DDFCD243C0}"/>
              </a:ext>
            </a:extLst>
          </p:cNvPr>
          <p:cNvSpPr txBox="1"/>
          <p:nvPr/>
        </p:nvSpPr>
        <p:spPr>
          <a:xfrm>
            <a:off x="3025666" y="2271647"/>
            <a:ext cx="8577753" cy="2795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A" sz="2400" b="0" i="0" u="none" strike="noStrike" baseline="0" noProof="0" dirty="0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Typical value ranges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400" b="0" i="0" u="none" strike="noStrike" baseline="0" noProof="0" dirty="0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Iron powder (Fe): </a:t>
            </a:r>
            <a:r>
              <a:rPr lang="en-CA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𝜇</a:t>
            </a:r>
            <a:r>
              <a:rPr lang="en-CA" sz="2400" baseline="-25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CA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A" sz="2400" b="0" i="0" u="none" strike="noStrike" baseline="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50 … 150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400" b="0" i="0" u="none" strike="noStrike" baseline="0" noProof="0" dirty="0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Nickel-zinc ferrite (Ni𝑥Zn1−𝑥Fe2O4): </a:t>
            </a:r>
            <a:r>
              <a:rPr lang="en-CA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𝜇</a:t>
            </a:r>
            <a:r>
              <a:rPr lang="en-CA" sz="2400" baseline="-25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CA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A" sz="2400" b="0" i="0" u="none" strike="noStrike" baseline="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50 … 1500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400" b="0" i="0" u="none" strike="noStrike" baseline="0" noProof="0" dirty="0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Manganese-zinc ferrite (Mn𝑥Zn1−𝑥Fe2O4): </a:t>
            </a:r>
            <a:r>
              <a:rPr lang="en-CA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𝜇</a:t>
            </a:r>
            <a:r>
              <a:rPr lang="en-CA" sz="2400" baseline="-25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CA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A" sz="2400" b="0" i="0" u="none" strike="noStrike" baseline="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2000 … 10000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400" b="0" i="0" u="none" strike="noStrike" baseline="0" noProof="0" dirty="0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Nanocrystalline material (</a:t>
            </a:r>
            <a:r>
              <a:rPr lang="en-CA" sz="2400" b="0" i="0" u="none" strike="noStrike" baseline="0" noProof="0" dirty="0" err="1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Fenc</a:t>
            </a:r>
            <a:r>
              <a:rPr lang="en-CA" sz="2400" b="0" i="0" u="none" strike="noStrike" baseline="0" noProof="0" dirty="0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CA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𝜇</a:t>
            </a:r>
            <a:r>
              <a:rPr lang="en-CA" sz="2400" baseline="-250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CA" sz="240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A" sz="2400" b="0" i="0" u="none" strike="noStrike" baseline="0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5000 … 95000 </a:t>
            </a:r>
            <a:endParaRPr lang="en-CA" sz="24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3E77496E-6038-CA0E-ED3A-45BCD1978382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Iron core Inductor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72EC7C10-248A-4E68-1423-4EFCF417DC5C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62E5F612-917B-FE2A-F8D6-E3C160C57351}"/>
              </a:ext>
            </a:extLst>
          </p:cNvPr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744E592-484C-DBAB-F05A-200D24BBE5A3}"/>
              </a:ext>
            </a:extLst>
          </p:cNvPr>
          <p:cNvSpPr txBox="1"/>
          <p:nvPr/>
        </p:nvSpPr>
        <p:spPr>
          <a:xfrm>
            <a:off x="3888014" y="6393086"/>
            <a:ext cx="614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u="none" strike="noStrike" baseline="0" dirty="0">
                <a:latin typeface="Titillium Web" panose="00000500000000000000" pitchFamily="2" charset="0"/>
              </a:rPr>
              <a:t>EMC BASICS, Würth </a:t>
            </a:r>
            <a:r>
              <a:rPr lang="fr-FR" sz="1600" i="1" u="none" strike="noStrike" baseline="0" dirty="0" err="1">
                <a:latin typeface="Titillium Web" panose="00000500000000000000" pitchFamily="2" charset="0"/>
              </a:rPr>
              <a:t>Elektronik</a:t>
            </a:r>
            <a:r>
              <a:rPr lang="fr-FR" sz="1600" i="1" u="none" strike="noStrike" baseline="0" dirty="0">
                <a:latin typeface="Titillium Web" panose="00000500000000000000" pitchFamily="2" charset="0"/>
              </a:rPr>
              <a:t> </a:t>
            </a:r>
            <a:endParaRPr lang="fr-FR" sz="1600" i="1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60CB0BF-2E12-62F7-959F-805B715FE12D}"/>
              </a:ext>
            </a:extLst>
          </p:cNvPr>
          <p:cNvSpPr txBox="1"/>
          <p:nvPr/>
        </p:nvSpPr>
        <p:spPr>
          <a:xfrm>
            <a:off x="3025666" y="935105"/>
            <a:ext cx="6140668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A" sz="2000" b="1" u="sng" dirty="0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material</a:t>
            </a:r>
          </a:p>
        </p:txBody>
      </p:sp>
    </p:spTree>
    <p:extLst>
      <p:ext uri="{BB962C8B-B14F-4D97-AF65-F5344CB8AC3E}">
        <p14:creationId xmlns:p14="http://schemas.microsoft.com/office/powerpoint/2010/main" val="3037843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AF812-2434-A433-CE05-73DD4514A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>
            <a:extLst>
              <a:ext uri="{FF2B5EF4-FFF2-40B4-BE49-F238E27FC236}">
                <a16:creationId xmlns:a16="http://schemas.microsoft.com/office/drawing/2014/main" id="{D4124D60-2B32-95F8-A7E5-AA2792BBD617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Iron core Inductor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92938039-EB6C-BC5A-900F-BFEE139828BF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5C8C0BFB-40AD-57D3-13DB-50681305DB3D}"/>
              </a:ext>
            </a:extLst>
          </p:cNvPr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D6B7E56-584C-0773-5550-D81431025C90}"/>
              </a:ext>
            </a:extLst>
          </p:cNvPr>
          <p:cNvSpPr txBox="1"/>
          <p:nvPr/>
        </p:nvSpPr>
        <p:spPr>
          <a:xfrm>
            <a:off x="3888014" y="6393086"/>
            <a:ext cx="614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u="none" strike="noStrike" baseline="0" dirty="0">
                <a:latin typeface="Titillium Web" panose="00000500000000000000" pitchFamily="2" charset="0"/>
              </a:rPr>
              <a:t>EMC BASICS, Würth </a:t>
            </a:r>
            <a:r>
              <a:rPr lang="fr-FR" sz="1600" i="1" u="none" strike="noStrike" baseline="0" dirty="0" err="1">
                <a:latin typeface="Titillium Web" panose="00000500000000000000" pitchFamily="2" charset="0"/>
              </a:rPr>
              <a:t>Elektronik</a:t>
            </a:r>
            <a:r>
              <a:rPr lang="fr-FR" sz="1600" i="1" u="none" strike="noStrike" baseline="0" dirty="0">
                <a:latin typeface="Titillium Web" panose="00000500000000000000" pitchFamily="2" charset="0"/>
              </a:rPr>
              <a:t> </a:t>
            </a:r>
            <a:endParaRPr lang="fr-FR" sz="1600" i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CE8DEA0-42A2-C8AD-EEDB-7A2A79038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389" y="1817574"/>
            <a:ext cx="8621328" cy="442021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7EA449B-3E08-459C-A6DD-AE9FDD5E2F13}"/>
              </a:ext>
            </a:extLst>
          </p:cNvPr>
          <p:cNvSpPr txBox="1"/>
          <p:nvPr/>
        </p:nvSpPr>
        <p:spPr>
          <a:xfrm>
            <a:off x="10394462" y="4027682"/>
            <a:ext cx="15345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b="1" noProof="0" dirty="0"/>
              <a:t>Curie temperature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98BEDCF-D2F1-BD6C-537B-A4E51FC98828}"/>
              </a:ext>
            </a:extLst>
          </p:cNvPr>
          <p:cNvSpPr txBox="1"/>
          <p:nvPr/>
        </p:nvSpPr>
        <p:spPr>
          <a:xfrm>
            <a:off x="3025666" y="935105"/>
            <a:ext cx="6140668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A" sz="2000" b="1" u="sng" dirty="0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</p:txBody>
      </p:sp>
    </p:spTree>
    <p:extLst>
      <p:ext uri="{BB962C8B-B14F-4D97-AF65-F5344CB8AC3E}">
        <p14:creationId xmlns:p14="http://schemas.microsoft.com/office/powerpoint/2010/main" val="3376611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CCBC1-490B-D8D5-D79D-6179922EC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>
            <a:extLst>
              <a:ext uri="{FF2B5EF4-FFF2-40B4-BE49-F238E27FC236}">
                <a16:creationId xmlns:a16="http://schemas.microsoft.com/office/drawing/2014/main" id="{1A1C3C5B-5FB9-45F8-F3F8-10000B6ED185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Iron core Inductor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7528B7F3-65ED-4668-FDD9-B95798F1DC40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61D5BF31-8C78-FBC7-FCE8-0B634BDCF92A}"/>
              </a:ext>
            </a:extLst>
          </p:cNvPr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259BC94-45F7-E0E6-CCC8-9118D3A1F6E6}"/>
              </a:ext>
            </a:extLst>
          </p:cNvPr>
          <p:cNvSpPr txBox="1"/>
          <p:nvPr/>
        </p:nvSpPr>
        <p:spPr>
          <a:xfrm>
            <a:off x="3888014" y="6393086"/>
            <a:ext cx="614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u="none" strike="noStrike" baseline="0" dirty="0">
                <a:latin typeface="Titillium Web" panose="00000500000000000000" pitchFamily="2" charset="0"/>
              </a:rPr>
              <a:t>POWER INDUCTOR SELECTION , Würth </a:t>
            </a:r>
            <a:r>
              <a:rPr lang="fr-FR" sz="1600" i="1" u="none" strike="noStrike" baseline="0" dirty="0" err="1">
                <a:latin typeface="Titillium Web" panose="00000500000000000000" pitchFamily="2" charset="0"/>
              </a:rPr>
              <a:t>Elektronik</a:t>
            </a:r>
            <a:r>
              <a:rPr lang="fr-FR" sz="1600" i="1" u="none" strike="noStrike" baseline="0" dirty="0">
                <a:latin typeface="Titillium Web" panose="00000500000000000000" pitchFamily="2" charset="0"/>
              </a:rPr>
              <a:t> </a:t>
            </a:r>
            <a:endParaRPr lang="fr-FR" sz="1600" i="1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C5E6A4D-7FAB-3F86-1F01-016890860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99" y="765458"/>
            <a:ext cx="6661608" cy="5288501"/>
          </a:xfrm>
          <a:prstGeom prst="rect">
            <a:avLst/>
          </a:prstGeom>
        </p:spPr>
      </p:pic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81ED7A27-EEFF-9786-9A1D-C9068392384E}"/>
              </a:ext>
            </a:extLst>
          </p:cNvPr>
          <p:cNvSpPr/>
          <p:nvPr/>
        </p:nvSpPr>
        <p:spPr>
          <a:xfrm>
            <a:off x="5733655" y="1513529"/>
            <a:ext cx="2245820" cy="304801"/>
          </a:xfrm>
          <a:prstGeom prst="round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55580B6-8975-F0E6-44B0-7A9E0A977614}"/>
              </a:ext>
            </a:extLst>
          </p:cNvPr>
          <p:cNvSpPr/>
          <p:nvPr/>
        </p:nvSpPr>
        <p:spPr>
          <a:xfrm>
            <a:off x="7819697" y="1818330"/>
            <a:ext cx="1921203" cy="2345836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ACC5DE6-8737-4D8B-4D03-9B8176F4EDD4}"/>
              </a:ext>
            </a:extLst>
          </p:cNvPr>
          <p:cNvSpPr/>
          <p:nvPr/>
        </p:nvSpPr>
        <p:spPr>
          <a:xfrm>
            <a:off x="9577681" y="4134759"/>
            <a:ext cx="1435848" cy="107809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7860E32-7645-8DA1-8889-DBDB00D83647}"/>
              </a:ext>
            </a:extLst>
          </p:cNvPr>
          <p:cNvSpPr txBox="1"/>
          <p:nvPr/>
        </p:nvSpPr>
        <p:spPr>
          <a:xfrm>
            <a:off x="2407925" y="1714761"/>
            <a:ext cx="2403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b="1" noProof="0" dirty="0">
                <a:solidFill>
                  <a:srgbClr val="92D050"/>
                </a:solidFill>
              </a:rPr>
              <a:t>Safe Operation Area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F10905A-5224-66B5-D6F6-2D917A513CF5}"/>
              </a:ext>
            </a:extLst>
          </p:cNvPr>
          <p:cNvSpPr txBox="1"/>
          <p:nvPr/>
        </p:nvSpPr>
        <p:spPr>
          <a:xfrm>
            <a:off x="2524194" y="3139038"/>
            <a:ext cx="2201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FFC000"/>
                </a:solidFill>
              </a:rPr>
              <a:t>Critical Operating Area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DA8D09C-F08B-4C4B-B28C-A8B3F4A65826}"/>
              </a:ext>
            </a:extLst>
          </p:cNvPr>
          <p:cNvSpPr txBox="1"/>
          <p:nvPr/>
        </p:nvSpPr>
        <p:spPr>
          <a:xfrm>
            <a:off x="2376327" y="4679879"/>
            <a:ext cx="23489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FF0000"/>
                </a:solidFill>
              </a:rPr>
              <a:t>Total Saturation Area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92481DD-FA40-B930-CD18-AEC699D91A51}"/>
              </a:ext>
            </a:extLst>
          </p:cNvPr>
          <p:cNvSpPr txBox="1"/>
          <p:nvPr/>
        </p:nvSpPr>
        <p:spPr>
          <a:xfrm>
            <a:off x="3025666" y="935105"/>
            <a:ext cx="6140668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A" sz="2000" b="1" u="sng" dirty="0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</a:p>
        </p:txBody>
      </p:sp>
    </p:spTree>
    <p:extLst>
      <p:ext uri="{BB962C8B-B14F-4D97-AF65-F5344CB8AC3E}">
        <p14:creationId xmlns:p14="http://schemas.microsoft.com/office/powerpoint/2010/main" val="3307701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B6C9A-B56B-8153-CAC0-74A4CBFB5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>
            <a:extLst>
              <a:ext uri="{FF2B5EF4-FFF2-40B4-BE49-F238E27FC236}">
                <a16:creationId xmlns:a16="http://schemas.microsoft.com/office/drawing/2014/main" id="{2E6949E3-A8AC-A18C-0F5E-9729A74B9FEB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Iron core Inductor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91C9191A-4BDB-21A6-207C-1CCBB014CE9D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7C4B3097-5AAD-1560-B94F-810766F049FE}"/>
              </a:ext>
            </a:extLst>
          </p:cNvPr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25072DB-2C74-66F6-EF13-1B39964A44BF}"/>
              </a:ext>
            </a:extLst>
          </p:cNvPr>
          <p:cNvSpPr txBox="1"/>
          <p:nvPr/>
        </p:nvSpPr>
        <p:spPr>
          <a:xfrm>
            <a:off x="3888014" y="6393086"/>
            <a:ext cx="614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u="none" strike="noStrike" baseline="0" dirty="0">
                <a:latin typeface="Titillium Web" panose="00000500000000000000" pitchFamily="2" charset="0"/>
              </a:rPr>
              <a:t>POWER INDUCTOR SELECTION , Würth </a:t>
            </a:r>
            <a:r>
              <a:rPr lang="fr-FR" sz="1600" i="1" u="none" strike="noStrike" baseline="0" dirty="0" err="1">
                <a:latin typeface="Titillium Web" panose="00000500000000000000" pitchFamily="2" charset="0"/>
              </a:rPr>
              <a:t>Elektronik</a:t>
            </a:r>
            <a:r>
              <a:rPr lang="fr-FR" sz="1600" i="1" u="none" strike="noStrike" baseline="0" dirty="0">
                <a:latin typeface="Titillium Web" panose="00000500000000000000" pitchFamily="2" charset="0"/>
              </a:rPr>
              <a:t> </a:t>
            </a:r>
            <a:endParaRPr lang="fr-FR" sz="1600" i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9A60226-5948-04BB-E0C8-FBE1380BD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918" y="160199"/>
            <a:ext cx="2956786" cy="325303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FBE9865-9B1E-E3BA-28E2-1C6B1C385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625" y="952462"/>
            <a:ext cx="6305752" cy="2476538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00D7898E-F9F9-7108-D294-3D36610F3A4D}"/>
              </a:ext>
            </a:extLst>
          </p:cNvPr>
          <p:cNvSpPr txBox="1"/>
          <p:nvPr/>
        </p:nvSpPr>
        <p:spPr>
          <a:xfrm>
            <a:off x="3025666" y="935105"/>
            <a:ext cx="6140668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A" sz="2000" b="1" u="sng" dirty="0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7C6532D6-3131-DD85-29E8-F8F825641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9964" y="3819422"/>
            <a:ext cx="6269627" cy="251729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CF642B22-2A92-2E2A-1A5B-83DA4A6907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5918" y="3334393"/>
            <a:ext cx="3146082" cy="338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314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7B402-654C-A29F-7A43-072AE47F4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>
            <a:extLst>
              <a:ext uri="{FF2B5EF4-FFF2-40B4-BE49-F238E27FC236}">
                <a16:creationId xmlns:a16="http://schemas.microsoft.com/office/drawing/2014/main" id="{4006183E-AD8E-B3B4-C53D-844E8687818C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Iron core Inductor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0717125-17A4-C1FC-8213-D110553E6428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F4E2E05D-FDBE-B31A-AC93-71AE956B94D0}"/>
              </a:ext>
            </a:extLst>
          </p:cNvPr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9F8E12D-DE36-2EA0-384E-1E4F2BA96B9A}"/>
              </a:ext>
            </a:extLst>
          </p:cNvPr>
          <p:cNvSpPr txBox="1"/>
          <p:nvPr/>
        </p:nvSpPr>
        <p:spPr>
          <a:xfrm>
            <a:off x="3888014" y="6393086"/>
            <a:ext cx="614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u="none" strike="noStrike" baseline="0" dirty="0">
                <a:latin typeface="Titillium Web" panose="00000500000000000000" pitchFamily="2" charset="0"/>
              </a:rPr>
              <a:t>EMC BASICS, Würth </a:t>
            </a:r>
            <a:r>
              <a:rPr lang="fr-FR" sz="1600" i="1" u="none" strike="noStrike" baseline="0" dirty="0" err="1">
                <a:latin typeface="Titillium Web" panose="00000500000000000000" pitchFamily="2" charset="0"/>
              </a:rPr>
              <a:t>Elektronik</a:t>
            </a:r>
            <a:r>
              <a:rPr lang="fr-FR" sz="1600" i="1" u="none" strike="noStrike" baseline="0" dirty="0">
                <a:latin typeface="Titillium Web" panose="00000500000000000000" pitchFamily="2" charset="0"/>
              </a:rPr>
              <a:t> </a:t>
            </a:r>
            <a:endParaRPr lang="fr-FR" sz="1600" i="1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779B182-1462-3A93-CD32-A72B874840A2}"/>
              </a:ext>
            </a:extLst>
          </p:cNvPr>
          <p:cNvSpPr txBox="1"/>
          <p:nvPr/>
        </p:nvSpPr>
        <p:spPr>
          <a:xfrm>
            <a:off x="3025666" y="1184436"/>
            <a:ext cx="6140668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A" sz="2000" b="1" u="sng" dirty="0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223B76B-472A-6537-53FF-0A37115ED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872" y="1094552"/>
            <a:ext cx="6465754" cy="5142119"/>
          </a:xfrm>
          <a:prstGeom prst="rect">
            <a:avLst/>
          </a:prstGeom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39B3FB8E-9507-F7AB-70A5-ACDDE185BC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88"/>
          <a:stretch>
            <a:fillRect/>
          </a:stretch>
        </p:blipFill>
        <p:spPr bwMode="auto">
          <a:xfrm>
            <a:off x="2199505" y="2038761"/>
            <a:ext cx="1343748" cy="3998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B43EA2D-B7AD-6A6E-813A-73D1EDEDB9BD}"/>
                  </a:ext>
                </a:extLst>
              </p:cNvPr>
              <p:cNvSpPr txBox="1"/>
              <p:nvPr/>
            </p:nvSpPr>
            <p:spPr>
              <a:xfrm>
                <a:off x="2839146" y="2627308"/>
                <a:ext cx="298915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fr-FR" sz="3200" b="1" dirty="0"/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B43EA2D-B7AD-6A6E-813A-73D1EDEDB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146" y="2627308"/>
                <a:ext cx="2989152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E2F94768-2CA1-D18E-0C43-8AAE690C2643}"/>
                  </a:ext>
                </a:extLst>
              </p:cNvPr>
              <p:cNvSpPr txBox="1"/>
              <p:nvPr/>
            </p:nvSpPr>
            <p:spPr>
              <a:xfrm>
                <a:off x="3102855" y="4616648"/>
                <a:ext cx="206107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fr-FR" sz="3200" b="1" dirty="0"/>
              </a:p>
            </p:txBody>
          </p:sp>
        </mc:Choice>
        <mc:Fallback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E2F94768-2CA1-D18E-0C43-8AAE690C2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2855" y="4616648"/>
                <a:ext cx="2061079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98EEA752-8692-E8D4-900C-2CC37EA640AF}"/>
                  </a:ext>
                </a:extLst>
              </p:cNvPr>
              <p:cNvSpPr txBox="1"/>
              <p:nvPr/>
            </p:nvSpPr>
            <p:spPr>
              <a:xfrm>
                <a:off x="3162132" y="3223139"/>
                <a:ext cx="247996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fr-FR" sz="32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𝝎</m:t>
                      </m:r>
                      <m:sSub>
                        <m:sSubPr>
                          <m:ctrlPr>
                            <a:rPr lang="fr-FR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fr-FR" sz="32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′′</m:t>
                      </m:r>
                    </m:oMath>
                  </m:oMathPara>
                </a14:m>
                <a:endParaRPr lang="fr-FR" sz="3200" b="1" dirty="0"/>
              </a:p>
            </p:txBody>
          </p:sp>
        </mc:Choice>
        <mc:Fallback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98EEA752-8692-E8D4-900C-2CC37EA64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2132" y="3223139"/>
                <a:ext cx="2479964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90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21594-BC53-C3A7-37C2-9F21E141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>
            <a:extLst>
              <a:ext uri="{FF2B5EF4-FFF2-40B4-BE49-F238E27FC236}">
                <a16:creationId xmlns:a16="http://schemas.microsoft.com/office/drawing/2014/main" id="{FEB68DE0-2194-7EF4-2BC7-1F08954A5061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Iron core Inductor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62711C1-E9CE-366B-0705-D2D67BC87096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03D0A210-D645-C7B4-C3DC-B084146E0FA9}"/>
              </a:ext>
            </a:extLst>
          </p:cNvPr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E429C31-ECF1-8930-3A08-168D91DA7F07}"/>
              </a:ext>
            </a:extLst>
          </p:cNvPr>
          <p:cNvSpPr txBox="1"/>
          <p:nvPr/>
        </p:nvSpPr>
        <p:spPr>
          <a:xfrm>
            <a:off x="3888014" y="6393086"/>
            <a:ext cx="614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u="none" strike="noStrike" baseline="0" dirty="0">
                <a:latin typeface="Titillium Web" panose="00000500000000000000" pitchFamily="2" charset="0"/>
              </a:rPr>
              <a:t>EMC BASICS, Würth </a:t>
            </a:r>
            <a:r>
              <a:rPr lang="fr-FR" sz="1600" i="1" u="none" strike="noStrike" baseline="0" dirty="0" err="1">
                <a:latin typeface="Titillium Web" panose="00000500000000000000" pitchFamily="2" charset="0"/>
              </a:rPr>
              <a:t>Elektronik</a:t>
            </a:r>
            <a:r>
              <a:rPr lang="fr-FR" sz="1600" i="1" u="none" strike="noStrike" baseline="0" dirty="0">
                <a:latin typeface="Titillium Web" panose="00000500000000000000" pitchFamily="2" charset="0"/>
              </a:rPr>
              <a:t> </a:t>
            </a:r>
            <a:endParaRPr lang="fr-FR" sz="1600" i="1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51504B5-A66F-C3B7-73DB-BF6CFED54B7B}"/>
              </a:ext>
            </a:extLst>
          </p:cNvPr>
          <p:cNvSpPr txBox="1"/>
          <p:nvPr/>
        </p:nvSpPr>
        <p:spPr>
          <a:xfrm>
            <a:off x="3025666" y="1184436"/>
            <a:ext cx="6140668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A" sz="2000" b="1" u="sng" dirty="0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BCD6BF5-5CD0-9298-822A-54BB612B8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162" y="1859824"/>
            <a:ext cx="8914086" cy="437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975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Magnetic circuit example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7" descr="pot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865" y="1453389"/>
            <a:ext cx="3716951" cy="3951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8" descr="pot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771" y="1324655"/>
            <a:ext cx="2866572" cy="4914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423885" y="5648307"/>
            <a:ext cx="18272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ETD series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87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DA164-5869-6BD4-D88F-F0DF8203E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C3291C9-6D00-722E-8E1F-B24D3AB0C072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CDCF51-01B3-6EC8-CEB8-CF235FC931B1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9D607497-9316-DCA8-812A-41001A8C07D7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Magnetic circuit example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7389599-C55E-6230-9314-05D267E45506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99FEBFE0-8D96-EE81-1713-C5FEB6685B16}"/>
              </a:ext>
            </a:extLst>
          </p:cNvPr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94EB292-60F5-6859-155E-3971E0273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442" y="781600"/>
            <a:ext cx="1381152" cy="162738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C23B40F-41D9-37F6-D912-1CA4B5738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092" y="1904483"/>
            <a:ext cx="856059" cy="1633646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C30001FF-D996-9F37-23E4-2A1CC776E3DA}"/>
              </a:ext>
            </a:extLst>
          </p:cNvPr>
          <p:cNvSpPr txBox="1"/>
          <p:nvPr/>
        </p:nvSpPr>
        <p:spPr>
          <a:xfrm>
            <a:off x="3888014" y="6393086"/>
            <a:ext cx="614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i="1" u="none" strike="noStrike" baseline="0" dirty="0">
                <a:latin typeface="Titillium Web" panose="00000500000000000000" pitchFamily="2" charset="0"/>
              </a:rPr>
              <a:t>POWER INDUCTOR SELECTION , Würth </a:t>
            </a:r>
            <a:r>
              <a:rPr lang="fr-FR" sz="1600" i="1" u="none" strike="noStrike" baseline="0" dirty="0" err="1">
                <a:latin typeface="Titillium Web" panose="00000500000000000000" pitchFamily="2" charset="0"/>
              </a:rPr>
              <a:t>Elektronik</a:t>
            </a:r>
            <a:r>
              <a:rPr lang="fr-FR" sz="1600" i="1" u="none" strike="noStrike" baseline="0" dirty="0">
                <a:latin typeface="Titillium Web" panose="00000500000000000000" pitchFamily="2" charset="0"/>
              </a:rPr>
              <a:t> </a:t>
            </a:r>
            <a:endParaRPr lang="fr-FR" sz="1600" i="1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8F38633-6C80-0270-4808-A04F5DDCDCB8}"/>
              </a:ext>
            </a:extLst>
          </p:cNvPr>
          <p:cNvSpPr txBox="1"/>
          <p:nvPr/>
        </p:nvSpPr>
        <p:spPr>
          <a:xfrm>
            <a:off x="5060521" y="1487966"/>
            <a:ext cx="61406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0" i="0" u="none" strike="noStrike" baseline="0" noProof="0" dirty="0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Toroidal coil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400" dirty="0">
              <a:solidFill>
                <a:srgbClr val="1D242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400" noProof="0" dirty="0">
              <a:solidFill>
                <a:srgbClr val="1D242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Solenoid coil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400" noProof="0" dirty="0">
              <a:solidFill>
                <a:srgbClr val="1D242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400" dirty="0">
              <a:solidFill>
                <a:srgbClr val="1D242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noProof="0" dirty="0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Solenoid coil + Shielding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400" dirty="0">
              <a:solidFill>
                <a:srgbClr val="1D242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400" noProof="0" dirty="0">
              <a:solidFill>
                <a:srgbClr val="1D242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rgbClr val="1D242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Multilayer (low current)</a:t>
            </a:r>
            <a:endParaRPr lang="en-CA" sz="2400" noProof="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71647657-8BF8-3BC2-EAA6-C9627DC36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0877" y="3073026"/>
            <a:ext cx="1381152" cy="146596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5FD4DBF1-EAD6-9A32-1AEA-EB9201C70C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0352" y="4368079"/>
            <a:ext cx="1195057" cy="1195057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F2144982-ADAF-1448-9DB4-AA7288E67C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7974" y="4521644"/>
            <a:ext cx="1152601" cy="98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393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Stored energy – Air-gap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3190554" y="1815646"/>
            <a:ext cx="34628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Magnetic energy density stored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10"/>
              <p:cNvSpPr txBox="1"/>
              <p:nvPr/>
            </p:nvSpPr>
            <p:spPr bwMode="auto">
              <a:xfrm>
                <a:off x="8414488" y="1468470"/>
                <a:ext cx="2940874" cy="1220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𝒎𝒂𝒈</m:t>
                          </m:r>
                        </m:sub>
                      </m:sSub>
                      <m:r>
                        <a:rPr lang="fr-FR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p>
                              <m:r>
                                <a:rPr lang="fr-FR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fr-FR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fr-FR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fr-FR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fr-FR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fr-FR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400" b="1" dirty="0"/>
              </a:p>
            </p:txBody>
          </p:sp>
        </mc:Choice>
        <mc:Fallback>
          <p:sp>
            <p:nvSpPr>
              <p:cNvPr id="7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14488" y="1468470"/>
                <a:ext cx="2940874" cy="1220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3261992" y="2607809"/>
            <a:ext cx="278313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Example : </a:t>
            </a:r>
            <a:r>
              <a:rPr lang="en-CA" altLang="fr-FR" sz="2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Ferrinox</a:t>
            </a:r>
            <a:r>
              <a:rPr lang="en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B52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B = 0,4 T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Char char="m"/>
            </a:pPr>
            <a:r>
              <a:rPr lang="en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= </a:t>
            </a:r>
            <a:r>
              <a:rPr lang="en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m</a:t>
            </a:r>
            <a:r>
              <a:rPr lang="en-CA" altLang="fr-FR" sz="20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en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.</a:t>
            </a:r>
            <a:r>
              <a:rPr lang="en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m</a:t>
            </a:r>
            <a:r>
              <a:rPr lang="en-CA" altLang="fr-FR" sz="20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= 2,5 10</a:t>
            </a:r>
            <a:r>
              <a:rPr lang="en-CA" altLang="fr-FR" sz="2000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-3</a:t>
            </a:r>
            <a:r>
              <a:rPr lang="en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H.m</a:t>
            </a:r>
            <a:r>
              <a:rPr lang="en-CA" altLang="fr-FR" sz="2000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6556054" y="2841171"/>
            <a:ext cx="23955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000" b="1">
                <a:solidFill>
                  <a:srgbClr val="0033CC"/>
                </a:solidFill>
                <a:latin typeface="Symbol" panose="05050102010706020507" pitchFamily="18" charset="2"/>
              </a:rPr>
              <a:t>w</a:t>
            </a:r>
            <a:r>
              <a:rPr lang="fr-FR" altLang="fr-FR" sz="2000" b="1" baseline="-25000">
                <a:solidFill>
                  <a:srgbClr val="0033CC"/>
                </a:solidFill>
                <a:latin typeface="Times New Roman" panose="02020603050405020304" pitchFamily="18" charset="0"/>
              </a:rPr>
              <a:t>mag</a:t>
            </a:r>
            <a:r>
              <a:rPr lang="fr-FR" altLang="fr-FR" sz="2000" b="1">
                <a:solidFill>
                  <a:srgbClr val="0033CC"/>
                </a:solidFill>
                <a:latin typeface="Times New Roman" panose="02020603050405020304" pitchFamily="18" charset="0"/>
              </a:rPr>
              <a:t> = 32 J/m</a:t>
            </a:r>
            <a:r>
              <a:rPr lang="fr-FR" altLang="fr-FR" sz="2000" b="1" baseline="30000">
                <a:solidFill>
                  <a:srgbClr val="0033CC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3261992" y="3900034"/>
            <a:ext cx="327859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Air-gap : </a:t>
            </a:r>
            <a:r>
              <a:rPr lang="en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m</a:t>
            </a:r>
            <a:r>
              <a:rPr lang="en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0 = 4</a:t>
            </a:r>
            <a:r>
              <a:rPr lang="en-CA" altLang="fr-FR" sz="2000" dirty="0">
                <a:solidFill>
                  <a:schemeClr val="tx1"/>
                </a:solidFill>
                <a:latin typeface="Symbol" panose="05050102010706020507" pitchFamily="18" charset="2"/>
              </a:rPr>
              <a:t>p</a:t>
            </a:r>
            <a:r>
              <a:rPr lang="en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.10</a:t>
            </a:r>
            <a:r>
              <a:rPr lang="en-CA" altLang="fr-FR" sz="2000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-7</a:t>
            </a:r>
            <a:r>
              <a:rPr lang="en-CA" altLang="fr-FR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H.m-1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CA" altLang="fr-FR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6556054" y="3896859"/>
            <a:ext cx="23955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000" b="1">
                <a:solidFill>
                  <a:srgbClr val="0033CC"/>
                </a:solidFill>
                <a:latin typeface="Symbol" panose="05050102010706020507" pitchFamily="18" charset="2"/>
              </a:rPr>
              <a:t>w</a:t>
            </a:r>
            <a:r>
              <a:rPr lang="fr-FR" altLang="fr-FR" sz="2000" b="1" baseline="-25000">
                <a:solidFill>
                  <a:srgbClr val="0033CC"/>
                </a:solidFill>
                <a:latin typeface="Times New Roman" panose="02020603050405020304" pitchFamily="18" charset="0"/>
              </a:rPr>
              <a:t>mag</a:t>
            </a:r>
            <a:r>
              <a:rPr lang="fr-FR" altLang="fr-FR" sz="2000" b="1">
                <a:solidFill>
                  <a:srgbClr val="0033CC"/>
                </a:solidFill>
                <a:latin typeface="Times New Roman" panose="02020603050405020304" pitchFamily="18" charset="0"/>
              </a:rPr>
              <a:t> = 65 kJ/m</a:t>
            </a:r>
            <a:r>
              <a:rPr lang="fr-FR" altLang="fr-FR" sz="2000" b="1" baseline="30000">
                <a:solidFill>
                  <a:srgbClr val="0033CC"/>
                </a:solidFill>
                <a:latin typeface="Times New Roman" panose="02020603050405020304" pitchFamily="18" charset="0"/>
              </a:rPr>
              <a:t>3</a:t>
            </a:r>
          </a:p>
        </p:txBody>
      </p:sp>
      <p:grpSp>
        <p:nvGrpSpPr>
          <p:cNvPr id="14" name="Group 15"/>
          <p:cNvGrpSpPr>
            <a:grpSpLocks/>
          </p:cNvGrpSpPr>
          <p:nvPr/>
        </p:nvGrpSpPr>
        <p:grpSpPr bwMode="auto">
          <a:xfrm>
            <a:off x="4010611" y="4987900"/>
            <a:ext cx="6002338" cy="647700"/>
            <a:chOff x="1020" y="3022"/>
            <a:chExt cx="3781" cy="408"/>
          </a:xfrm>
        </p:grpSpPr>
        <p:sp>
          <p:nvSpPr>
            <p:cNvPr id="15" name="Text Box 16"/>
            <p:cNvSpPr txBox="1">
              <a:spLocks noChangeArrowheads="1"/>
            </p:cNvSpPr>
            <p:nvPr/>
          </p:nvSpPr>
          <p:spPr bwMode="auto">
            <a:xfrm>
              <a:off x="2109" y="3067"/>
              <a:ext cx="269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CA" altLang="fr-FR" sz="28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Store energy in the air-gap</a:t>
              </a:r>
            </a:p>
          </p:txBody>
        </p:sp>
        <p:sp>
          <p:nvSpPr>
            <p:cNvPr id="16" name="AutoShape 17"/>
            <p:cNvSpPr>
              <a:spLocks noChangeArrowheads="1"/>
            </p:cNvSpPr>
            <p:nvPr/>
          </p:nvSpPr>
          <p:spPr bwMode="auto">
            <a:xfrm>
              <a:off x="1020" y="3022"/>
              <a:ext cx="681" cy="408"/>
            </a:xfrm>
            <a:prstGeom prst="rightArrow">
              <a:avLst>
                <a:gd name="adj1" fmla="val 50000"/>
                <a:gd name="adj2" fmla="val 41728"/>
              </a:avLst>
            </a:prstGeom>
            <a:solidFill>
              <a:srgbClr val="0000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CA" altLang="fr-FR" sz="2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7" name="ZoneTexte 16"/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78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With air-gap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3499179" y="2039856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Freeform 4"/>
          <p:cNvSpPr>
            <a:spLocks/>
          </p:cNvSpPr>
          <p:nvPr/>
        </p:nvSpPr>
        <p:spPr bwMode="auto">
          <a:xfrm>
            <a:off x="4146878" y="3889950"/>
            <a:ext cx="4876240" cy="2185418"/>
          </a:xfrm>
          <a:custGeom>
            <a:avLst/>
            <a:gdLst>
              <a:gd name="T0" fmla="*/ 2147483646 w 1406"/>
              <a:gd name="T1" fmla="*/ 0 h 681"/>
              <a:gd name="T2" fmla="*/ 2147483646 w 1406"/>
              <a:gd name="T3" fmla="*/ 0 h 681"/>
              <a:gd name="T4" fmla="*/ 2147483646 w 1406"/>
              <a:gd name="T5" fmla="*/ 2147483646 h 681"/>
              <a:gd name="T6" fmla="*/ 2147483646 w 1406"/>
              <a:gd name="T7" fmla="*/ 2147483646 h 681"/>
              <a:gd name="T8" fmla="*/ 2147483646 w 1406"/>
              <a:gd name="T9" fmla="*/ 2147483646 h 681"/>
              <a:gd name="T10" fmla="*/ 2147483646 w 1406"/>
              <a:gd name="T11" fmla="*/ 2147483646 h 681"/>
              <a:gd name="T12" fmla="*/ 2147483646 w 1406"/>
              <a:gd name="T13" fmla="*/ 2147483646 h 681"/>
              <a:gd name="T14" fmla="*/ 2147483646 w 1406"/>
              <a:gd name="T15" fmla="*/ 2147483646 h 681"/>
              <a:gd name="T16" fmla="*/ 2147483646 w 1406"/>
              <a:gd name="T17" fmla="*/ 0 h 681"/>
              <a:gd name="T18" fmla="*/ 2147483646 w 1406"/>
              <a:gd name="T19" fmla="*/ 0 h 681"/>
              <a:gd name="T20" fmla="*/ 2147483646 w 1406"/>
              <a:gd name="T21" fmla="*/ 0 h 681"/>
              <a:gd name="T22" fmla="*/ 2147483646 w 1406"/>
              <a:gd name="T23" fmla="*/ 2147483646 h 681"/>
              <a:gd name="T24" fmla="*/ 0 w 1406"/>
              <a:gd name="T25" fmla="*/ 2147483646 h 681"/>
              <a:gd name="T26" fmla="*/ 0 w 1406"/>
              <a:gd name="T27" fmla="*/ 0 h 68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406" h="681">
                <a:moveTo>
                  <a:pt x="45" y="0"/>
                </a:moveTo>
                <a:lnTo>
                  <a:pt x="272" y="0"/>
                </a:lnTo>
                <a:lnTo>
                  <a:pt x="272" y="454"/>
                </a:lnTo>
                <a:lnTo>
                  <a:pt x="499" y="454"/>
                </a:lnTo>
                <a:lnTo>
                  <a:pt x="499" y="46"/>
                </a:lnTo>
                <a:lnTo>
                  <a:pt x="907" y="46"/>
                </a:lnTo>
                <a:lnTo>
                  <a:pt x="907" y="454"/>
                </a:lnTo>
                <a:lnTo>
                  <a:pt x="1134" y="454"/>
                </a:lnTo>
                <a:lnTo>
                  <a:pt x="1134" y="0"/>
                </a:lnTo>
                <a:lnTo>
                  <a:pt x="1361" y="0"/>
                </a:lnTo>
                <a:lnTo>
                  <a:pt x="1406" y="0"/>
                </a:lnTo>
                <a:lnTo>
                  <a:pt x="1406" y="681"/>
                </a:lnTo>
                <a:lnTo>
                  <a:pt x="0" y="681"/>
                </a:lnTo>
                <a:lnTo>
                  <a:pt x="0" y="0"/>
                </a:ln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0" name="Freeform 5"/>
          <p:cNvSpPr>
            <a:spLocks/>
          </p:cNvSpPr>
          <p:nvPr/>
        </p:nvSpPr>
        <p:spPr bwMode="auto">
          <a:xfrm rot="10800000">
            <a:off x="4146878" y="1706481"/>
            <a:ext cx="4876240" cy="2185418"/>
          </a:xfrm>
          <a:custGeom>
            <a:avLst/>
            <a:gdLst>
              <a:gd name="T0" fmla="*/ 2147483646 w 1406"/>
              <a:gd name="T1" fmla="*/ 0 h 681"/>
              <a:gd name="T2" fmla="*/ 2147483646 w 1406"/>
              <a:gd name="T3" fmla="*/ 0 h 681"/>
              <a:gd name="T4" fmla="*/ 2147483646 w 1406"/>
              <a:gd name="T5" fmla="*/ 2147483646 h 681"/>
              <a:gd name="T6" fmla="*/ 2147483646 w 1406"/>
              <a:gd name="T7" fmla="*/ 2147483646 h 681"/>
              <a:gd name="T8" fmla="*/ 2147483646 w 1406"/>
              <a:gd name="T9" fmla="*/ 2147483646 h 681"/>
              <a:gd name="T10" fmla="*/ 2147483646 w 1406"/>
              <a:gd name="T11" fmla="*/ 2147483646 h 681"/>
              <a:gd name="T12" fmla="*/ 2147483646 w 1406"/>
              <a:gd name="T13" fmla="*/ 2147483646 h 681"/>
              <a:gd name="T14" fmla="*/ 2147483646 w 1406"/>
              <a:gd name="T15" fmla="*/ 2147483646 h 681"/>
              <a:gd name="T16" fmla="*/ 2147483646 w 1406"/>
              <a:gd name="T17" fmla="*/ 0 h 681"/>
              <a:gd name="T18" fmla="*/ 2147483646 w 1406"/>
              <a:gd name="T19" fmla="*/ 0 h 681"/>
              <a:gd name="T20" fmla="*/ 2147483646 w 1406"/>
              <a:gd name="T21" fmla="*/ 0 h 681"/>
              <a:gd name="T22" fmla="*/ 2147483646 w 1406"/>
              <a:gd name="T23" fmla="*/ 2147483646 h 681"/>
              <a:gd name="T24" fmla="*/ 0 w 1406"/>
              <a:gd name="T25" fmla="*/ 2147483646 h 681"/>
              <a:gd name="T26" fmla="*/ 0 w 1406"/>
              <a:gd name="T27" fmla="*/ 0 h 68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406" h="681">
                <a:moveTo>
                  <a:pt x="45" y="0"/>
                </a:moveTo>
                <a:lnTo>
                  <a:pt x="272" y="0"/>
                </a:lnTo>
                <a:lnTo>
                  <a:pt x="272" y="454"/>
                </a:lnTo>
                <a:lnTo>
                  <a:pt x="499" y="454"/>
                </a:lnTo>
                <a:lnTo>
                  <a:pt x="499" y="46"/>
                </a:lnTo>
                <a:lnTo>
                  <a:pt x="907" y="46"/>
                </a:lnTo>
                <a:lnTo>
                  <a:pt x="907" y="454"/>
                </a:lnTo>
                <a:lnTo>
                  <a:pt x="1134" y="454"/>
                </a:lnTo>
                <a:lnTo>
                  <a:pt x="1134" y="0"/>
                </a:lnTo>
                <a:lnTo>
                  <a:pt x="1361" y="0"/>
                </a:lnTo>
                <a:lnTo>
                  <a:pt x="1406" y="0"/>
                </a:lnTo>
                <a:lnTo>
                  <a:pt x="1406" y="681"/>
                </a:lnTo>
                <a:lnTo>
                  <a:pt x="0" y="681"/>
                </a:lnTo>
                <a:lnTo>
                  <a:pt x="0" y="0"/>
                </a:lnTo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grpSp>
        <p:nvGrpSpPr>
          <p:cNvPr id="18" name="Group 13"/>
          <p:cNvGrpSpPr>
            <a:grpSpLocks/>
          </p:cNvGrpSpPr>
          <p:nvPr/>
        </p:nvGrpSpPr>
        <p:grpSpPr bwMode="auto">
          <a:xfrm>
            <a:off x="5571020" y="2582630"/>
            <a:ext cx="2049687" cy="2618650"/>
            <a:chOff x="1746" y="2001"/>
            <a:chExt cx="590" cy="816"/>
          </a:xfrm>
        </p:grpSpPr>
        <p:sp>
          <p:nvSpPr>
            <p:cNvPr id="19" name="Oval 14"/>
            <p:cNvSpPr>
              <a:spLocks noChangeArrowheads="1"/>
            </p:cNvSpPr>
            <p:nvPr/>
          </p:nvSpPr>
          <p:spPr bwMode="auto">
            <a:xfrm>
              <a:off x="1746" y="2001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Oval 15"/>
            <p:cNvSpPr>
              <a:spLocks noChangeArrowheads="1"/>
            </p:cNvSpPr>
            <p:nvPr/>
          </p:nvSpPr>
          <p:spPr bwMode="auto">
            <a:xfrm>
              <a:off x="1746" y="2069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Oval 16"/>
            <p:cNvSpPr>
              <a:spLocks noChangeArrowheads="1"/>
            </p:cNvSpPr>
            <p:nvPr/>
          </p:nvSpPr>
          <p:spPr bwMode="auto">
            <a:xfrm>
              <a:off x="1746" y="2137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Oval 17"/>
            <p:cNvSpPr>
              <a:spLocks noChangeArrowheads="1"/>
            </p:cNvSpPr>
            <p:nvPr/>
          </p:nvSpPr>
          <p:spPr bwMode="auto">
            <a:xfrm>
              <a:off x="1746" y="2205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Oval 18"/>
            <p:cNvSpPr>
              <a:spLocks noChangeArrowheads="1"/>
            </p:cNvSpPr>
            <p:nvPr/>
          </p:nvSpPr>
          <p:spPr bwMode="auto">
            <a:xfrm>
              <a:off x="1746" y="2273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Oval 19"/>
            <p:cNvSpPr>
              <a:spLocks noChangeArrowheads="1"/>
            </p:cNvSpPr>
            <p:nvPr/>
          </p:nvSpPr>
          <p:spPr bwMode="auto">
            <a:xfrm>
              <a:off x="1746" y="2341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Oval 20"/>
            <p:cNvSpPr>
              <a:spLocks noChangeArrowheads="1"/>
            </p:cNvSpPr>
            <p:nvPr/>
          </p:nvSpPr>
          <p:spPr bwMode="auto">
            <a:xfrm>
              <a:off x="1746" y="2409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" name="Oval 21"/>
            <p:cNvSpPr>
              <a:spLocks noChangeArrowheads="1"/>
            </p:cNvSpPr>
            <p:nvPr/>
          </p:nvSpPr>
          <p:spPr bwMode="auto">
            <a:xfrm>
              <a:off x="1746" y="2477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" name="Oval 22"/>
            <p:cNvSpPr>
              <a:spLocks noChangeArrowheads="1"/>
            </p:cNvSpPr>
            <p:nvPr/>
          </p:nvSpPr>
          <p:spPr bwMode="auto">
            <a:xfrm>
              <a:off x="1746" y="2545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Oval 23"/>
            <p:cNvSpPr>
              <a:spLocks noChangeArrowheads="1"/>
            </p:cNvSpPr>
            <p:nvPr/>
          </p:nvSpPr>
          <p:spPr bwMode="auto">
            <a:xfrm>
              <a:off x="1746" y="2613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Oval 24"/>
            <p:cNvSpPr>
              <a:spLocks noChangeArrowheads="1"/>
            </p:cNvSpPr>
            <p:nvPr/>
          </p:nvSpPr>
          <p:spPr bwMode="auto">
            <a:xfrm>
              <a:off x="1746" y="2681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Oval 25"/>
            <p:cNvSpPr>
              <a:spLocks noChangeArrowheads="1"/>
            </p:cNvSpPr>
            <p:nvPr/>
          </p:nvSpPr>
          <p:spPr bwMode="auto">
            <a:xfrm>
              <a:off x="1746" y="2749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" name="Oval 26"/>
            <p:cNvSpPr>
              <a:spLocks noChangeArrowheads="1"/>
            </p:cNvSpPr>
            <p:nvPr/>
          </p:nvSpPr>
          <p:spPr bwMode="auto">
            <a:xfrm>
              <a:off x="2268" y="2001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" name="Oval 27"/>
            <p:cNvSpPr>
              <a:spLocks noChangeArrowheads="1"/>
            </p:cNvSpPr>
            <p:nvPr/>
          </p:nvSpPr>
          <p:spPr bwMode="auto">
            <a:xfrm>
              <a:off x="2268" y="2069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" name="Oval 28"/>
            <p:cNvSpPr>
              <a:spLocks noChangeArrowheads="1"/>
            </p:cNvSpPr>
            <p:nvPr/>
          </p:nvSpPr>
          <p:spPr bwMode="auto">
            <a:xfrm>
              <a:off x="2268" y="2137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" name="Oval 29"/>
            <p:cNvSpPr>
              <a:spLocks noChangeArrowheads="1"/>
            </p:cNvSpPr>
            <p:nvPr/>
          </p:nvSpPr>
          <p:spPr bwMode="auto">
            <a:xfrm>
              <a:off x="2268" y="2205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" name="Oval 30"/>
            <p:cNvSpPr>
              <a:spLocks noChangeArrowheads="1"/>
            </p:cNvSpPr>
            <p:nvPr/>
          </p:nvSpPr>
          <p:spPr bwMode="auto">
            <a:xfrm>
              <a:off x="2268" y="2273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" name="Oval 31"/>
            <p:cNvSpPr>
              <a:spLocks noChangeArrowheads="1"/>
            </p:cNvSpPr>
            <p:nvPr/>
          </p:nvSpPr>
          <p:spPr bwMode="auto">
            <a:xfrm>
              <a:off x="2268" y="2341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Oval 32"/>
            <p:cNvSpPr>
              <a:spLocks noChangeArrowheads="1"/>
            </p:cNvSpPr>
            <p:nvPr/>
          </p:nvSpPr>
          <p:spPr bwMode="auto">
            <a:xfrm>
              <a:off x="2268" y="2409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" name="Oval 33"/>
            <p:cNvSpPr>
              <a:spLocks noChangeArrowheads="1"/>
            </p:cNvSpPr>
            <p:nvPr/>
          </p:nvSpPr>
          <p:spPr bwMode="auto">
            <a:xfrm>
              <a:off x="2268" y="2477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" name="Oval 34"/>
            <p:cNvSpPr>
              <a:spLocks noChangeArrowheads="1"/>
            </p:cNvSpPr>
            <p:nvPr/>
          </p:nvSpPr>
          <p:spPr bwMode="auto">
            <a:xfrm>
              <a:off x="2268" y="2545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" name="Oval 35"/>
            <p:cNvSpPr>
              <a:spLocks noChangeArrowheads="1"/>
            </p:cNvSpPr>
            <p:nvPr/>
          </p:nvSpPr>
          <p:spPr bwMode="auto">
            <a:xfrm>
              <a:off x="2268" y="2613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" name="Oval 36"/>
            <p:cNvSpPr>
              <a:spLocks noChangeArrowheads="1"/>
            </p:cNvSpPr>
            <p:nvPr/>
          </p:nvSpPr>
          <p:spPr bwMode="auto">
            <a:xfrm>
              <a:off x="2268" y="2681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2268" y="2749"/>
              <a:ext cx="68" cy="68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3" name="Group 38"/>
          <p:cNvGrpSpPr>
            <a:grpSpLocks/>
          </p:cNvGrpSpPr>
          <p:nvPr/>
        </p:nvGrpSpPr>
        <p:grpSpPr bwMode="auto">
          <a:xfrm>
            <a:off x="5131786" y="2571880"/>
            <a:ext cx="2920013" cy="2618650"/>
            <a:chOff x="1633" y="2024"/>
            <a:chExt cx="815" cy="816"/>
          </a:xfrm>
        </p:grpSpPr>
        <p:sp>
          <p:nvSpPr>
            <p:cNvPr id="44" name="AutoShape 39"/>
            <p:cNvSpPr>
              <a:spLocks noChangeArrowheads="1"/>
            </p:cNvSpPr>
            <p:nvPr/>
          </p:nvSpPr>
          <p:spPr bwMode="auto">
            <a:xfrm>
              <a:off x="1633" y="2024"/>
              <a:ext cx="90" cy="136"/>
            </a:xfrm>
            <a:prstGeom prst="roundRect">
              <a:avLst>
                <a:gd name="adj" fmla="val 16667"/>
              </a:avLst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AutoShape 40"/>
            <p:cNvSpPr>
              <a:spLocks noChangeArrowheads="1"/>
            </p:cNvSpPr>
            <p:nvPr/>
          </p:nvSpPr>
          <p:spPr bwMode="auto">
            <a:xfrm>
              <a:off x="1633" y="2160"/>
              <a:ext cx="90" cy="136"/>
            </a:xfrm>
            <a:prstGeom prst="roundRect">
              <a:avLst>
                <a:gd name="adj" fmla="val 16667"/>
              </a:avLst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AutoShape 41"/>
            <p:cNvSpPr>
              <a:spLocks noChangeArrowheads="1"/>
            </p:cNvSpPr>
            <p:nvPr/>
          </p:nvSpPr>
          <p:spPr bwMode="auto">
            <a:xfrm>
              <a:off x="1633" y="2296"/>
              <a:ext cx="90" cy="136"/>
            </a:xfrm>
            <a:prstGeom prst="roundRect">
              <a:avLst>
                <a:gd name="adj" fmla="val 16667"/>
              </a:avLst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AutoShape 42"/>
            <p:cNvSpPr>
              <a:spLocks noChangeArrowheads="1"/>
            </p:cNvSpPr>
            <p:nvPr/>
          </p:nvSpPr>
          <p:spPr bwMode="auto">
            <a:xfrm>
              <a:off x="1633" y="2432"/>
              <a:ext cx="90" cy="136"/>
            </a:xfrm>
            <a:prstGeom prst="roundRect">
              <a:avLst>
                <a:gd name="adj" fmla="val 16667"/>
              </a:avLst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AutoShape 43"/>
            <p:cNvSpPr>
              <a:spLocks noChangeArrowheads="1"/>
            </p:cNvSpPr>
            <p:nvPr/>
          </p:nvSpPr>
          <p:spPr bwMode="auto">
            <a:xfrm>
              <a:off x="1633" y="2568"/>
              <a:ext cx="90" cy="136"/>
            </a:xfrm>
            <a:prstGeom prst="roundRect">
              <a:avLst>
                <a:gd name="adj" fmla="val 16667"/>
              </a:avLst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AutoShape 44"/>
            <p:cNvSpPr>
              <a:spLocks noChangeArrowheads="1"/>
            </p:cNvSpPr>
            <p:nvPr/>
          </p:nvSpPr>
          <p:spPr bwMode="auto">
            <a:xfrm>
              <a:off x="1633" y="2704"/>
              <a:ext cx="90" cy="136"/>
            </a:xfrm>
            <a:prstGeom prst="roundRect">
              <a:avLst>
                <a:gd name="adj" fmla="val 16667"/>
              </a:avLst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" name="AutoShape 45"/>
            <p:cNvSpPr>
              <a:spLocks noChangeArrowheads="1"/>
            </p:cNvSpPr>
            <p:nvPr/>
          </p:nvSpPr>
          <p:spPr bwMode="auto">
            <a:xfrm>
              <a:off x="2358" y="2024"/>
              <a:ext cx="90" cy="136"/>
            </a:xfrm>
            <a:prstGeom prst="roundRect">
              <a:avLst>
                <a:gd name="adj" fmla="val 16667"/>
              </a:avLst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AutoShape 46"/>
            <p:cNvSpPr>
              <a:spLocks noChangeArrowheads="1"/>
            </p:cNvSpPr>
            <p:nvPr/>
          </p:nvSpPr>
          <p:spPr bwMode="auto">
            <a:xfrm>
              <a:off x="2358" y="2160"/>
              <a:ext cx="90" cy="136"/>
            </a:xfrm>
            <a:prstGeom prst="roundRect">
              <a:avLst>
                <a:gd name="adj" fmla="val 16667"/>
              </a:avLst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" name="AutoShape 47"/>
            <p:cNvSpPr>
              <a:spLocks noChangeArrowheads="1"/>
            </p:cNvSpPr>
            <p:nvPr/>
          </p:nvSpPr>
          <p:spPr bwMode="auto">
            <a:xfrm>
              <a:off x="2358" y="2296"/>
              <a:ext cx="90" cy="136"/>
            </a:xfrm>
            <a:prstGeom prst="roundRect">
              <a:avLst>
                <a:gd name="adj" fmla="val 16667"/>
              </a:avLst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" name="AutoShape 48"/>
            <p:cNvSpPr>
              <a:spLocks noChangeArrowheads="1"/>
            </p:cNvSpPr>
            <p:nvPr/>
          </p:nvSpPr>
          <p:spPr bwMode="auto">
            <a:xfrm>
              <a:off x="2358" y="2432"/>
              <a:ext cx="90" cy="136"/>
            </a:xfrm>
            <a:prstGeom prst="roundRect">
              <a:avLst>
                <a:gd name="adj" fmla="val 16667"/>
              </a:avLst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AutoShape 49"/>
            <p:cNvSpPr>
              <a:spLocks noChangeArrowheads="1"/>
            </p:cNvSpPr>
            <p:nvPr/>
          </p:nvSpPr>
          <p:spPr bwMode="auto">
            <a:xfrm>
              <a:off x="2358" y="2568"/>
              <a:ext cx="90" cy="136"/>
            </a:xfrm>
            <a:prstGeom prst="roundRect">
              <a:avLst>
                <a:gd name="adj" fmla="val 16667"/>
              </a:avLst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" name="AutoShape 50"/>
            <p:cNvSpPr>
              <a:spLocks noChangeArrowheads="1"/>
            </p:cNvSpPr>
            <p:nvPr/>
          </p:nvSpPr>
          <p:spPr bwMode="auto">
            <a:xfrm>
              <a:off x="2358" y="2704"/>
              <a:ext cx="90" cy="136"/>
            </a:xfrm>
            <a:prstGeom prst="roundRect">
              <a:avLst>
                <a:gd name="adj" fmla="val 16667"/>
              </a:avLst>
            </a:pr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6" name="Group 51"/>
          <p:cNvGrpSpPr>
            <a:grpSpLocks/>
          </p:cNvGrpSpPr>
          <p:nvPr/>
        </p:nvGrpSpPr>
        <p:grpSpPr bwMode="auto">
          <a:xfrm>
            <a:off x="5494722" y="2533515"/>
            <a:ext cx="2205753" cy="2766270"/>
            <a:chOff x="1723" y="2001"/>
            <a:chExt cx="636" cy="862"/>
          </a:xfrm>
        </p:grpSpPr>
        <p:sp>
          <p:nvSpPr>
            <p:cNvPr id="57" name="Rectangle 52"/>
            <p:cNvSpPr>
              <a:spLocks noChangeArrowheads="1"/>
            </p:cNvSpPr>
            <p:nvPr/>
          </p:nvSpPr>
          <p:spPr bwMode="auto">
            <a:xfrm>
              <a:off x="1723" y="2001"/>
              <a:ext cx="23" cy="862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Rectangle 53"/>
            <p:cNvSpPr>
              <a:spLocks noChangeArrowheads="1"/>
            </p:cNvSpPr>
            <p:nvPr/>
          </p:nvSpPr>
          <p:spPr bwMode="auto">
            <a:xfrm>
              <a:off x="2336" y="2001"/>
              <a:ext cx="23" cy="862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9" name="Rectangle 54"/>
          <p:cNvSpPr>
            <a:spLocks noChangeArrowheads="1"/>
          </p:cNvSpPr>
          <p:nvPr/>
        </p:nvSpPr>
        <p:spPr bwMode="auto">
          <a:xfrm>
            <a:off x="4146878" y="1706480"/>
            <a:ext cx="4876240" cy="436888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1" name="Group 56"/>
          <p:cNvGrpSpPr>
            <a:grpSpLocks/>
          </p:cNvGrpSpPr>
          <p:nvPr/>
        </p:nvGrpSpPr>
        <p:grpSpPr bwMode="auto">
          <a:xfrm>
            <a:off x="4504004" y="2163969"/>
            <a:ext cx="4248501" cy="3491533"/>
            <a:chOff x="1111" y="1684"/>
            <a:chExt cx="1225" cy="1088"/>
          </a:xfrm>
        </p:grpSpPr>
        <p:sp>
          <p:nvSpPr>
            <p:cNvPr id="62" name="AutoShape 57"/>
            <p:cNvSpPr>
              <a:spLocks noChangeArrowheads="1"/>
            </p:cNvSpPr>
            <p:nvPr/>
          </p:nvSpPr>
          <p:spPr bwMode="auto">
            <a:xfrm>
              <a:off x="1769" y="1684"/>
              <a:ext cx="567" cy="1088"/>
            </a:xfrm>
            <a:prstGeom prst="roundRect">
              <a:avLst>
                <a:gd name="adj" fmla="val 22926"/>
              </a:avLst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" name="AutoShape 58"/>
            <p:cNvSpPr>
              <a:spLocks noChangeArrowheads="1"/>
            </p:cNvSpPr>
            <p:nvPr/>
          </p:nvSpPr>
          <p:spPr bwMode="auto">
            <a:xfrm>
              <a:off x="1111" y="1684"/>
              <a:ext cx="567" cy="1088"/>
            </a:xfrm>
            <a:prstGeom prst="roundRect">
              <a:avLst>
                <a:gd name="adj" fmla="val 22926"/>
              </a:avLst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" name="Groupe 1"/>
          <p:cNvGrpSpPr/>
          <p:nvPr/>
        </p:nvGrpSpPr>
        <p:grpSpPr>
          <a:xfrm>
            <a:off x="5010451" y="2434610"/>
            <a:ext cx="3149094" cy="2910679"/>
            <a:chOff x="5010451" y="2434610"/>
            <a:chExt cx="3149094" cy="2910679"/>
          </a:xfrm>
          <a:solidFill>
            <a:schemeClr val="bg2">
              <a:lumMod val="75000"/>
            </a:schemeClr>
          </a:solidFill>
        </p:grpSpPr>
        <p:grpSp>
          <p:nvGrpSpPr>
            <p:cNvPr id="11" name="Group 6"/>
            <p:cNvGrpSpPr>
              <a:grpSpLocks/>
            </p:cNvGrpSpPr>
            <p:nvPr/>
          </p:nvGrpSpPr>
          <p:grpSpPr bwMode="auto">
            <a:xfrm>
              <a:off x="5090219" y="2434610"/>
              <a:ext cx="2989558" cy="2910679"/>
              <a:chOff x="1610" y="1979"/>
              <a:chExt cx="862" cy="907"/>
            </a:xfrm>
            <a:grpFill/>
          </p:grpSpPr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1814" y="1979"/>
                <a:ext cx="23" cy="90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8"/>
              <p:cNvSpPr>
                <a:spLocks noChangeArrowheads="1"/>
              </p:cNvSpPr>
              <p:nvPr/>
            </p:nvSpPr>
            <p:spPr bwMode="auto">
              <a:xfrm>
                <a:off x="1610" y="1979"/>
                <a:ext cx="204" cy="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9"/>
              <p:cNvSpPr>
                <a:spLocks noChangeArrowheads="1"/>
              </p:cNvSpPr>
              <p:nvPr/>
            </p:nvSpPr>
            <p:spPr bwMode="auto">
              <a:xfrm>
                <a:off x="1610" y="2863"/>
                <a:ext cx="204" cy="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0"/>
              <p:cNvSpPr>
                <a:spLocks noChangeArrowheads="1"/>
              </p:cNvSpPr>
              <p:nvPr/>
            </p:nvSpPr>
            <p:spPr bwMode="auto">
              <a:xfrm>
                <a:off x="2268" y="1979"/>
                <a:ext cx="204" cy="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1"/>
              <p:cNvSpPr>
                <a:spLocks noChangeArrowheads="1"/>
              </p:cNvSpPr>
              <p:nvPr/>
            </p:nvSpPr>
            <p:spPr bwMode="auto">
              <a:xfrm>
                <a:off x="2268" y="2863"/>
                <a:ext cx="204" cy="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2245" y="1979"/>
                <a:ext cx="23" cy="90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5" name="Rectangle 12"/>
            <p:cNvSpPr>
              <a:spLocks noChangeArrowheads="1"/>
            </p:cNvSpPr>
            <p:nvPr/>
          </p:nvSpPr>
          <p:spPr bwMode="auto">
            <a:xfrm>
              <a:off x="8079777" y="2437929"/>
              <a:ext cx="79768" cy="290281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" name="Rectangle 12"/>
            <p:cNvSpPr>
              <a:spLocks noChangeArrowheads="1"/>
            </p:cNvSpPr>
            <p:nvPr/>
          </p:nvSpPr>
          <p:spPr bwMode="auto">
            <a:xfrm>
              <a:off x="5010451" y="2434610"/>
              <a:ext cx="79768" cy="2906135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4" name="AutoShape 59"/>
          <p:cNvSpPr>
            <a:spLocks/>
          </p:cNvSpPr>
          <p:nvPr/>
        </p:nvSpPr>
        <p:spPr bwMode="auto">
          <a:xfrm>
            <a:off x="10195282" y="5230557"/>
            <a:ext cx="1008062" cy="366712"/>
          </a:xfrm>
          <a:prstGeom prst="callout2">
            <a:avLst>
              <a:gd name="adj1" fmla="val 31167"/>
              <a:gd name="adj2" fmla="val -8333"/>
              <a:gd name="adj3" fmla="val 31167"/>
              <a:gd name="adj4" fmla="val -103995"/>
              <a:gd name="adj5" fmla="val -2598"/>
              <a:gd name="adj6" fmla="val -216987"/>
            </a:avLst>
          </a:prstGeom>
          <a:noFill/>
          <a:ln w="19050">
            <a:solidFill>
              <a:srgbClr val="FF9900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1800" dirty="0">
                <a:solidFill>
                  <a:srgbClr val="009900"/>
                </a:solidFill>
                <a:latin typeface="Times New Roman" panose="02020603050405020304" pitchFamily="18" charset="0"/>
              </a:rPr>
              <a:t>window</a:t>
            </a:r>
          </a:p>
        </p:txBody>
      </p:sp>
      <p:sp>
        <p:nvSpPr>
          <p:cNvPr id="60" name="AutoShape 55"/>
          <p:cNvSpPr>
            <a:spLocks/>
          </p:cNvSpPr>
          <p:nvPr/>
        </p:nvSpPr>
        <p:spPr bwMode="auto">
          <a:xfrm>
            <a:off x="10195282" y="1339768"/>
            <a:ext cx="914400" cy="366712"/>
          </a:xfrm>
          <a:prstGeom prst="callout2">
            <a:avLst>
              <a:gd name="adj1" fmla="val 31167"/>
              <a:gd name="adj2" fmla="val -8333"/>
              <a:gd name="adj3" fmla="val 31167"/>
              <a:gd name="adj4" fmla="val -95139"/>
              <a:gd name="adj5" fmla="val 664935"/>
              <a:gd name="adj6" fmla="val -401736"/>
            </a:avLst>
          </a:prstGeom>
          <a:noFill/>
          <a:ln w="19050">
            <a:solidFill>
              <a:srgbClr val="339966"/>
            </a:solidFill>
            <a:miter lim="800000"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1800" dirty="0">
                <a:solidFill>
                  <a:srgbClr val="009900"/>
                </a:solidFill>
                <a:latin typeface="Times New Roman" panose="02020603050405020304" pitchFamily="18" charset="0"/>
              </a:rPr>
              <a:t>Air-gap</a:t>
            </a:r>
          </a:p>
        </p:txBody>
      </p:sp>
      <p:sp>
        <p:nvSpPr>
          <p:cNvPr id="67" name="ZoneTexte 66"/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65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5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4" grpId="0" animBg="1"/>
      <p:bldP spid="6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Closed core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limentation-a-decoupage-reduction-du-bruit-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447" y="1323068"/>
            <a:ext cx="6596382" cy="4874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ZoneTexte 1"/>
          <p:cNvSpPr txBox="1">
            <a:spLocks noChangeArrowheads="1"/>
          </p:cNvSpPr>
          <p:nvPr/>
        </p:nvSpPr>
        <p:spPr bwMode="auto">
          <a:xfrm>
            <a:off x="6284622" y="4544459"/>
            <a:ext cx="1570032" cy="83099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Primary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winding</a:t>
            </a:r>
          </a:p>
        </p:txBody>
      </p:sp>
      <p:sp>
        <p:nvSpPr>
          <p:cNvPr id="10" name="ZoneTexte 7"/>
          <p:cNvSpPr txBox="1">
            <a:spLocks noChangeArrowheads="1"/>
          </p:cNvSpPr>
          <p:nvPr/>
        </p:nvSpPr>
        <p:spPr bwMode="auto">
          <a:xfrm>
            <a:off x="6159712" y="5366603"/>
            <a:ext cx="1819852" cy="83099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Secondary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winding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 </a:t>
            </a: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" name="Picture 5" descr="alimentation-a-decoupage-reduction-du-bruit-3">
            <a:extLst>
              <a:ext uri="{FF2B5EF4-FFF2-40B4-BE49-F238E27FC236}">
                <a16:creationId xmlns:a16="http://schemas.microsoft.com/office/drawing/2014/main" id="{A44CBAF3-8608-57DA-6E14-1E684CA8A4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8" t="2084" r="71402" b="43771"/>
          <a:stretch>
            <a:fillRect/>
          </a:stretch>
        </p:blipFill>
        <p:spPr bwMode="auto">
          <a:xfrm>
            <a:off x="5657851" y="1323068"/>
            <a:ext cx="171449" cy="263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 descr="alimentation-a-decoupage-reduction-du-bruit-3">
            <a:extLst>
              <a:ext uri="{FF2B5EF4-FFF2-40B4-BE49-F238E27FC236}">
                <a16:creationId xmlns:a16="http://schemas.microsoft.com/office/drawing/2014/main" id="{70542D12-45B5-08CA-E81A-E1AF12FD44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8" t="2084" r="71402" b="43771"/>
          <a:stretch>
            <a:fillRect/>
          </a:stretch>
        </p:blipFill>
        <p:spPr bwMode="auto">
          <a:xfrm>
            <a:off x="5829300" y="1411968"/>
            <a:ext cx="171449" cy="263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 descr="alimentation-a-decoupage-reduction-du-bruit-3">
            <a:extLst>
              <a:ext uri="{FF2B5EF4-FFF2-40B4-BE49-F238E27FC236}">
                <a16:creationId xmlns:a16="http://schemas.microsoft.com/office/drawing/2014/main" id="{4E159134-B147-6023-6997-827DEF1540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8" t="2084" r="71402" b="43771"/>
          <a:stretch>
            <a:fillRect/>
          </a:stretch>
        </p:blipFill>
        <p:spPr bwMode="auto">
          <a:xfrm>
            <a:off x="6000749" y="1293347"/>
            <a:ext cx="171449" cy="263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5" descr="alimentation-a-decoupage-reduction-du-bruit-3">
            <a:extLst>
              <a:ext uri="{FF2B5EF4-FFF2-40B4-BE49-F238E27FC236}">
                <a16:creationId xmlns:a16="http://schemas.microsoft.com/office/drawing/2014/main" id="{40507AD4-3B41-3EDB-EAD8-C4BC72557B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8" t="2084" r="71402" b="43771"/>
          <a:stretch>
            <a:fillRect/>
          </a:stretch>
        </p:blipFill>
        <p:spPr bwMode="auto">
          <a:xfrm>
            <a:off x="8099876" y="1359139"/>
            <a:ext cx="171449" cy="263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5" descr="alimentation-a-decoupage-reduction-du-bruit-3">
            <a:extLst>
              <a:ext uri="{FF2B5EF4-FFF2-40B4-BE49-F238E27FC236}">
                <a16:creationId xmlns:a16="http://schemas.microsoft.com/office/drawing/2014/main" id="{CE8ECF6A-D20E-DCD2-1D41-1E65BCA871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8" t="2084" r="71402" b="43771"/>
          <a:stretch>
            <a:fillRect/>
          </a:stretch>
        </p:blipFill>
        <p:spPr bwMode="auto">
          <a:xfrm>
            <a:off x="8271325" y="1448039"/>
            <a:ext cx="171449" cy="263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5" descr="alimentation-a-decoupage-reduction-du-bruit-3">
            <a:extLst>
              <a:ext uri="{FF2B5EF4-FFF2-40B4-BE49-F238E27FC236}">
                <a16:creationId xmlns:a16="http://schemas.microsoft.com/office/drawing/2014/main" id="{4FAAE138-3F7C-7B3F-480D-A7AFBB6CE0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8" t="2084" r="71402" b="43771"/>
          <a:stretch>
            <a:fillRect/>
          </a:stretch>
        </p:blipFill>
        <p:spPr bwMode="auto">
          <a:xfrm>
            <a:off x="8442774" y="1329418"/>
            <a:ext cx="171449" cy="263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4953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Magnetic pot core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7" descr="pot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900" y="1701712"/>
            <a:ext cx="3438525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8" descr="pot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313" y="1341349"/>
            <a:ext cx="3211512" cy="506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8951592" y="5423151"/>
            <a:ext cx="1459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RM series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258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19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Torus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7" descr="pot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641" y="1830160"/>
            <a:ext cx="4712336" cy="3365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8" descr="pot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5277" y="1285195"/>
            <a:ext cx="2438400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ZoneTexte 12"/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671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Magnetic circuits parameters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4896303" y="1989138"/>
            <a:ext cx="3600450" cy="3529012"/>
            <a:chOff x="1202" y="1298"/>
            <a:chExt cx="2268" cy="2223"/>
          </a:xfrm>
        </p:grpSpPr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1202" y="1298"/>
              <a:ext cx="2268" cy="22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1383" y="1480"/>
              <a:ext cx="1860" cy="1814"/>
              <a:chOff x="1383" y="1480"/>
              <a:chExt cx="1860" cy="1814"/>
            </a:xfrm>
          </p:grpSpPr>
          <p:sp>
            <p:nvSpPr>
              <p:cNvPr id="11" name="AutoShape 10"/>
              <p:cNvSpPr>
                <a:spLocks noChangeArrowheads="1"/>
              </p:cNvSpPr>
              <p:nvPr/>
            </p:nvSpPr>
            <p:spPr bwMode="auto">
              <a:xfrm>
                <a:off x="1429" y="1480"/>
                <a:ext cx="1814" cy="181"/>
              </a:xfrm>
              <a:prstGeom prst="parallelogram">
                <a:avLst>
                  <a:gd name="adj" fmla="val 123699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AutoShape 11"/>
              <p:cNvSpPr>
                <a:spLocks noChangeArrowheads="1"/>
              </p:cNvSpPr>
              <p:nvPr/>
            </p:nvSpPr>
            <p:spPr bwMode="auto">
              <a:xfrm rot="5400000" flipH="1">
                <a:off x="2223" y="2273"/>
                <a:ext cx="1814" cy="227"/>
              </a:xfrm>
              <a:prstGeom prst="parallelogram">
                <a:avLst>
                  <a:gd name="adj" fmla="val 78395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2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1587" cy="163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/>
            </p:nvSpPr>
            <p:spPr bwMode="auto">
              <a:xfrm>
                <a:off x="1746" y="1979"/>
                <a:ext cx="953" cy="997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AutoShape 14"/>
              <p:cNvSpPr>
                <a:spLocks noChangeArrowheads="1"/>
              </p:cNvSpPr>
              <p:nvPr/>
            </p:nvSpPr>
            <p:spPr bwMode="auto">
              <a:xfrm rot="5400000" flipH="1">
                <a:off x="1270" y="2273"/>
                <a:ext cx="1179" cy="227"/>
              </a:xfrm>
              <a:prstGeom prst="parallelogram">
                <a:avLst>
                  <a:gd name="adj" fmla="val 79278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AutoShape 15"/>
              <p:cNvSpPr>
                <a:spLocks noChangeArrowheads="1"/>
              </p:cNvSpPr>
              <p:nvPr/>
            </p:nvSpPr>
            <p:spPr bwMode="auto">
              <a:xfrm>
                <a:off x="1746" y="2795"/>
                <a:ext cx="1179" cy="181"/>
              </a:xfrm>
              <a:prstGeom prst="parallelogram">
                <a:avLst>
                  <a:gd name="adj" fmla="val 126808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AutoShape 16"/>
              <p:cNvSpPr>
                <a:spLocks noChangeArrowheads="1"/>
              </p:cNvSpPr>
              <p:nvPr/>
            </p:nvSpPr>
            <p:spPr bwMode="auto">
              <a:xfrm>
                <a:off x="1746" y="1797"/>
                <a:ext cx="1179" cy="181"/>
              </a:xfrm>
              <a:prstGeom prst="parallelogram">
                <a:avLst>
                  <a:gd name="adj" fmla="val 126808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" name="AutoShape 17"/>
              <p:cNvSpPr>
                <a:spLocks noChangeArrowheads="1"/>
              </p:cNvSpPr>
              <p:nvPr/>
            </p:nvSpPr>
            <p:spPr bwMode="auto">
              <a:xfrm rot="5400000" flipH="1">
                <a:off x="2223" y="2273"/>
                <a:ext cx="1179" cy="227"/>
              </a:xfrm>
              <a:prstGeom prst="parallelogram">
                <a:avLst>
                  <a:gd name="adj" fmla="val 79278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Rectangle 18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1587" cy="31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Rectangle 19"/>
              <p:cNvSpPr>
                <a:spLocks noChangeArrowheads="1"/>
              </p:cNvSpPr>
              <p:nvPr/>
            </p:nvSpPr>
            <p:spPr bwMode="auto">
              <a:xfrm>
                <a:off x="2699" y="1888"/>
                <a:ext cx="317" cy="1315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" name="Rectangle 20"/>
              <p:cNvSpPr>
                <a:spLocks noChangeArrowheads="1"/>
              </p:cNvSpPr>
              <p:nvPr/>
            </p:nvSpPr>
            <p:spPr bwMode="auto">
              <a:xfrm>
                <a:off x="1429" y="1661"/>
                <a:ext cx="1587" cy="16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" name="Rectangle 21"/>
              <p:cNvSpPr>
                <a:spLocks noChangeArrowheads="1"/>
              </p:cNvSpPr>
              <p:nvPr/>
            </p:nvSpPr>
            <p:spPr bwMode="auto">
              <a:xfrm>
                <a:off x="1746" y="1979"/>
                <a:ext cx="953" cy="99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" name="Rectangle 22"/>
              <p:cNvSpPr>
                <a:spLocks noChangeArrowheads="1"/>
              </p:cNvSpPr>
              <p:nvPr/>
            </p:nvSpPr>
            <p:spPr bwMode="auto">
              <a:xfrm>
                <a:off x="1837" y="2341"/>
                <a:ext cx="136" cy="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" name="Rectangle 23"/>
              <p:cNvSpPr>
                <a:spLocks noChangeArrowheads="1"/>
              </p:cNvSpPr>
              <p:nvPr/>
            </p:nvSpPr>
            <p:spPr bwMode="auto">
              <a:xfrm>
                <a:off x="1383" y="2478"/>
                <a:ext cx="227" cy="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" name="AutoShape 24"/>
              <p:cNvSpPr>
                <a:spLocks noChangeArrowheads="1"/>
              </p:cNvSpPr>
              <p:nvPr/>
            </p:nvSpPr>
            <p:spPr bwMode="auto">
              <a:xfrm>
                <a:off x="1429" y="2432"/>
                <a:ext cx="544" cy="136"/>
              </a:xfrm>
              <a:prstGeom prst="parallelogram">
                <a:avLst>
                  <a:gd name="adj" fmla="val 171574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Rectangle 25"/>
              <p:cNvSpPr>
                <a:spLocks noChangeArrowheads="1"/>
              </p:cNvSpPr>
              <p:nvPr/>
            </p:nvSpPr>
            <p:spPr bwMode="auto">
              <a:xfrm>
                <a:off x="1429" y="2387"/>
                <a:ext cx="317" cy="9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" name="Line 26"/>
              <p:cNvSpPr>
                <a:spLocks noChangeShapeType="1"/>
              </p:cNvSpPr>
              <p:nvPr/>
            </p:nvSpPr>
            <p:spPr bwMode="auto">
              <a:xfrm>
                <a:off x="1429" y="2341"/>
                <a:ext cx="0" cy="1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" name="Line 27"/>
              <p:cNvSpPr>
                <a:spLocks noChangeShapeType="1"/>
              </p:cNvSpPr>
              <p:nvPr/>
            </p:nvSpPr>
            <p:spPr bwMode="auto">
              <a:xfrm>
                <a:off x="1429" y="2478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9" name="Line 28"/>
              <p:cNvSpPr>
                <a:spLocks noChangeShapeType="1"/>
              </p:cNvSpPr>
              <p:nvPr/>
            </p:nvSpPr>
            <p:spPr bwMode="auto">
              <a:xfrm flipV="1">
                <a:off x="1746" y="2341"/>
                <a:ext cx="0" cy="1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0" name="AutoShape 29"/>
              <p:cNvSpPr>
                <a:spLocks noChangeArrowheads="1"/>
              </p:cNvSpPr>
              <p:nvPr/>
            </p:nvSpPr>
            <p:spPr bwMode="auto">
              <a:xfrm rot="16200000" flipH="1">
                <a:off x="1746" y="2251"/>
                <a:ext cx="228" cy="227"/>
              </a:xfrm>
              <a:prstGeom prst="parallelogram">
                <a:avLst>
                  <a:gd name="adj" fmla="val 64752"/>
                </a:avLst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" name="Line 30"/>
              <p:cNvSpPr>
                <a:spLocks noChangeShapeType="1"/>
              </p:cNvSpPr>
              <p:nvPr/>
            </p:nvSpPr>
            <p:spPr bwMode="auto">
              <a:xfrm>
                <a:off x="1746" y="2341"/>
                <a:ext cx="0" cy="1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2" name="Line 31"/>
              <p:cNvSpPr>
                <a:spLocks noChangeShapeType="1"/>
              </p:cNvSpPr>
              <p:nvPr/>
            </p:nvSpPr>
            <p:spPr bwMode="auto">
              <a:xfrm flipV="1">
                <a:off x="1746" y="2341"/>
                <a:ext cx="227" cy="1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3" name="Line 32"/>
              <p:cNvSpPr>
                <a:spLocks noChangeShapeType="1"/>
              </p:cNvSpPr>
              <p:nvPr/>
            </p:nvSpPr>
            <p:spPr bwMode="auto">
              <a:xfrm flipV="1">
                <a:off x="1973" y="2251"/>
                <a:ext cx="0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34" name="Line 33"/>
          <p:cNvSpPr>
            <a:spLocks noChangeShapeType="1"/>
          </p:cNvSpPr>
          <p:nvPr/>
        </p:nvSpPr>
        <p:spPr bwMode="auto">
          <a:xfrm flipH="1">
            <a:off x="4175578" y="3860800"/>
            <a:ext cx="10810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5" name="Line 34"/>
          <p:cNvSpPr>
            <a:spLocks noChangeShapeType="1"/>
          </p:cNvSpPr>
          <p:nvPr/>
        </p:nvSpPr>
        <p:spPr bwMode="auto">
          <a:xfrm flipH="1">
            <a:off x="4175578" y="4005263"/>
            <a:ext cx="10810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6" name="Line 35"/>
          <p:cNvSpPr>
            <a:spLocks noChangeShapeType="1"/>
          </p:cNvSpPr>
          <p:nvPr/>
        </p:nvSpPr>
        <p:spPr bwMode="auto">
          <a:xfrm>
            <a:off x="4393066" y="3573463"/>
            <a:ext cx="0" cy="287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7" name="Line 36"/>
          <p:cNvSpPr>
            <a:spLocks noChangeShapeType="1"/>
          </p:cNvSpPr>
          <p:nvPr/>
        </p:nvSpPr>
        <p:spPr bwMode="auto">
          <a:xfrm flipV="1">
            <a:off x="4393066" y="400526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8" name="Line 37"/>
          <p:cNvSpPr>
            <a:spLocks noChangeShapeType="1"/>
          </p:cNvSpPr>
          <p:nvPr/>
        </p:nvSpPr>
        <p:spPr bwMode="auto">
          <a:xfrm>
            <a:off x="4393066" y="3789363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9" name="Text Box 38"/>
          <p:cNvSpPr txBox="1">
            <a:spLocks noChangeArrowheads="1"/>
          </p:cNvSpPr>
          <p:nvPr/>
        </p:nvSpPr>
        <p:spPr bwMode="auto">
          <a:xfrm>
            <a:off x="3867603" y="3738563"/>
            <a:ext cx="285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40" name="AutoShape 39"/>
          <p:cNvSpPr>
            <a:spLocks/>
          </p:cNvSpPr>
          <p:nvPr/>
        </p:nvSpPr>
        <p:spPr bwMode="auto">
          <a:xfrm>
            <a:off x="8788853" y="1585913"/>
            <a:ext cx="1868488" cy="763587"/>
          </a:xfrm>
          <a:prstGeom prst="borderCallout2">
            <a:avLst>
              <a:gd name="adj1" fmla="val 14968"/>
              <a:gd name="adj2" fmla="val -4079"/>
              <a:gd name="adj3" fmla="val 14968"/>
              <a:gd name="adj4" fmla="val -53185"/>
              <a:gd name="adj5" fmla="val 222454"/>
              <a:gd name="adj6" fmla="val -104250"/>
            </a:avLst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Winding Area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S</a:t>
            </a:r>
            <a:r>
              <a:rPr lang="en-CA" altLang="fr-FR" sz="24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CA" altLang="fr-FR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Text Box 40"/>
          <p:cNvSpPr txBox="1">
            <a:spLocks noChangeArrowheads="1"/>
          </p:cNvSpPr>
          <p:nvPr/>
        </p:nvSpPr>
        <p:spPr bwMode="auto">
          <a:xfrm>
            <a:off x="3240541" y="3357563"/>
            <a:ext cx="8985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Air-gap</a:t>
            </a:r>
          </a:p>
        </p:txBody>
      </p:sp>
      <p:sp>
        <p:nvSpPr>
          <p:cNvPr id="42" name="AutoShape 41"/>
          <p:cNvSpPr>
            <a:spLocks noChangeArrowheads="1"/>
          </p:cNvSpPr>
          <p:nvPr/>
        </p:nvSpPr>
        <p:spPr bwMode="auto">
          <a:xfrm>
            <a:off x="7272791" y="3789363"/>
            <a:ext cx="863600" cy="215900"/>
          </a:xfrm>
          <a:prstGeom prst="parallelogram">
            <a:avLst>
              <a:gd name="adj" fmla="val 173944"/>
            </a:avLst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" name="AutoShape 42"/>
          <p:cNvSpPr>
            <a:spLocks/>
          </p:cNvSpPr>
          <p:nvPr/>
        </p:nvSpPr>
        <p:spPr bwMode="auto">
          <a:xfrm>
            <a:off x="9220653" y="2809875"/>
            <a:ext cx="1652588" cy="763588"/>
          </a:xfrm>
          <a:prstGeom prst="borderCallout2">
            <a:avLst>
              <a:gd name="adj1" fmla="val 14968"/>
              <a:gd name="adj2" fmla="val -4611"/>
              <a:gd name="adj3" fmla="val 14968"/>
              <a:gd name="adj4" fmla="val -40921"/>
              <a:gd name="adj5" fmla="val 137630"/>
              <a:gd name="adj6" fmla="val -78676"/>
            </a:avLst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Effective area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CA" altLang="fr-FR" sz="2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4391478" y="5691188"/>
            <a:ext cx="58880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Inductance factor: </a:t>
            </a:r>
            <a:r>
              <a:rPr lang="en-CA" altLang="fr-FR" sz="2400" b="1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r>
              <a:rPr lang="en-CA" altLang="fr-FR" sz="2400" b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L  </a:t>
            </a:r>
            <a:r>
              <a:rPr lang="en-CA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= Inductance obtained with ONE loop</a:t>
            </a:r>
          </a:p>
        </p:txBody>
      </p:sp>
      <p:sp>
        <p:nvSpPr>
          <p:cNvPr id="45" name="ZoneTexte 44"/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401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Critical constraints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614058" y="1955524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CA" altLang="fr-FR" sz="2400" b="1" i="1" dirty="0">
                <a:latin typeface="Times New Roman" panose="02020603050405020304" pitchFamily="18" charset="0"/>
              </a:rPr>
              <a:t>Induction in the material: B &lt; </a:t>
            </a:r>
            <a:r>
              <a:rPr lang="en-CA" altLang="fr-FR" sz="2400" b="1" i="1" dirty="0" err="1">
                <a:latin typeface="Times New Roman" panose="02020603050405020304" pitchFamily="18" charset="0"/>
              </a:rPr>
              <a:t>B</a:t>
            </a:r>
            <a:r>
              <a:rPr lang="en-CA" altLang="fr-FR" sz="2400" b="1" i="1" baseline="-25000" dirty="0" err="1">
                <a:latin typeface="Times New Roman" panose="02020603050405020304" pitchFamily="18" charset="0"/>
              </a:rPr>
              <a:t>sat</a:t>
            </a:r>
            <a:endParaRPr lang="en-CA" altLang="fr-FR" sz="2400" b="1" i="1" baseline="-250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CA" altLang="fr-FR" sz="2400" b="1" i="1" dirty="0">
                <a:latin typeface="Times New Roman" panose="02020603050405020304" pitchFamily="18" charset="0"/>
              </a:rPr>
              <a:t>	0,2 to 0,5 T for classical materials</a:t>
            </a:r>
          </a:p>
          <a:p>
            <a:pPr>
              <a:spcBef>
                <a:spcPct val="0"/>
              </a:spcBef>
            </a:pPr>
            <a:endParaRPr lang="en-CA" altLang="fr-FR" sz="2400" b="1" i="1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CA" altLang="fr-FR" sz="2400" b="1" i="1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CA" altLang="fr-FR" sz="2400" b="1" i="1" dirty="0">
                <a:latin typeface="Times New Roman" panose="02020603050405020304" pitchFamily="18" charset="0"/>
              </a:rPr>
              <a:t>Current density in the winding: </a:t>
            </a:r>
            <a:r>
              <a:rPr lang="en-CA" altLang="fr-FR" sz="2400" b="1" i="1" dirty="0">
                <a:latin typeface="Symbol" panose="05050102010706020507" pitchFamily="18" charset="2"/>
              </a:rPr>
              <a:t>d</a:t>
            </a:r>
            <a:r>
              <a:rPr lang="en-CA" altLang="fr-FR" sz="2400" b="1" i="1" dirty="0">
                <a:latin typeface="Times New Roman" panose="02020603050405020304" pitchFamily="18" charset="0"/>
              </a:rPr>
              <a:t> &lt; </a:t>
            </a:r>
            <a:r>
              <a:rPr lang="en-CA" altLang="fr-FR" sz="2400" b="1" i="1" dirty="0" err="1">
                <a:latin typeface="Symbol" panose="05050102010706020507" pitchFamily="18" charset="2"/>
              </a:rPr>
              <a:t>d</a:t>
            </a:r>
            <a:r>
              <a:rPr lang="en-CA" altLang="fr-FR" sz="2400" b="1" i="1" baseline="-25000" dirty="0" err="1">
                <a:latin typeface="Times New Roman" panose="02020603050405020304" pitchFamily="18" charset="0"/>
              </a:rPr>
              <a:t>max</a:t>
            </a:r>
            <a:endParaRPr lang="en-CA" altLang="fr-FR" sz="2400" b="1" i="1" baseline="-250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en-CA" altLang="fr-FR" sz="2400" b="1" i="1" baseline="-25000" dirty="0">
                <a:latin typeface="Times New Roman" panose="02020603050405020304" pitchFamily="18" charset="0"/>
              </a:rPr>
              <a:t>	</a:t>
            </a:r>
            <a:r>
              <a:rPr lang="en-CA" altLang="fr-FR" sz="2400" b="1" i="1" dirty="0">
                <a:latin typeface="Times New Roman" panose="02020603050405020304" pitchFamily="18" charset="0"/>
              </a:rPr>
              <a:t>5 A/mm</a:t>
            </a:r>
            <a:r>
              <a:rPr lang="en-CA" altLang="fr-FR" sz="2400" b="1" i="1" baseline="30000" dirty="0">
                <a:latin typeface="Times New Roman" panose="02020603050405020304" pitchFamily="18" charset="0"/>
              </a:rPr>
              <a:t>2</a:t>
            </a:r>
            <a:r>
              <a:rPr lang="en-CA" altLang="fr-FR" sz="2400" b="1" i="1" dirty="0">
                <a:latin typeface="Times New Roman" panose="02020603050405020304" pitchFamily="18" charset="0"/>
              </a:rPr>
              <a:t> for copper</a:t>
            </a:r>
          </a:p>
          <a:p>
            <a:pPr>
              <a:spcBef>
                <a:spcPct val="0"/>
              </a:spcBef>
            </a:pPr>
            <a:endParaRPr lang="en-CA" altLang="fr-FR" sz="2400" b="1" i="1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endParaRPr lang="en-CA" altLang="fr-FR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60521" y="4876217"/>
            <a:ext cx="3636000" cy="68400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CA" altLang="fr-FR" sz="2800" b="1" i="1" dirty="0">
                <a:latin typeface="Times New Roman" panose="02020603050405020304" pitchFamily="18" charset="0"/>
              </a:rPr>
              <a:t>Sizing : product </a:t>
            </a:r>
            <a:r>
              <a:rPr lang="en-CA" altLang="fr-FR" sz="2800" b="1" i="1" dirty="0" err="1">
                <a:latin typeface="Times New Roman" panose="02020603050405020304" pitchFamily="18" charset="0"/>
              </a:rPr>
              <a:t>A</a:t>
            </a:r>
            <a:r>
              <a:rPr lang="en-CA" altLang="fr-FR" sz="2800" b="1" i="1" baseline="-25000" dirty="0" err="1">
                <a:latin typeface="Times New Roman" panose="02020603050405020304" pitchFamily="18" charset="0"/>
              </a:rPr>
              <a:t>e</a:t>
            </a:r>
            <a:r>
              <a:rPr lang="en-CA" altLang="fr-FR" sz="2800" b="1" i="1" dirty="0" err="1">
                <a:latin typeface="Times New Roman" panose="02020603050405020304" pitchFamily="18" charset="0"/>
              </a:rPr>
              <a:t>.S</a:t>
            </a:r>
            <a:r>
              <a:rPr lang="en-CA" altLang="fr-FR" sz="2800" b="1" i="1" baseline="-25000" dirty="0" err="1">
                <a:latin typeface="Times New Roman" panose="02020603050405020304" pitchFamily="18" charset="0"/>
              </a:rPr>
              <a:t>b</a:t>
            </a:r>
            <a:endParaRPr lang="en-CA" altLang="fr-FR" sz="2800" b="1" i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957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Transformer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2935650" y="1172309"/>
            <a:ext cx="3169652" cy="1889607"/>
            <a:chOff x="603" y="1355"/>
            <a:chExt cx="1642" cy="896"/>
          </a:xfrm>
        </p:grpSpPr>
        <p:grpSp>
          <p:nvGrpSpPr>
            <p:cNvPr id="7" name="Group 8"/>
            <p:cNvGrpSpPr>
              <a:grpSpLocks/>
            </p:cNvGrpSpPr>
            <p:nvPr/>
          </p:nvGrpSpPr>
          <p:grpSpPr bwMode="auto">
            <a:xfrm>
              <a:off x="1241" y="1619"/>
              <a:ext cx="360" cy="632"/>
              <a:chOff x="2767" y="1426"/>
              <a:chExt cx="360" cy="632"/>
            </a:xfrm>
          </p:grpSpPr>
          <p:grpSp>
            <p:nvGrpSpPr>
              <p:cNvPr id="24" name="Group 9"/>
              <p:cNvGrpSpPr>
                <a:grpSpLocks/>
              </p:cNvGrpSpPr>
              <p:nvPr/>
            </p:nvGrpSpPr>
            <p:grpSpPr bwMode="auto">
              <a:xfrm>
                <a:off x="2767" y="1482"/>
                <a:ext cx="120" cy="528"/>
                <a:chOff x="2767" y="1482"/>
                <a:chExt cx="120" cy="528"/>
              </a:xfrm>
            </p:grpSpPr>
            <p:grpSp>
              <p:nvGrpSpPr>
                <p:cNvPr id="78" name="Group 10"/>
                <p:cNvGrpSpPr>
                  <a:grpSpLocks/>
                </p:cNvGrpSpPr>
                <p:nvPr/>
              </p:nvGrpSpPr>
              <p:grpSpPr bwMode="auto">
                <a:xfrm>
                  <a:off x="2767" y="1854"/>
                  <a:ext cx="120" cy="64"/>
                  <a:chOff x="2767" y="1854"/>
                  <a:chExt cx="120" cy="64"/>
                </a:xfrm>
              </p:grpSpPr>
              <p:grpSp>
                <p:nvGrpSpPr>
                  <p:cNvPr id="118" name="Group 11"/>
                  <p:cNvGrpSpPr>
                    <a:grpSpLocks/>
                  </p:cNvGrpSpPr>
                  <p:nvPr/>
                </p:nvGrpSpPr>
                <p:grpSpPr bwMode="auto">
                  <a:xfrm>
                    <a:off x="2767" y="1854"/>
                    <a:ext cx="120" cy="52"/>
                    <a:chOff x="2767" y="1854"/>
                    <a:chExt cx="120" cy="52"/>
                  </a:xfrm>
                </p:grpSpPr>
                <p:sp>
                  <p:nvSpPr>
                    <p:cNvPr id="122" name="Arc 12"/>
                    <p:cNvSpPr>
                      <a:spLocks/>
                    </p:cNvSpPr>
                    <p:nvPr/>
                  </p:nvSpPr>
                  <p:spPr bwMode="auto">
                    <a:xfrm>
                      <a:off x="2827" y="1854"/>
                      <a:ext cx="60" cy="52"/>
                    </a:xfrm>
                    <a:custGeom>
                      <a:avLst/>
                      <a:gdLst>
                        <a:gd name="T0" fmla="*/ 0 w 21708"/>
                        <a:gd name="T1" fmla="*/ 0 h 21727"/>
                        <a:gd name="T2" fmla="*/ 0 w 21708"/>
                        <a:gd name="T3" fmla="*/ 0 h 21727"/>
                        <a:gd name="T4" fmla="*/ 0 w 21708"/>
                        <a:gd name="T5" fmla="*/ 0 h 21727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708" h="21727" fill="none" extrusionOk="0">
                          <a:moveTo>
                            <a:pt x="21707" y="0"/>
                          </a:moveTo>
                          <a:cubicBezTo>
                            <a:pt x="21707" y="42"/>
                            <a:pt x="21708" y="84"/>
                            <a:pt x="21708" y="127"/>
                          </a:cubicBezTo>
                          <a:cubicBezTo>
                            <a:pt x="21708" y="12056"/>
                            <a:pt x="12037" y="21727"/>
                            <a:pt x="108" y="21727"/>
                          </a:cubicBezTo>
                          <a:cubicBezTo>
                            <a:pt x="72" y="21727"/>
                            <a:pt x="36" y="21726"/>
                            <a:pt x="0" y="21726"/>
                          </a:cubicBezTo>
                        </a:path>
                        <a:path w="21708" h="21727" stroke="0" extrusionOk="0">
                          <a:moveTo>
                            <a:pt x="21707" y="0"/>
                          </a:moveTo>
                          <a:cubicBezTo>
                            <a:pt x="21707" y="42"/>
                            <a:pt x="21708" y="84"/>
                            <a:pt x="21708" y="127"/>
                          </a:cubicBezTo>
                          <a:cubicBezTo>
                            <a:pt x="21708" y="12056"/>
                            <a:pt x="12037" y="21727"/>
                            <a:pt x="108" y="21727"/>
                          </a:cubicBezTo>
                          <a:cubicBezTo>
                            <a:pt x="72" y="21727"/>
                            <a:pt x="36" y="21726"/>
                            <a:pt x="0" y="21726"/>
                          </a:cubicBezTo>
                          <a:lnTo>
                            <a:pt x="108" y="127"/>
                          </a:lnTo>
                          <a:lnTo>
                            <a:pt x="21707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23" name="Arc 13"/>
                    <p:cNvSpPr>
                      <a:spLocks/>
                    </p:cNvSpPr>
                    <p:nvPr/>
                  </p:nvSpPr>
                  <p:spPr bwMode="auto">
                    <a:xfrm>
                      <a:off x="2767" y="1882"/>
                      <a:ext cx="60" cy="24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21506" y="21599"/>
                          </a:moveTo>
                          <a:cubicBezTo>
                            <a:pt x="9613" y="21548"/>
                            <a:pt x="0" y="11892"/>
                            <a:pt x="0" y="0"/>
                          </a:cubicBezTo>
                        </a:path>
                        <a:path w="21600" h="21600" stroke="0" extrusionOk="0">
                          <a:moveTo>
                            <a:pt x="21506" y="21599"/>
                          </a:moveTo>
                          <a:cubicBezTo>
                            <a:pt x="9613" y="21548"/>
                            <a:pt x="0" y="11892"/>
                            <a:pt x="0" y="0"/>
                          </a:cubicBezTo>
                          <a:lnTo>
                            <a:pt x="21600" y="0"/>
                          </a:lnTo>
                          <a:lnTo>
                            <a:pt x="21506" y="21599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119" name="Group 14"/>
                  <p:cNvGrpSpPr>
                    <a:grpSpLocks/>
                  </p:cNvGrpSpPr>
                  <p:nvPr/>
                </p:nvGrpSpPr>
                <p:grpSpPr bwMode="auto">
                  <a:xfrm>
                    <a:off x="2767" y="1866"/>
                    <a:ext cx="120" cy="52"/>
                    <a:chOff x="2767" y="1866"/>
                    <a:chExt cx="120" cy="52"/>
                  </a:xfrm>
                </p:grpSpPr>
                <p:sp>
                  <p:nvSpPr>
                    <p:cNvPr id="120" name="Arc 15"/>
                    <p:cNvSpPr>
                      <a:spLocks/>
                    </p:cNvSpPr>
                    <p:nvPr/>
                  </p:nvSpPr>
                  <p:spPr bwMode="auto">
                    <a:xfrm>
                      <a:off x="2827" y="1866"/>
                      <a:ext cx="60" cy="52"/>
                    </a:xfrm>
                    <a:custGeom>
                      <a:avLst/>
                      <a:gdLst>
                        <a:gd name="T0" fmla="*/ 0 w 21706"/>
                        <a:gd name="T1" fmla="*/ 0 h 21600"/>
                        <a:gd name="T2" fmla="*/ 0 w 21706"/>
                        <a:gd name="T3" fmla="*/ 0 h 21600"/>
                        <a:gd name="T4" fmla="*/ 0 w 21706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706" h="21600" fill="none" extrusionOk="0">
                          <a:moveTo>
                            <a:pt x="0" y="0"/>
                          </a:moveTo>
                          <a:cubicBezTo>
                            <a:pt x="35" y="0"/>
                            <a:pt x="70" y="-1"/>
                            <a:pt x="106" y="0"/>
                          </a:cubicBezTo>
                          <a:cubicBezTo>
                            <a:pt x="11985" y="0"/>
                            <a:pt x="21635" y="9593"/>
                            <a:pt x="21705" y="21473"/>
                          </a:cubicBezTo>
                        </a:path>
                        <a:path w="21706" h="21600" stroke="0" extrusionOk="0">
                          <a:moveTo>
                            <a:pt x="0" y="0"/>
                          </a:moveTo>
                          <a:cubicBezTo>
                            <a:pt x="35" y="0"/>
                            <a:pt x="70" y="-1"/>
                            <a:pt x="106" y="0"/>
                          </a:cubicBezTo>
                          <a:cubicBezTo>
                            <a:pt x="11985" y="0"/>
                            <a:pt x="21635" y="9593"/>
                            <a:pt x="21705" y="21473"/>
                          </a:cubicBezTo>
                          <a:lnTo>
                            <a:pt x="106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21" name="Arc 16"/>
                    <p:cNvSpPr>
                      <a:spLocks/>
                    </p:cNvSpPr>
                    <p:nvPr/>
                  </p:nvSpPr>
                  <p:spPr bwMode="auto">
                    <a:xfrm>
                      <a:off x="2767" y="1866"/>
                      <a:ext cx="60" cy="20"/>
                    </a:xfrm>
                    <a:custGeom>
                      <a:avLst/>
                      <a:gdLst>
                        <a:gd name="T0" fmla="*/ 0 w 21598"/>
                        <a:gd name="T1" fmla="*/ 0 h 21600"/>
                        <a:gd name="T2" fmla="*/ 0 w 21598"/>
                        <a:gd name="T3" fmla="*/ 0 h 21600"/>
                        <a:gd name="T4" fmla="*/ 0 w 21598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598" h="21600" fill="none" extrusionOk="0">
                          <a:moveTo>
                            <a:pt x="0" y="21274"/>
                          </a:moveTo>
                          <a:cubicBezTo>
                            <a:pt x="178" y="9507"/>
                            <a:pt x="9741" y="48"/>
                            <a:pt x="21509" y="0"/>
                          </a:cubicBezTo>
                        </a:path>
                        <a:path w="21598" h="21600" stroke="0" extrusionOk="0">
                          <a:moveTo>
                            <a:pt x="0" y="21274"/>
                          </a:moveTo>
                          <a:cubicBezTo>
                            <a:pt x="178" y="9507"/>
                            <a:pt x="9741" y="48"/>
                            <a:pt x="21509" y="0"/>
                          </a:cubicBezTo>
                          <a:lnTo>
                            <a:pt x="21598" y="21600"/>
                          </a:lnTo>
                          <a:lnTo>
                            <a:pt x="0" y="21274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grpSp>
              <p:nvGrpSpPr>
                <p:cNvPr id="79" name="Group 17"/>
                <p:cNvGrpSpPr>
                  <a:grpSpLocks/>
                </p:cNvGrpSpPr>
                <p:nvPr/>
              </p:nvGrpSpPr>
              <p:grpSpPr bwMode="auto">
                <a:xfrm>
                  <a:off x="2767" y="1798"/>
                  <a:ext cx="120" cy="64"/>
                  <a:chOff x="2767" y="1798"/>
                  <a:chExt cx="120" cy="64"/>
                </a:xfrm>
              </p:grpSpPr>
              <p:grpSp>
                <p:nvGrpSpPr>
                  <p:cNvPr id="112" name="Group 18"/>
                  <p:cNvGrpSpPr>
                    <a:grpSpLocks/>
                  </p:cNvGrpSpPr>
                  <p:nvPr/>
                </p:nvGrpSpPr>
                <p:grpSpPr bwMode="auto">
                  <a:xfrm>
                    <a:off x="2767" y="1798"/>
                    <a:ext cx="120" cy="52"/>
                    <a:chOff x="2767" y="1798"/>
                    <a:chExt cx="120" cy="52"/>
                  </a:xfrm>
                </p:grpSpPr>
                <p:sp>
                  <p:nvSpPr>
                    <p:cNvPr id="116" name="Arc 19"/>
                    <p:cNvSpPr>
                      <a:spLocks/>
                    </p:cNvSpPr>
                    <p:nvPr/>
                  </p:nvSpPr>
                  <p:spPr bwMode="auto">
                    <a:xfrm>
                      <a:off x="2827" y="1798"/>
                      <a:ext cx="60" cy="52"/>
                    </a:xfrm>
                    <a:custGeom>
                      <a:avLst/>
                      <a:gdLst>
                        <a:gd name="T0" fmla="*/ 0 w 21708"/>
                        <a:gd name="T1" fmla="*/ 0 h 21727"/>
                        <a:gd name="T2" fmla="*/ 0 w 21708"/>
                        <a:gd name="T3" fmla="*/ 0 h 21727"/>
                        <a:gd name="T4" fmla="*/ 0 w 21708"/>
                        <a:gd name="T5" fmla="*/ 0 h 21727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708" h="21727" fill="none" extrusionOk="0">
                          <a:moveTo>
                            <a:pt x="21707" y="0"/>
                          </a:moveTo>
                          <a:cubicBezTo>
                            <a:pt x="21707" y="42"/>
                            <a:pt x="21708" y="84"/>
                            <a:pt x="21708" y="127"/>
                          </a:cubicBezTo>
                          <a:cubicBezTo>
                            <a:pt x="21708" y="12056"/>
                            <a:pt x="12037" y="21727"/>
                            <a:pt x="108" y="21727"/>
                          </a:cubicBezTo>
                          <a:cubicBezTo>
                            <a:pt x="72" y="21727"/>
                            <a:pt x="36" y="21726"/>
                            <a:pt x="0" y="21726"/>
                          </a:cubicBezTo>
                        </a:path>
                        <a:path w="21708" h="21727" stroke="0" extrusionOk="0">
                          <a:moveTo>
                            <a:pt x="21707" y="0"/>
                          </a:moveTo>
                          <a:cubicBezTo>
                            <a:pt x="21707" y="42"/>
                            <a:pt x="21708" y="84"/>
                            <a:pt x="21708" y="127"/>
                          </a:cubicBezTo>
                          <a:cubicBezTo>
                            <a:pt x="21708" y="12056"/>
                            <a:pt x="12037" y="21727"/>
                            <a:pt x="108" y="21727"/>
                          </a:cubicBezTo>
                          <a:cubicBezTo>
                            <a:pt x="72" y="21727"/>
                            <a:pt x="36" y="21726"/>
                            <a:pt x="0" y="21726"/>
                          </a:cubicBezTo>
                          <a:lnTo>
                            <a:pt x="108" y="127"/>
                          </a:lnTo>
                          <a:lnTo>
                            <a:pt x="21707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7" name="Arc 20"/>
                    <p:cNvSpPr>
                      <a:spLocks/>
                    </p:cNvSpPr>
                    <p:nvPr/>
                  </p:nvSpPr>
                  <p:spPr bwMode="auto">
                    <a:xfrm>
                      <a:off x="2767" y="1826"/>
                      <a:ext cx="60" cy="24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21506" y="21599"/>
                          </a:moveTo>
                          <a:cubicBezTo>
                            <a:pt x="9613" y="21548"/>
                            <a:pt x="0" y="11892"/>
                            <a:pt x="0" y="0"/>
                          </a:cubicBezTo>
                        </a:path>
                        <a:path w="21600" h="21600" stroke="0" extrusionOk="0">
                          <a:moveTo>
                            <a:pt x="21506" y="21599"/>
                          </a:moveTo>
                          <a:cubicBezTo>
                            <a:pt x="9613" y="21548"/>
                            <a:pt x="0" y="11892"/>
                            <a:pt x="0" y="0"/>
                          </a:cubicBezTo>
                          <a:lnTo>
                            <a:pt x="21600" y="0"/>
                          </a:lnTo>
                          <a:lnTo>
                            <a:pt x="21506" y="21599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113" name="Group 21"/>
                  <p:cNvGrpSpPr>
                    <a:grpSpLocks/>
                  </p:cNvGrpSpPr>
                  <p:nvPr/>
                </p:nvGrpSpPr>
                <p:grpSpPr bwMode="auto">
                  <a:xfrm>
                    <a:off x="2767" y="1810"/>
                    <a:ext cx="120" cy="52"/>
                    <a:chOff x="2767" y="1810"/>
                    <a:chExt cx="120" cy="52"/>
                  </a:xfrm>
                </p:grpSpPr>
                <p:sp>
                  <p:nvSpPr>
                    <p:cNvPr id="114" name="Arc 22"/>
                    <p:cNvSpPr>
                      <a:spLocks/>
                    </p:cNvSpPr>
                    <p:nvPr/>
                  </p:nvSpPr>
                  <p:spPr bwMode="auto">
                    <a:xfrm>
                      <a:off x="2827" y="1810"/>
                      <a:ext cx="60" cy="52"/>
                    </a:xfrm>
                    <a:custGeom>
                      <a:avLst/>
                      <a:gdLst>
                        <a:gd name="T0" fmla="*/ 0 w 21706"/>
                        <a:gd name="T1" fmla="*/ 0 h 21600"/>
                        <a:gd name="T2" fmla="*/ 0 w 21706"/>
                        <a:gd name="T3" fmla="*/ 0 h 21600"/>
                        <a:gd name="T4" fmla="*/ 0 w 21706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706" h="21600" fill="none" extrusionOk="0">
                          <a:moveTo>
                            <a:pt x="0" y="0"/>
                          </a:moveTo>
                          <a:cubicBezTo>
                            <a:pt x="35" y="0"/>
                            <a:pt x="70" y="-1"/>
                            <a:pt x="106" y="0"/>
                          </a:cubicBezTo>
                          <a:cubicBezTo>
                            <a:pt x="11985" y="0"/>
                            <a:pt x="21635" y="9593"/>
                            <a:pt x="21705" y="21473"/>
                          </a:cubicBezTo>
                        </a:path>
                        <a:path w="21706" h="21600" stroke="0" extrusionOk="0">
                          <a:moveTo>
                            <a:pt x="0" y="0"/>
                          </a:moveTo>
                          <a:cubicBezTo>
                            <a:pt x="35" y="0"/>
                            <a:pt x="70" y="-1"/>
                            <a:pt x="106" y="0"/>
                          </a:cubicBezTo>
                          <a:cubicBezTo>
                            <a:pt x="11985" y="0"/>
                            <a:pt x="21635" y="9593"/>
                            <a:pt x="21705" y="21473"/>
                          </a:cubicBezTo>
                          <a:lnTo>
                            <a:pt x="106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5" name="Arc 23"/>
                    <p:cNvSpPr>
                      <a:spLocks/>
                    </p:cNvSpPr>
                    <p:nvPr/>
                  </p:nvSpPr>
                  <p:spPr bwMode="auto">
                    <a:xfrm>
                      <a:off x="2767" y="1810"/>
                      <a:ext cx="60" cy="20"/>
                    </a:xfrm>
                    <a:custGeom>
                      <a:avLst/>
                      <a:gdLst>
                        <a:gd name="T0" fmla="*/ 0 w 21598"/>
                        <a:gd name="T1" fmla="*/ 0 h 21600"/>
                        <a:gd name="T2" fmla="*/ 0 w 21598"/>
                        <a:gd name="T3" fmla="*/ 0 h 21600"/>
                        <a:gd name="T4" fmla="*/ 0 w 21598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598" h="21600" fill="none" extrusionOk="0">
                          <a:moveTo>
                            <a:pt x="0" y="21274"/>
                          </a:moveTo>
                          <a:cubicBezTo>
                            <a:pt x="178" y="9507"/>
                            <a:pt x="9741" y="48"/>
                            <a:pt x="21509" y="0"/>
                          </a:cubicBezTo>
                        </a:path>
                        <a:path w="21598" h="21600" stroke="0" extrusionOk="0">
                          <a:moveTo>
                            <a:pt x="0" y="21274"/>
                          </a:moveTo>
                          <a:cubicBezTo>
                            <a:pt x="178" y="9507"/>
                            <a:pt x="9741" y="48"/>
                            <a:pt x="21509" y="0"/>
                          </a:cubicBezTo>
                          <a:lnTo>
                            <a:pt x="21598" y="21600"/>
                          </a:lnTo>
                          <a:lnTo>
                            <a:pt x="0" y="21274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grpSp>
              <p:nvGrpSpPr>
                <p:cNvPr id="80" name="Group 24"/>
                <p:cNvGrpSpPr>
                  <a:grpSpLocks/>
                </p:cNvGrpSpPr>
                <p:nvPr/>
              </p:nvGrpSpPr>
              <p:grpSpPr bwMode="auto">
                <a:xfrm>
                  <a:off x="2767" y="1742"/>
                  <a:ext cx="120" cy="64"/>
                  <a:chOff x="2767" y="1742"/>
                  <a:chExt cx="120" cy="64"/>
                </a:xfrm>
              </p:grpSpPr>
              <p:grpSp>
                <p:nvGrpSpPr>
                  <p:cNvPr id="106" name="Group 25"/>
                  <p:cNvGrpSpPr>
                    <a:grpSpLocks/>
                  </p:cNvGrpSpPr>
                  <p:nvPr/>
                </p:nvGrpSpPr>
                <p:grpSpPr bwMode="auto">
                  <a:xfrm>
                    <a:off x="2767" y="1742"/>
                    <a:ext cx="120" cy="52"/>
                    <a:chOff x="2767" y="1742"/>
                    <a:chExt cx="120" cy="52"/>
                  </a:xfrm>
                </p:grpSpPr>
                <p:sp>
                  <p:nvSpPr>
                    <p:cNvPr id="110" name="Arc 26"/>
                    <p:cNvSpPr>
                      <a:spLocks/>
                    </p:cNvSpPr>
                    <p:nvPr/>
                  </p:nvSpPr>
                  <p:spPr bwMode="auto">
                    <a:xfrm>
                      <a:off x="2827" y="1742"/>
                      <a:ext cx="60" cy="52"/>
                    </a:xfrm>
                    <a:custGeom>
                      <a:avLst/>
                      <a:gdLst>
                        <a:gd name="T0" fmla="*/ 0 w 21708"/>
                        <a:gd name="T1" fmla="*/ 0 h 21727"/>
                        <a:gd name="T2" fmla="*/ 0 w 21708"/>
                        <a:gd name="T3" fmla="*/ 0 h 21727"/>
                        <a:gd name="T4" fmla="*/ 0 w 21708"/>
                        <a:gd name="T5" fmla="*/ 0 h 21727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708" h="21727" fill="none" extrusionOk="0">
                          <a:moveTo>
                            <a:pt x="21707" y="0"/>
                          </a:moveTo>
                          <a:cubicBezTo>
                            <a:pt x="21707" y="42"/>
                            <a:pt x="21708" y="84"/>
                            <a:pt x="21708" y="127"/>
                          </a:cubicBezTo>
                          <a:cubicBezTo>
                            <a:pt x="21708" y="12056"/>
                            <a:pt x="12037" y="21727"/>
                            <a:pt x="108" y="21727"/>
                          </a:cubicBezTo>
                          <a:cubicBezTo>
                            <a:pt x="72" y="21727"/>
                            <a:pt x="36" y="21726"/>
                            <a:pt x="0" y="21726"/>
                          </a:cubicBezTo>
                        </a:path>
                        <a:path w="21708" h="21727" stroke="0" extrusionOk="0">
                          <a:moveTo>
                            <a:pt x="21707" y="0"/>
                          </a:moveTo>
                          <a:cubicBezTo>
                            <a:pt x="21707" y="42"/>
                            <a:pt x="21708" y="84"/>
                            <a:pt x="21708" y="127"/>
                          </a:cubicBezTo>
                          <a:cubicBezTo>
                            <a:pt x="21708" y="12056"/>
                            <a:pt x="12037" y="21727"/>
                            <a:pt x="108" y="21727"/>
                          </a:cubicBezTo>
                          <a:cubicBezTo>
                            <a:pt x="72" y="21727"/>
                            <a:pt x="36" y="21726"/>
                            <a:pt x="0" y="21726"/>
                          </a:cubicBezTo>
                          <a:lnTo>
                            <a:pt x="108" y="127"/>
                          </a:lnTo>
                          <a:lnTo>
                            <a:pt x="21707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11" name="Arc 27"/>
                    <p:cNvSpPr>
                      <a:spLocks/>
                    </p:cNvSpPr>
                    <p:nvPr/>
                  </p:nvSpPr>
                  <p:spPr bwMode="auto">
                    <a:xfrm>
                      <a:off x="2767" y="1770"/>
                      <a:ext cx="60" cy="24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21506" y="21599"/>
                          </a:moveTo>
                          <a:cubicBezTo>
                            <a:pt x="9613" y="21548"/>
                            <a:pt x="0" y="11892"/>
                            <a:pt x="0" y="0"/>
                          </a:cubicBezTo>
                        </a:path>
                        <a:path w="21600" h="21600" stroke="0" extrusionOk="0">
                          <a:moveTo>
                            <a:pt x="21506" y="21599"/>
                          </a:moveTo>
                          <a:cubicBezTo>
                            <a:pt x="9613" y="21548"/>
                            <a:pt x="0" y="11892"/>
                            <a:pt x="0" y="0"/>
                          </a:cubicBezTo>
                          <a:lnTo>
                            <a:pt x="21600" y="0"/>
                          </a:lnTo>
                          <a:lnTo>
                            <a:pt x="21506" y="21599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107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2767" y="1754"/>
                    <a:ext cx="120" cy="52"/>
                    <a:chOff x="2767" y="1754"/>
                    <a:chExt cx="120" cy="52"/>
                  </a:xfrm>
                </p:grpSpPr>
                <p:sp>
                  <p:nvSpPr>
                    <p:cNvPr id="108" name="Arc 29"/>
                    <p:cNvSpPr>
                      <a:spLocks/>
                    </p:cNvSpPr>
                    <p:nvPr/>
                  </p:nvSpPr>
                  <p:spPr bwMode="auto">
                    <a:xfrm>
                      <a:off x="2827" y="1754"/>
                      <a:ext cx="60" cy="52"/>
                    </a:xfrm>
                    <a:custGeom>
                      <a:avLst/>
                      <a:gdLst>
                        <a:gd name="T0" fmla="*/ 0 w 21706"/>
                        <a:gd name="T1" fmla="*/ 0 h 21600"/>
                        <a:gd name="T2" fmla="*/ 0 w 21706"/>
                        <a:gd name="T3" fmla="*/ 0 h 21600"/>
                        <a:gd name="T4" fmla="*/ 0 w 21706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706" h="21600" fill="none" extrusionOk="0">
                          <a:moveTo>
                            <a:pt x="0" y="0"/>
                          </a:moveTo>
                          <a:cubicBezTo>
                            <a:pt x="35" y="0"/>
                            <a:pt x="70" y="-1"/>
                            <a:pt x="106" y="0"/>
                          </a:cubicBezTo>
                          <a:cubicBezTo>
                            <a:pt x="11985" y="0"/>
                            <a:pt x="21635" y="9593"/>
                            <a:pt x="21705" y="21473"/>
                          </a:cubicBezTo>
                        </a:path>
                        <a:path w="21706" h="21600" stroke="0" extrusionOk="0">
                          <a:moveTo>
                            <a:pt x="0" y="0"/>
                          </a:moveTo>
                          <a:cubicBezTo>
                            <a:pt x="35" y="0"/>
                            <a:pt x="70" y="-1"/>
                            <a:pt x="106" y="0"/>
                          </a:cubicBezTo>
                          <a:cubicBezTo>
                            <a:pt x="11985" y="0"/>
                            <a:pt x="21635" y="9593"/>
                            <a:pt x="21705" y="21473"/>
                          </a:cubicBezTo>
                          <a:lnTo>
                            <a:pt x="106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9" name="Arc 30"/>
                    <p:cNvSpPr>
                      <a:spLocks/>
                    </p:cNvSpPr>
                    <p:nvPr/>
                  </p:nvSpPr>
                  <p:spPr bwMode="auto">
                    <a:xfrm>
                      <a:off x="2767" y="1754"/>
                      <a:ext cx="60" cy="20"/>
                    </a:xfrm>
                    <a:custGeom>
                      <a:avLst/>
                      <a:gdLst>
                        <a:gd name="T0" fmla="*/ 0 w 21598"/>
                        <a:gd name="T1" fmla="*/ 0 h 21600"/>
                        <a:gd name="T2" fmla="*/ 0 w 21598"/>
                        <a:gd name="T3" fmla="*/ 0 h 21600"/>
                        <a:gd name="T4" fmla="*/ 0 w 21598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598" h="21600" fill="none" extrusionOk="0">
                          <a:moveTo>
                            <a:pt x="0" y="21274"/>
                          </a:moveTo>
                          <a:cubicBezTo>
                            <a:pt x="178" y="9507"/>
                            <a:pt x="9741" y="48"/>
                            <a:pt x="21509" y="0"/>
                          </a:cubicBezTo>
                        </a:path>
                        <a:path w="21598" h="21600" stroke="0" extrusionOk="0">
                          <a:moveTo>
                            <a:pt x="0" y="21274"/>
                          </a:moveTo>
                          <a:cubicBezTo>
                            <a:pt x="178" y="9507"/>
                            <a:pt x="9741" y="48"/>
                            <a:pt x="21509" y="0"/>
                          </a:cubicBezTo>
                          <a:lnTo>
                            <a:pt x="21598" y="21600"/>
                          </a:lnTo>
                          <a:lnTo>
                            <a:pt x="0" y="21274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grpSp>
              <p:nvGrpSpPr>
                <p:cNvPr id="81" name="Group 31"/>
                <p:cNvGrpSpPr>
                  <a:grpSpLocks/>
                </p:cNvGrpSpPr>
                <p:nvPr/>
              </p:nvGrpSpPr>
              <p:grpSpPr bwMode="auto">
                <a:xfrm>
                  <a:off x="2767" y="1686"/>
                  <a:ext cx="120" cy="60"/>
                  <a:chOff x="2767" y="1686"/>
                  <a:chExt cx="120" cy="60"/>
                </a:xfrm>
              </p:grpSpPr>
              <p:grpSp>
                <p:nvGrpSpPr>
                  <p:cNvPr id="100" name="Group 32"/>
                  <p:cNvGrpSpPr>
                    <a:grpSpLocks/>
                  </p:cNvGrpSpPr>
                  <p:nvPr/>
                </p:nvGrpSpPr>
                <p:grpSpPr bwMode="auto">
                  <a:xfrm>
                    <a:off x="2767" y="1686"/>
                    <a:ext cx="120" cy="52"/>
                    <a:chOff x="2767" y="1686"/>
                    <a:chExt cx="120" cy="52"/>
                  </a:xfrm>
                </p:grpSpPr>
                <p:sp>
                  <p:nvSpPr>
                    <p:cNvPr id="104" name="Arc 33"/>
                    <p:cNvSpPr>
                      <a:spLocks/>
                    </p:cNvSpPr>
                    <p:nvPr/>
                  </p:nvSpPr>
                  <p:spPr bwMode="auto">
                    <a:xfrm>
                      <a:off x="2827" y="1686"/>
                      <a:ext cx="60" cy="52"/>
                    </a:xfrm>
                    <a:custGeom>
                      <a:avLst/>
                      <a:gdLst>
                        <a:gd name="T0" fmla="*/ 0 w 21708"/>
                        <a:gd name="T1" fmla="*/ 0 h 21727"/>
                        <a:gd name="T2" fmla="*/ 0 w 21708"/>
                        <a:gd name="T3" fmla="*/ 0 h 21727"/>
                        <a:gd name="T4" fmla="*/ 0 w 21708"/>
                        <a:gd name="T5" fmla="*/ 0 h 21727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708" h="21727" fill="none" extrusionOk="0">
                          <a:moveTo>
                            <a:pt x="21707" y="0"/>
                          </a:moveTo>
                          <a:cubicBezTo>
                            <a:pt x="21707" y="42"/>
                            <a:pt x="21708" y="84"/>
                            <a:pt x="21708" y="127"/>
                          </a:cubicBezTo>
                          <a:cubicBezTo>
                            <a:pt x="21708" y="12056"/>
                            <a:pt x="12037" y="21727"/>
                            <a:pt x="108" y="21727"/>
                          </a:cubicBezTo>
                          <a:cubicBezTo>
                            <a:pt x="72" y="21727"/>
                            <a:pt x="36" y="21726"/>
                            <a:pt x="0" y="21726"/>
                          </a:cubicBezTo>
                        </a:path>
                        <a:path w="21708" h="21727" stroke="0" extrusionOk="0">
                          <a:moveTo>
                            <a:pt x="21707" y="0"/>
                          </a:moveTo>
                          <a:cubicBezTo>
                            <a:pt x="21707" y="42"/>
                            <a:pt x="21708" y="84"/>
                            <a:pt x="21708" y="127"/>
                          </a:cubicBezTo>
                          <a:cubicBezTo>
                            <a:pt x="21708" y="12056"/>
                            <a:pt x="12037" y="21727"/>
                            <a:pt x="108" y="21727"/>
                          </a:cubicBezTo>
                          <a:cubicBezTo>
                            <a:pt x="72" y="21727"/>
                            <a:pt x="36" y="21726"/>
                            <a:pt x="0" y="21726"/>
                          </a:cubicBezTo>
                          <a:lnTo>
                            <a:pt x="108" y="127"/>
                          </a:lnTo>
                          <a:lnTo>
                            <a:pt x="21707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5" name="Arc 34"/>
                    <p:cNvSpPr>
                      <a:spLocks/>
                    </p:cNvSpPr>
                    <p:nvPr/>
                  </p:nvSpPr>
                  <p:spPr bwMode="auto">
                    <a:xfrm>
                      <a:off x="2767" y="1714"/>
                      <a:ext cx="60" cy="24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21506" y="21599"/>
                          </a:moveTo>
                          <a:cubicBezTo>
                            <a:pt x="9613" y="21548"/>
                            <a:pt x="0" y="11892"/>
                            <a:pt x="0" y="0"/>
                          </a:cubicBezTo>
                        </a:path>
                        <a:path w="21600" h="21600" stroke="0" extrusionOk="0">
                          <a:moveTo>
                            <a:pt x="21506" y="21599"/>
                          </a:moveTo>
                          <a:cubicBezTo>
                            <a:pt x="9613" y="21548"/>
                            <a:pt x="0" y="11892"/>
                            <a:pt x="0" y="0"/>
                          </a:cubicBezTo>
                          <a:lnTo>
                            <a:pt x="21600" y="0"/>
                          </a:lnTo>
                          <a:lnTo>
                            <a:pt x="21506" y="21599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101" name="Group 35"/>
                  <p:cNvGrpSpPr>
                    <a:grpSpLocks/>
                  </p:cNvGrpSpPr>
                  <p:nvPr/>
                </p:nvGrpSpPr>
                <p:grpSpPr bwMode="auto">
                  <a:xfrm>
                    <a:off x="2767" y="1698"/>
                    <a:ext cx="120" cy="48"/>
                    <a:chOff x="2767" y="1698"/>
                    <a:chExt cx="120" cy="48"/>
                  </a:xfrm>
                </p:grpSpPr>
                <p:sp>
                  <p:nvSpPr>
                    <p:cNvPr id="102" name="Arc 36"/>
                    <p:cNvSpPr>
                      <a:spLocks/>
                    </p:cNvSpPr>
                    <p:nvPr/>
                  </p:nvSpPr>
                  <p:spPr bwMode="auto">
                    <a:xfrm>
                      <a:off x="2827" y="1698"/>
                      <a:ext cx="60" cy="48"/>
                    </a:xfrm>
                    <a:custGeom>
                      <a:avLst/>
                      <a:gdLst>
                        <a:gd name="T0" fmla="*/ 0 w 21705"/>
                        <a:gd name="T1" fmla="*/ 0 h 21600"/>
                        <a:gd name="T2" fmla="*/ 0 w 21705"/>
                        <a:gd name="T3" fmla="*/ 0 h 21600"/>
                        <a:gd name="T4" fmla="*/ 0 w 21705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705" h="21600" fill="none" extrusionOk="0">
                          <a:moveTo>
                            <a:pt x="0" y="0"/>
                          </a:moveTo>
                          <a:cubicBezTo>
                            <a:pt x="35" y="0"/>
                            <a:pt x="70" y="-1"/>
                            <a:pt x="105" y="0"/>
                          </a:cubicBezTo>
                          <a:cubicBezTo>
                            <a:pt x="12034" y="0"/>
                            <a:pt x="21705" y="9670"/>
                            <a:pt x="21705" y="21600"/>
                          </a:cubicBezTo>
                        </a:path>
                        <a:path w="21705" h="21600" stroke="0" extrusionOk="0">
                          <a:moveTo>
                            <a:pt x="0" y="0"/>
                          </a:moveTo>
                          <a:cubicBezTo>
                            <a:pt x="35" y="0"/>
                            <a:pt x="70" y="-1"/>
                            <a:pt x="105" y="0"/>
                          </a:cubicBezTo>
                          <a:cubicBezTo>
                            <a:pt x="12034" y="0"/>
                            <a:pt x="21705" y="9670"/>
                            <a:pt x="21705" y="21600"/>
                          </a:cubicBezTo>
                          <a:lnTo>
                            <a:pt x="105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3" name="Arc 37"/>
                    <p:cNvSpPr>
                      <a:spLocks/>
                    </p:cNvSpPr>
                    <p:nvPr/>
                  </p:nvSpPr>
                  <p:spPr bwMode="auto">
                    <a:xfrm>
                      <a:off x="2767" y="1698"/>
                      <a:ext cx="60" cy="20"/>
                    </a:xfrm>
                    <a:custGeom>
                      <a:avLst/>
                      <a:gdLst>
                        <a:gd name="T0" fmla="*/ 0 w 21598"/>
                        <a:gd name="T1" fmla="*/ 0 h 21600"/>
                        <a:gd name="T2" fmla="*/ 0 w 21598"/>
                        <a:gd name="T3" fmla="*/ 0 h 21600"/>
                        <a:gd name="T4" fmla="*/ 0 w 21598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598" h="21600" fill="none" extrusionOk="0">
                          <a:moveTo>
                            <a:pt x="0" y="21274"/>
                          </a:moveTo>
                          <a:cubicBezTo>
                            <a:pt x="178" y="9507"/>
                            <a:pt x="9741" y="48"/>
                            <a:pt x="21509" y="0"/>
                          </a:cubicBezTo>
                        </a:path>
                        <a:path w="21598" h="21600" stroke="0" extrusionOk="0">
                          <a:moveTo>
                            <a:pt x="0" y="21274"/>
                          </a:moveTo>
                          <a:cubicBezTo>
                            <a:pt x="178" y="9507"/>
                            <a:pt x="9741" y="48"/>
                            <a:pt x="21509" y="0"/>
                          </a:cubicBezTo>
                          <a:lnTo>
                            <a:pt x="21598" y="21600"/>
                          </a:lnTo>
                          <a:lnTo>
                            <a:pt x="0" y="21274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grpSp>
              <p:nvGrpSpPr>
                <p:cNvPr id="82" name="Group 38"/>
                <p:cNvGrpSpPr>
                  <a:grpSpLocks/>
                </p:cNvGrpSpPr>
                <p:nvPr/>
              </p:nvGrpSpPr>
              <p:grpSpPr bwMode="auto">
                <a:xfrm>
                  <a:off x="2767" y="1630"/>
                  <a:ext cx="120" cy="56"/>
                  <a:chOff x="2767" y="1630"/>
                  <a:chExt cx="120" cy="56"/>
                </a:xfrm>
              </p:grpSpPr>
              <p:grpSp>
                <p:nvGrpSpPr>
                  <p:cNvPr id="94" name="Group 39"/>
                  <p:cNvGrpSpPr>
                    <a:grpSpLocks/>
                  </p:cNvGrpSpPr>
                  <p:nvPr/>
                </p:nvGrpSpPr>
                <p:grpSpPr bwMode="auto">
                  <a:xfrm>
                    <a:off x="2767" y="1630"/>
                    <a:ext cx="120" cy="52"/>
                    <a:chOff x="2767" y="1630"/>
                    <a:chExt cx="120" cy="52"/>
                  </a:xfrm>
                </p:grpSpPr>
                <p:sp>
                  <p:nvSpPr>
                    <p:cNvPr id="98" name="Arc 40"/>
                    <p:cNvSpPr>
                      <a:spLocks/>
                    </p:cNvSpPr>
                    <p:nvPr/>
                  </p:nvSpPr>
                  <p:spPr bwMode="auto">
                    <a:xfrm>
                      <a:off x="2827" y="1630"/>
                      <a:ext cx="60" cy="52"/>
                    </a:xfrm>
                    <a:custGeom>
                      <a:avLst/>
                      <a:gdLst>
                        <a:gd name="T0" fmla="*/ 0 w 21708"/>
                        <a:gd name="T1" fmla="*/ 0 h 21727"/>
                        <a:gd name="T2" fmla="*/ 0 w 21708"/>
                        <a:gd name="T3" fmla="*/ 0 h 21727"/>
                        <a:gd name="T4" fmla="*/ 0 w 21708"/>
                        <a:gd name="T5" fmla="*/ 0 h 21727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708" h="21727" fill="none" extrusionOk="0">
                          <a:moveTo>
                            <a:pt x="21707" y="0"/>
                          </a:moveTo>
                          <a:cubicBezTo>
                            <a:pt x="21707" y="42"/>
                            <a:pt x="21708" y="84"/>
                            <a:pt x="21708" y="127"/>
                          </a:cubicBezTo>
                          <a:cubicBezTo>
                            <a:pt x="21708" y="12056"/>
                            <a:pt x="12037" y="21727"/>
                            <a:pt x="108" y="21727"/>
                          </a:cubicBezTo>
                          <a:cubicBezTo>
                            <a:pt x="72" y="21727"/>
                            <a:pt x="36" y="21726"/>
                            <a:pt x="0" y="21726"/>
                          </a:cubicBezTo>
                        </a:path>
                        <a:path w="21708" h="21727" stroke="0" extrusionOk="0">
                          <a:moveTo>
                            <a:pt x="21707" y="0"/>
                          </a:moveTo>
                          <a:cubicBezTo>
                            <a:pt x="21707" y="42"/>
                            <a:pt x="21708" y="84"/>
                            <a:pt x="21708" y="127"/>
                          </a:cubicBezTo>
                          <a:cubicBezTo>
                            <a:pt x="21708" y="12056"/>
                            <a:pt x="12037" y="21727"/>
                            <a:pt x="108" y="21727"/>
                          </a:cubicBezTo>
                          <a:cubicBezTo>
                            <a:pt x="72" y="21727"/>
                            <a:pt x="36" y="21726"/>
                            <a:pt x="0" y="21726"/>
                          </a:cubicBezTo>
                          <a:lnTo>
                            <a:pt x="108" y="127"/>
                          </a:lnTo>
                          <a:lnTo>
                            <a:pt x="21707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99" name="Arc 41"/>
                    <p:cNvSpPr>
                      <a:spLocks/>
                    </p:cNvSpPr>
                    <p:nvPr/>
                  </p:nvSpPr>
                  <p:spPr bwMode="auto">
                    <a:xfrm>
                      <a:off x="2767" y="1658"/>
                      <a:ext cx="60" cy="24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21506" y="21599"/>
                          </a:moveTo>
                          <a:cubicBezTo>
                            <a:pt x="9613" y="21548"/>
                            <a:pt x="0" y="11892"/>
                            <a:pt x="0" y="0"/>
                          </a:cubicBezTo>
                        </a:path>
                        <a:path w="21600" h="21600" stroke="0" extrusionOk="0">
                          <a:moveTo>
                            <a:pt x="21506" y="21599"/>
                          </a:moveTo>
                          <a:cubicBezTo>
                            <a:pt x="9613" y="21548"/>
                            <a:pt x="0" y="11892"/>
                            <a:pt x="0" y="0"/>
                          </a:cubicBezTo>
                          <a:lnTo>
                            <a:pt x="21600" y="0"/>
                          </a:lnTo>
                          <a:lnTo>
                            <a:pt x="21506" y="21599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95" name="Group 42"/>
                  <p:cNvGrpSpPr>
                    <a:grpSpLocks/>
                  </p:cNvGrpSpPr>
                  <p:nvPr/>
                </p:nvGrpSpPr>
                <p:grpSpPr bwMode="auto">
                  <a:xfrm>
                    <a:off x="2767" y="1634"/>
                    <a:ext cx="120" cy="52"/>
                    <a:chOff x="2767" y="1634"/>
                    <a:chExt cx="120" cy="52"/>
                  </a:xfrm>
                </p:grpSpPr>
                <p:sp>
                  <p:nvSpPr>
                    <p:cNvPr id="96" name="Arc 43"/>
                    <p:cNvSpPr>
                      <a:spLocks/>
                    </p:cNvSpPr>
                    <p:nvPr/>
                  </p:nvSpPr>
                  <p:spPr bwMode="auto">
                    <a:xfrm>
                      <a:off x="2827" y="1634"/>
                      <a:ext cx="60" cy="52"/>
                    </a:xfrm>
                    <a:custGeom>
                      <a:avLst/>
                      <a:gdLst>
                        <a:gd name="T0" fmla="*/ 0 w 21706"/>
                        <a:gd name="T1" fmla="*/ 0 h 21600"/>
                        <a:gd name="T2" fmla="*/ 0 w 21706"/>
                        <a:gd name="T3" fmla="*/ 0 h 21600"/>
                        <a:gd name="T4" fmla="*/ 0 w 21706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706" h="21600" fill="none" extrusionOk="0">
                          <a:moveTo>
                            <a:pt x="0" y="0"/>
                          </a:moveTo>
                          <a:cubicBezTo>
                            <a:pt x="35" y="0"/>
                            <a:pt x="70" y="-1"/>
                            <a:pt x="106" y="0"/>
                          </a:cubicBezTo>
                          <a:cubicBezTo>
                            <a:pt x="11985" y="0"/>
                            <a:pt x="21635" y="9593"/>
                            <a:pt x="21705" y="21473"/>
                          </a:cubicBezTo>
                        </a:path>
                        <a:path w="21706" h="21600" stroke="0" extrusionOk="0">
                          <a:moveTo>
                            <a:pt x="0" y="0"/>
                          </a:moveTo>
                          <a:cubicBezTo>
                            <a:pt x="35" y="0"/>
                            <a:pt x="70" y="-1"/>
                            <a:pt x="106" y="0"/>
                          </a:cubicBezTo>
                          <a:cubicBezTo>
                            <a:pt x="11985" y="0"/>
                            <a:pt x="21635" y="9593"/>
                            <a:pt x="21705" y="21473"/>
                          </a:cubicBezTo>
                          <a:lnTo>
                            <a:pt x="106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97" name="Arc 44"/>
                    <p:cNvSpPr>
                      <a:spLocks/>
                    </p:cNvSpPr>
                    <p:nvPr/>
                  </p:nvSpPr>
                  <p:spPr bwMode="auto">
                    <a:xfrm>
                      <a:off x="2767" y="1634"/>
                      <a:ext cx="60" cy="24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0" y="21600"/>
                          </a:moveTo>
                          <a:cubicBezTo>
                            <a:pt x="0" y="9707"/>
                            <a:pt x="9613" y="51"/>
                            <a:pt x="21506" y="0"/>
                          </a:cubicBezTo>
                        </a:path>
                        <a:path w="21600" h="21600" stroke="0" extrusionOk="0">
                          <a:moveTo>
                            <a:pt x="0" y="21600"/>
                          </a:moveTo>
                          <a:cubicBezTo>
                            <a:pt x="0" y="9707"/>
                            <a:pt x="9613" y="51"/>
                            <a:pt x="21506" y="0"/>
                          </a:cubicBezTo>
                          <a:lnTo>
                            <a:pt x="21600" y="21600"/>
                          </a:ln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grpSp>
              <p:nvGrpSpPr>
                <p:cNvPr id="83" name="Group 45"/>
                <p:cNvGrpSpPr>
                  <a:grpSpLocks/>
                </p:cNvGrpSpPr>
                <p:nvPr/>
              </p:nvGrpSpPr>
              <p:grpSpPr bwMode="auto">
                <a:xfrm>
                  <a:off x="2767" y="1570"/>
                  <a:ext cx="120" cy="60"/>
                  <a:chOff x="2767" y="1570"/>
                  <a:chExt cx="120" cy="60"/>
                </a:xfrm>
              </p:grpSpPr>
              <p:grpSp>
                <p:nvGrpSpPr>
                  <p:cNvPr id="88" name="Group 46"/>
                  <p:cNvGrpSpPr>
                    <a:grpSpLocks/>
                  </p:cNvGrpSpPr>
                  <p:nvPr/>
                </p:nvGrpSpPr>
                <p:grpSpPr bwMode="auto">
                  <a:xfrm>
                    <a:off x="2767" y="1570"/>
                    <a:ext cx="120" cy="48"/>
                    <a:chOff x="2767" y="1570"/>
                    <a:chExt cx="120" cy="48"/>
                  </a:xfrm>
                </p:grpSpPr>
                <p:sp>
                  <p:nvSpPr>
                    <p:cNvPr id="92" name="Arc 47"/>
                    <p:cNvSpPr>
                      <a:spLocks/>
                    </p:cNvSpPr>
                    <p:nvPr/>
                  </p:nvSpPr>
                  <p:spPr bwMode="auto">
                    <a:xfrm>
                      <a:off x="2827" y="1570"/>
                      <a:ext cx="60" cy="48"/>
                    </a:xfrm>
                    <a:custGeom>
                      <a:avLst/>
                      <a:gdLst>
                        <a:gd name="T0" fmla="*/ 0 w 21707"/>
                        <a:gd name="T1" fmla="*/ 0 h 21600"/>
                        <a:gd name="T2" fmla="*/ 0 w 21707"/>
                        <a:gd name="T3" fmla="*/ 0 h 21600"/>
                        <a:gd name="T4" fmla="*/ 0 w 21707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707" h="21600" fill="none" extrusionOk="0">
                          <a:moveTo>
                            <a:pt x="21707" y="0"/>
                          </a:moveTo>
                          <a:cubicBezTo>
                            <a:pt x="21707" y="11929"/>
                            <a:pt x="12036" y="21600"/>
                            <a:pt x="107" y="21600"/>
                          </a:cubicBezTo>
                          <a:cubicBezTo>
                            <a:pt x="71" y="21600"/>
                            <a:pt x="35" y="21599"/>
                            <a:pt x="0" y="21599"/>
                          </a:cubicBezTo>
                        </a:path>
                        <a:path w="21707" h="21600" stroke="0" extrusionOk="0">
                          <a:moveTo>
                            <a:pt x="21707" y="0"/>
                          </a:moveTo>
                          <a:cubicBezTo>
                            <a:pt x="21707" y="11929"/>
                            <a:pt x="12036" y="21600"/>
                            <a:pt x="107" y="21600"/>
                          </a:cubicBezTo>
                          <a:cubicBezTo>
                            <a:pt x="71" y="21600"/>
                            <a:pt x="35" y="21599"/>
                            <a:pt x="0" y="21599"/>
                          </a:cubicBezTo>
                          <a:lnTo>
                            <a:pt x="107" y="0"/>
                          </a:lnTo>
                          <a:lnTo>
                            <a:pt x="21707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93" name="Arc 48"/>
                    <p:cNvSpPr>
                      <a:spLocks/>
                    </p:cNvSpPr>
                    <p:nvPr/>
                  </p:nvSpPr>
                  <p:spPr bwMode="auto">
                    <a:xfrm>
                      <a:off x="2767" y="1598"/>
                      <a:ext cx="60" cy="20"/>
                    </a:xfrm>
                    <a:custGeom>
                      <a:avLst/>
                      <a:gdLst>
                        <a:gd name="T0" fmla="*/ 0 w 21600"/>
                        <a:gd name="T1" fmla="*/ 0 h 21926"/>
                        <a:gd name="T2" fmla="*/ 0 w 21600"/>
                        <a:gd name="T3" fmla="*/ 0 h 21926"/>
                        <a:gd name="T4" fmla="*/ 0 w 21600"/>
                        <a:gd name="T5" fmla="*/ 0 h 21926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926" fill="none" extrusionOk="0">
                          <a:moveTo>
                            <a:pt x="21509" y="21925"/>
                          </a:moveTo>
                          <a:cubicBezTo>
                            <a:pt x="9615" y="21875"/>
                            <a:pt x="0" y="12219"/>
                            <a:pt x="0" y="326"/>
                          </a:cubicBezTo>
                          <a:cubicBezTo>
                            <a:pt x="-1" y="217"/>
                            <a:pt x="0" y="108"/>
                            <a:pt x="2" y="0"/>
                          </a:cubicBezTo>
                        </a:path>
                        <a:path w="21600" h="21926" stroke="0" extrusionOk="0">
                          <a:moveTo>
                            <a:pt x="21509" y="21925"/>
                          </a:moveTo>
                          <a:cubicBezTo>
                            <a:pt x="9615" y="21875"/>
                            <a:pt x="0" y="12219"/>
                            <a:pt x="0" y="326"/>
                          </a:cubicBezTo>
                          <a:cubicBezTo>
                            <a:pt x="-1" y="217"/>
                            <a:pt x="0" y="108"/>
                            <a:pt x="2" y="0"/>
                          </a:cubicBezTo>
                          <a:lnTo>
                            <a:pt x="21600" y="326"/>
                          </a:lnTo>
                          <a:lnTo>
                            <a:pt x="21509" y="21925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89" name="Group 49"/>
                  <p:cNvGrpSpPr>
                    <a:grpSpLocks/>
                  </p:cNvGrpSpPr>
                  <p:nvPr/>
                </p:nvGrpSpPr>
                <p:grpSpPr bwMode="auto">
                  <a:xfrm>
                    <a:off x="2767" y="1578"/>
                    <a:ext cx="120" cy="52"/>
                    <a:chOff x="2767" y="1578"/>
                    <a:chExt cx="120" cy="52"/>
                  </a:xfrm>
                </p:grpSpPr>
                <p:sp>
                  <p:nvSpPr>
                    <p:cNvPr id="90" name="Arc 50"/>
                    <p:cNvSpPr>
                      <a:spLocks/>
                    </p:cNvSpPr>
                    <p:nvPr/>
                  </p:nvSpPr>
                  <p:spPr bwMode="auto">
                    <a:xfrm>
                      <a:off x="2827" y="1578"/>
                      <a:ext cx="60" cy="52"/>
                    </a:xfrm>
                    <a:custGeom>
                      <a:avLst/>
                      <a:gdLst>
                        <a:gd name="T0" fmla="*/ 0 w 21706"/>
                        <a:gd name="T1" fmla="*/ 0 h 21600"/>
                        <a:gd name="T2" fmla="*/ 0 w 21706"/>
                        <a:gd name="T3" fmla="*/ 0 h 21600"/>
                        <a:gd name="T4" fmla="*/ 0 w 21706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706" h="21600" fill="none" extrusionOk="0">
                          <a:moveTo>
                            <a:pt x="0" y="0"/>
                          </a:moveTo>
                          <a:cubicBezTo>
                            <a:pt x="35" y="0"/>
                            <a:pt x="70" y="-1"/>
                            <a:pt x="106" y="0"/>
                          </a:cubicBezTo>
                          <a:cubicBezTo>
                            <a:pt x="11985" y="0"/>
                            <a:pt x="21635" y="9593"/>
                            <a:pt x="21705" y="21473"/>
                          </a:cubicBezTo>
                        </a:path>
                        <a:path w="21706" h="21600" stroke="0" extrusionOk="0">
                          <a:moveTo>
                            <a:pt x="0" y="0"/>
                          </a:moveTo>
                          <a:cubicBezTo>
                            <a:pt x="35" y="0"/>
                            <a:pt x="70" y="-1"/>
                            <a:pt x="106" y="0"/>
                          </a:cubicBezTo>
                          <a:cubicBezTo>
                            <a:pt x="11985" y="0"/>
                            <a:pt x="21635" y="9593"/>
                            <a:pt x="21705" y="21473"/>
                          </a:cubicBezTo>
                          <a:lnTo>
                            <a:pt x="106" y="2160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91" name="Arc 51"/>
                    <p:cNvSpPr>
                      <a:spLocks/>
                    </p:cNvSpPr>
                    <p:nvPr/>
                  </p:nvSpPr>
                  <p:spPr bwMode="auto">
                    <a:xfrm>
                      <a:off x="2767" y="1578"/>
                      <a:ext cx="60" cy="24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0" y="21600"/>
                          </a:moveTo>
                          <a:cubicBezTo>
                            <a:pt x="0" y="9707"/>
                            <a:pt x="9613" y="51"/>
                            <a:pt x="21506" y="0"/>
                          </a:cubicBezTo>
                        </a:path>
                        <a:path w="21600" h="21600" stroke="0" extrusionOk="0">
                          <a:moveTo>
                            <a:pt x="0" y="21600"/>
                          </a:moveTo>
                          <a:cubicBezTo>
                            <a:pt x="0" y="9707"/>
                            <a:pt x="9613" y="51"/>
                            <a:pt x="21506" y="0"/>
                          </a:cubicBezTo>
                          <a:lnTo>
                            <a:pt x="21600" y="21600"/>
                          </a:ln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sp>
              <p:nvSpPr>
                <p:cNvPr id="84" name="Arc 52"/>
                <p:cNvSpPr>
                  <a:spLocks/>
                </p:cNvSpPr>
                <p:nvPr/>
              </p:nvSpPr>
              <p:spPr bwMode="auto">
                <a:xfrm>
                  <a:off x="2827" y="1522"/>
                  <a:ext cx="60" cy="52"/>
                </a:xfrm>
                <a:custGeom>
                  <a:avLst/>
                  <a:gdLst>
                    <a:gd name="T0" fmla="*/ 0 w 21706"/>
                    <a:gd name="T1" fmla="*/ 0 h 21600"/>
                    <a:gd name="T2" fmla="*/ 0 w 21706"/>
                    <a:gd name="T3" fmla="*/ 0 h 21600"/>
                    <a:gd name="T4" fmla="*/ 0 w 21706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706" h="21600" fill="none" extrusionOk="0">
                      <a:moveTo>
                        <a:pt x="0" y="0"/>
                      </a:moveTo>
                      <a:cubicBezTo>
                        <a:pt x="35" y="0"/>
                        <a:pt x="70" y="-1"/>
                        <a:pt x="106" y="0"/>
                      </a:cubicBezTo>
                      <a:cubicBezTo>
                        <a:pt x="11985" y="0"/>
                        <a:pt x="21635" y="9593"/>
                        <a:pt x="21705" y="21473"/>
                      </a:cubicBezTo>
                    </a:path>
                    <a:path w="21706" h="21600" stroke="0" extrusionOk="0">
                      <a:moveTo>
                        <a:pt x="0" y="0"/>
                      </a:moveTo>
                      <a:cubicBezTo>
                        <a:pt x="35" y="0"/>
                        <a:pt x="70" y="-1"/>
                        <a:pt x="106" y="0"/>
                      </a:cubicBezTo>
                      <a:cubicBezTo>
                        <a:pt x="11985" y="0"/>
                        <a:pt x="21635" y="9593"/>
                        <a:pt x="21705" y="21473"/>
                      </a:cubicBezTo>
                      <a:lnTo>
                        <a:pt x="106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85" name="Arc 53"/>
                <p:cNvSpPr>
                  <a:spLocks/>
                </p:cNvSpPr>
                <p:nvPr/>
              </p:nvSpPr>
              <p:spPr bwMode="auto">
                <a:xfrm>
                  <a:off x="2827" y="1910"/>
                  <a:ext cx="60" cy="52"/>
                </a:xfrm>
                <a:custGeom>
                  <a:avLst/>
                  <a:gdLst>
                    <a:gd name="T0" fmla="*/ 0 w 21708"/>
                    <a:gd name="T1" fmla="*/ 0 h 21727"/>
                    <a:gd name="T2" fmla="*/ 0 w 21708"/>
                    <a:gd name="T3" fmla="*/ 0 h 21727"/>
                    <a:gd name="T4" fmla="*/ 0 w 21708"/>
                    <a:gd name="T5" fmla="*/ 0 h 2172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708" h="21727" fill="none" extrusionOk="0">
                      <a:moveTo>
                        <a:pt x="21707" y="0"/>
                      </a:moveTo>
                      <a:cubicBezTo>
                        <a:pt x="21707" y="42"/>
                        <a:pt x="21708" y="84"/>
                        <a:pt x="21708" y="127"/>
                      </a:cubicBezTo>
                      <a:cubicBezTo>
                        <a:pt x="21708" y="12056"/>
                        <a:pt x="12037" y="21727"/>
                        <a:pt x="108" y="21727"/>
                      </a:cubicBezTo>
                      <a:cubicBezTo>
                        <a:pt x="72" y="21727"/>
                        <a:pt x="36" y="21726"/>
                        <a:pt x="0" y="21726"/>
                      </a:cubicBezTo>
                    </a:path>
                    <a:path w="21708" h="21727" stroke="0" extrusionOk="0">
                      <a:moveTo>
                        <a:pt x="21707" y="0"/>
                      </a:moveTo>
                      <a:cubicBezTo>
                        <a:pt x="21707" y="42"/>
                        <a:pt x="21708" y="84"/>
                        <a:pt x="21708" y="127"/>
                      </a:cubicBezTo>
                      <a:cubicBezTo>
                        <a:pt x="21708" y="12056"/>
                        <a:pt x="12037" y="21727"/>
                        <a:pt x="108" y="21727"/>
                      </a:cubicBezTo>
                      <a:cubicBezTo>
                        <a:pt x="72" y="21727"/>
                        <a:pt x="36" y="21726"/>
                        <a:pt x="0" y="21726"/>
                      </a:cubicBezTo>
                      <a:lnTo>
                        <a:pt x="108" y="127"/>
                      </a:lnTo>
                      <a:lnTo>
                        <a:pt x="21707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86" name="Line 54"/>
                <p:cNvSpPr>
                  <a:spLocks noChangeShapeType="1"/>
                </p:cNvSpPr>
                <p:nvPr/>
              </p:nvSpPr>
              <p:spPr bwMode="auto">
                <a:xfrm flipV="1">
                  <a:off x="2823" y="1482"/>
                  <a:ext cx="1" cy="4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87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2823" y="1962"/>
                  <a:ext cx="1" cy="4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25" name="Line 56"/>
              <p:cNvSpPr>
                <a:spLocks noChangeShapeType="1"/>
              </p:cNvSpPr>
              <p:nvPr/>
            </p:nvSpPr>
            <p:spPr bwMode="auto">
              <a:xfrm flipV="1">
                <a:off x="3071" y="1426"/>
                <a:ext cx="1" cy="7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26" name="Group 57"/>
              <p:cNvGrpSpPr>
                <a:grpSpLocks/>
              </p:cNvGrpSpPr>
              <p:nvPr/>
            </p:nvGrpSpPr>
            <p:grpSpPr bwMode="auto">
              <a:xfrm>
                <a:off x="3015" y="1482"/>
                <a:ext cx="112" cy="528"/>
                <a:chOff x="3015" y="1482"/>
                <a:chExt cx="112" cy="528"/>
              </a:xfrm>
            </p:grpSpPr>
            <p:grpSp>
              <p:nvGrpSpPr>
                <p:cNvPr id="32" name="Group 58"/>
                <p:cNvGrpSpPr>
                  <a:grpSpLocks/>
                </p:cNvGrpSpPr>
                <p:nvPr/>
              </p:nvGrpSpPr>
              <p:grpSpPr bwMode="auto">
                <a:xfrm>
                  <a:off x="3015" y="1854"/>
                  <a:ext cx="112" cy="64"/>
                  <a:chOff x="3015" y="1854"/>
                  <a:chExt cx="112" cy="64"/>
                </a:xfrm>
              </p:grpSpPr>
              <p:grpSp>
                <p:nvGrpSpPr>
                  <p:cNvPr id="72" name="Group 59"/>
                  <p:cNvGrpSpPr>
                    <a:grpSpLocks/>
                  </p:cNvGrpSpPr>
                  <p:nvPr/>
                </p:nvGrpSpPr>
                <p:grpSpPr bwMode="auto">
                  <a:xfrm>
                    <a:off x="3015" y="1854"/>
                    <a:ext cx="112" cy="52"/>
                    <a:chOff x="3015" y="1854"/>
                    <a:chExt cx="112" cy="52"/>
                  </a:xfrm>
                </p:grpSpPr>
                <p:sp>
                  <p:nvSpPr>
                    <p:cNvPr id="76" name="Arc 60"/>
                    <p:cNvSpPr>
                      <a:spLocks/>
                    </p:cNvSpPr>
                    <p:nvPr/>
                  </p:nvSpPr>
                  <p:spPr bwMode="auto">
                    <a:xfrm>
                      <a:off x="3015" y="1854"/>
                      <a:ext cx="56" cy="52"/>
                    </a:xfrm>
                    <a:custGeom>
                      <a:avLst/>
                      <a:gdLst>
                        <a:gd name="T0" fmla="*/ 0 w 21600"/>
                        <a:gd name="T1" fmla="*/ 0 h 21717"/>
                        <a:gd name="T2" fmla="*/ 0 w 21600"/>
                        <a:gd name="T3" fmla="*/ 0 h 21717"/>
                        <a:gd name="T4" fmla="*/ 0 w 21600"/>
                        <a:gd name="T5" fmla="*/ 0 h 21717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717" fill="none" extrusionOk="0">
                          <a:moveTo>
                            <a:pt x="21600" y="21717"/>
                          </a:moveTo>
                          <a:cubicBezTo>
                            <a:pt x="9670" y="21717"/>
                            <a:pt x="0" y="12046"/>
                            <a:pt x="0" y="117"/>
                          </a:cubicBezTo>
                          <a:cubicBezTo>
                            <a:pt x="-1" y="78"/>
                            <a:pt x="0" y="39"/>
                            <a:pt x="0" y="0"/>
                          </a:cubicBezTo>
                        </a:path>
                        <a:path w="21600" h="21717" stroke="0" extrusionOk="0">
                          <a:moveTo>
                            <a:pt x="21600" y="21717"/>
                          </a:moveTo>
                          <a:cubicBezTo>
                            <a:pt x="9670" y="21717"/>
                            <a:pt x="0" y="12046"/>
                            <a:pt x="0" y="117"/>
                          </a:cubicBezTo>
                          <a:cubicBezTo>
                            <a:pt x="-1" y="78"/>
                            <a:pt x="0" y="39"/>
                            <a:pt x="0" y="0"/>
                          </a:cubicBezTo>
                          <a:lnTo>
                            <a:pt x="21600" y="117"/>
                          </a:lnTo>
                          <a:lnTo>
                            <a:pt x="21600" y="21717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7" name="Arc 61"/>
                    <p:cNvSpPr>
                      <a:spLocks/>
                    </p:cNvSpPr>
                    <p:nvPr/>
                  </p:nvSpPr>
                  <p:spPr bwMode="auto">
                    <a:xfrm>
                      <a:off x="3071" y="1882"/>
                      <a:ext cx="56" cy="24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21600" y="0"/>
                          </a:moveTo>
                          <a:cubicBezTo>
                            <a:pt x="21600" y="11929"/>
                            <a:pt x="11929" y="21599"/>
                            <a:pt x="0" y="21600"/>
                          </a:cubicBezTo>
                        </a:path>
                        <a:path w="21600" h="21600" stroke="0" extrusionOk="0">
                          <a:moveTo>
                            <a:pt x="21600" y="0"/>
                          </a:moveTo>
                          <a:cubicBezTo>
                            <a:pt x="21600" y="11929"/>
                            <a:pt x="11929" y="21599"/>
                            <a:pt x="0" y="21600"/>
                          </a:cubicBezTo>
                          <a:lnTo>
                            <a:pt x="0" y="0"/>
                          </a:lnTo>
                          <a:lnTo>
                            <a:pt x="2160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73" name="Group 62"/>
                  <p:cNvGrpSpPr>
                    <a:grpSpLocks/>
                  </p:cNvGrpSpPr>
                  <p:nvPr/>
                </p:nvGrpSpPr>
                <p:grpSpPr bwMode="auto">
                  <a:xfrm>
                    <a:off x="3015" y="1866"/>
                    <a:ext cx="112" cy="52"/>
                    <a:chOff x="3015" y="1866"/>
                    <a:chExt cx="112" cy="52"/>
                  </a:xfrm>
                </p:grpSpPr>
                <p:sp>
                  <p:nvSpPr>
                    <p:cNvPr id="74" name="Arc 63"/>
                    <p:cNvSpPr>
                      <a:spLocks/>
                    </p:cNvSpPr>
                    <p:nvPr/>
                  </p:nvSpPr>
                  <p:spPr bwMode="auto">
                    <a:xfrm>
                      <a:off x="3015" y="1866"/>
                      <a:ext cx="56" cy="52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0" y="21483"/>
                          </a:moveTo>
                          <a:cubicBezTo>
                            <a:pt x="64" y="9599"/>
                            <a:pt x="9716" y="0"/>
                            <a:pt x="21599" y="0"/>
                          </a:cubicBezTo>
                        </a:path>
                        <a:path w="21600" h="21600" stroke="0" extrusionOk="0">
                          <a:moveTo>
                            <a:pt x="0" y="21483"/>
                          </a:moveTo>
                          <a:cubicBezTo>
                            <a:pt x="64" y="9599"/>
                            <a:pt x="9716" y="0"/>
                            <a:pt x="21599" y="0"/>
                          </a:cubicBezTo>
                          <a:lnTo>
                            <a:pt x="21600" y="21600"/>
                          </a:lnTo>
                          <a:lnTo>
                            <a:pt x="0" y="21483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5" name="Arc 64"/>
                    <p:cNvSpPr>
                      <a:spLocks/>
                    </p:cNvSpPr>
                    <p:nvPr/>
                  </p:nvSpPr>
                  <p:spPr bwMode="auto">
                    <a:xfrm>
                      <a:off x="3071" y="1866"/>
                      <a:ext cx="56" cy="20"/>
                    </a:xfrm>
                    <a:custGeom>
                      <a:avLst/>
                      <a:gdLst>
                        <a:gd name="T0" fmla="*/ 0 w 21598"/>
                        <a:gd name="T1" fmla="*/ 0 h 21600"/>
                        <a:gd name="T2" fmla="*/ 0 w 21598"/>
                        <a:gd name="T3" fmla="*/ 0 h 21600"/>
                        <a:gd name="T4" fmla="*/ 0 w 21598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598" h="21600" fill="none" extrusionOk="0">
                          <a:moveTo>
                            <a:pt x="-1" y="0"/>
                          </a:moveTo>
                          <a:cubicBezTo>
                            <a:pt x="11810" y="0"/>
                            <a:pt x="21431" y="9485"/>
                            <a:pt x="21597" y="21295"/>
                          </a:cubicBezTo>
                        </a:path>
                        <a:path w="21598" h="21600" stroke="0" extrusionOk="0">
                          <a:moveTo>
                            <a:pt x="-1" y="0"/>
                          </a:moveTo>
                          <a:cubicBezTo>
                            <a:pt x="11810" y="0"/>
                            <a:pt x="21431" y="9485"/>
                            <a:pt x="21597" y="21295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grpSp>
              <p:nvGrpSpPr>
                <p:cNvPr id="33" name="Group 65"/>
                <p:cNvGrpSpPr>
                  <a:grpSpLocks/>
                </p:cNvGrpSpPr>
                <p:nvPr/>
              </p:nvGrpSpPr>
              <p:grpSpPr bwMode="auto">
                <a:xfrm>
                  <a:off x="3015" y="1798"/>
                  <a:ext cx="112" cy="64"/>
                  <a:chOff x="3015" y="1798"/>
                  <a:chExt cx="112" cy="64"/>
                </a:xfrm>
              </p:grpSpPr>
              <p:grpSp>
                <p:nvGrpSpPr>
                  <p:cNvPr id="66" name="Group 66"/>
                  <p:cNvGrpSpPr>
                    <a:grpSpLocks/>
                  </p:cNvGrpSpPr>
                  <p:nvPr/>
                </p:nvGrpSpPr>
                <p:grpSpPr bwMode="auto">
                  <a:xfrm>
                    <a:off x="3015" y="1798"/>
                    <a:ext cx="112" cy="52"/>
                    <a:chOff x="3015" y="1798"/>
                    <a:chExt cx="112" cy="52"/>
                  </a:xfrm>
                </p:grpSpPr>
                <p:sp>
                  <p:nvSpPr>
                    <p:cNvPr id="70" name="Arc 67"/>
                    <p:cNvSpPr>
                      <a:spLocks/>
                    </p:cNvSpPr>
                    <p:nvPr/>
                  </p:nvSpPr>
                  <p:spPr bwMode="auto">
                    <a:xfrm>
                      <a:off x="3015" y="1798"/>
                      <a:ext cx="56" cy="52"/>
                    </a:xfrm>
                    <a:custGeom>
                      <a:avLst/>
                      <a:gdLst>
                        <a:gd name="T0" fmla="*/ 0 w 21600"/>
                        <a:gd name="T1" fmla="*/ 0 h 21717"/>
                        <a:gd name="T2" fmla="*/ 0 w 21600"/>
                        <a:gd name="T3" fmla="*/ 0 h 21717"/>
                        <a:gd name="T4" fmla="*/ 0 w 21600"/>
                        <a:gd name="T5" fmla="*/ 0 h 21717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717" fill="none" extrusionOk="0">
                          <a:moveTo>
                            <a:pt x="21600" y="21717"/>
                          </a:moveTo>
                          <a:cubicBezTo>
                            <a:pt x="9670" y="21717"/>
                            <a:pt x="0" y="12046"/>
                            <a:pt x="0" y="117"/>
                          </a:cubicBezTo>
                          <a:cubicBezTo>
                            <a:pt x="-1" y="78"/>
                            <a:pt x="0" y="39"/>
                            <a:pt x="0" y="0"/>
                          </a:cubicBezTo>
                        </a:path>
                        <a:path w="21600" h="21717" stroke="0" extrusionOk="0">
                          <a:moveTo>
                            <a:pt x="21600" y="21717"/>
                          </a:moveTo>
                          <a:cubicBezTo>
                            <a:pt x="9670" y="21717"/>
                            <a:pt x="0" y="12046"/>
                            <a:pt x="0" y="117"/>
                          </a:cubicBezTo>
                          <a:cubicBezTo>
                            <a:pt x="-1" y="78"/>
                            <a:pt x="0" y="39"/>
                            <a:pt x="0" y="0"/>
                          </a:cubicBezTo>
                          <a:lnTo>
                            <a:pt x="21600" y="117"/>
                          </a:lnTo>
                          <a:lnTo>
                            <a:pt x="21600" y="21717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1" name="Arc 68"/>
                    <p:cNvSpPr>
                      <a:spLocks/>
                    </p:cNvSpPr>
                    <p:nvPr/>
                  </p:nvSpPr>
                  <p:spPr bwMode="auto">
                    <a:xfrm>
                      <a:off x="3071" y="1826"/>
                      <a:ext cx="56" cy="24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21600" y="0"/>
                          </a:moveTo>
                          <a:cubicBezTo>
                            <a:pt x="21600" y="11929"/>
                            <a:pt x="11929" y="21599"/>
                            <a:pt x="0" y="21600"/>
                          </a:cubicBezTo>
                        </a:path>
                        <a:path w="21600" h="21600" stroke="0" extrusionOk="0">
                          <a:moveTo>
                            <a:pt x="21600" y="0"/>
                          </a:moveTo>
                          <a:cubicBezTo>
                            <a:pt x="21600" y="11929"/>
                            <a:pt x="11929" y="21599"/>
                            <a:pt x="0" y="21600"/>
                          </a:cubicBezTo>
                          <a:lnTo>
                            <a:pt x="0" y="0"/>
                          </a:lnTo>
                          <a:lnTo>
                            <a:pt x="2160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67" name="Group 69"/>
                  <p:cNvGrpSpPr>
                    <a:grpSpLocks/>
                  </p:cNvGrpSpPr>
                  <p:nvPr/>
                </p:nvGrpSpPr>
                <p:grpSpPr bwMode="auto">
                  <a:xfrm>
                    <a:off x="3015" y="1810"/>
                    <a:ext cx="112" cy="52"/>
                    <a:chOff x="3015" y="1810"/>
                    <a:chExt cx="112" cy="52"/>
                  </a:xfrm>
                </p:grpSpPr>
                <p:sp>
                  <p:nvSpPr>
                    <p:cNvPr id="68" name="Arc 70"/>
                    <p:cNvSpPr>
                      <a:spLocks/>
                    </p:cNvSpPr>
                    <p:nvPr/>
                  </p:nvSpPr>
                  <p:spPr bwMode="auto">
                    <a:xfrm>
                      <a:off x="3015" y="1810"/>
                      <a:ext cx="56" cy="52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0" y="21483"/>
                          </a:moveTo>
                          <a:cubicBezTo>
                            <a:pt x="64" y="9599"/>
                            <a:pt x="9716" y="0"/>
                            <a:pt x="21599" y="0"/>
                          </a:cubicBezTo>
                        </a:path>
                        <a:path w="21600" h="21600" stroke="0" extrusionOk="0">
                          <a:moveTo>
                            <a:pt x="0" y="21483"/>
                          </a:moveTo>
                          <a:cubicBezTo>
                            <a:pt x="64" y="9599"/>
                            <a:pt x="9716" y="0"/>
                            <a:pt x="21599" y="0"/>
                          </a:cubicBezTo>
                          <a:lnTo>
                            <a:pt x="21600" y="21600"/>
                          </a:lnTo>
                          <a:lnTo>
                            <a:pt x="0" y="21483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" name="Arc 71"/>
                    <p:cNvSpPr>
                      <a:spLocks/>
                    </p:cNvSpPr>
                    <p:nvPr/>
                  </p:nvSpPr>
                  <p:spPr bwMode="auto">
                    <a:xfrm>
                      <a:off x="3071" y="1810"/>
                      <a:ext cx="56" cy="20"/>
                    </a:xfrm>
                    <a:custGeom>
                      <a:avLst/>
                      <a:gdLst>
                        <a:gd name="T0" fmla="*/ 0 w 21598"/>
                        <a:gd name="T1" fmla="*/ 0 h 21600"/>
                        <a:gd name="T2" fmla="*/ 0 w 21598"/>
                        <a:gd name="T3" fmla="*/ 0 h 21600"/>
                        <a:gd name="T4" fmla="*/ 0 w 21598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598" h="21600" fill="none" extrusionOk="0">
                          <a:moveTo>
                            <a:pt x="-1" y="0"/>
                          </a:moveTo>
                          <a:cubicBezTo>
                            <a:pt x="11810" y="0"/>
                            <a:pt x="21431" y="9485"/>
                            <a:pt x="21597" y="21295"/>
                          </a:cubicBezTo>
                        </a:path>
                        <a:path w="21598" h="21600" stroke="0" extrusionOk="0">
                          <a:moveTo>
                            <a:pt x="-1" y="0"/>
                          </a:moveTo>
                          <a:cubicBezTo>
                            <a:pt x="11810" y="0"/>
                            <a:pt x="21431" y="9485"/>
                            <a:pt x="21597" y="21295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grpSp>
              <p:nvGrpSpPr>
                <p:cNvPr id="34" name="Group 72"/>
                <p:cNvGrpSpPr>
                  <a:grpSpLocks/>
                </p:cNvGrpSpPr>
                <p:nvPr/>
              </p:nvGrpSpPr>
              <p:grpSpPr bwMode="auto">
                <a:xfrm>
                  <a:off x="3015" y="1742"/>
                  <a:ext cx="112" cy="64"/>
                  <a:chOff x="3015" y="1742"/>
                  <a:chExt cx="112" cy="64"/>
                </a:xfrm>
              </p:grpSpPr>
              <p:grpSp>
                <p:nvGrpSpPr>
                  <p:cNvPr id="60" name="Group 73"/>
                  <p:cNvGrpSpPr>
                    <a:grpSpLocks/>
                  </p:cNvGrpSpPr>
                  <p:nvPr/>
                </p:nvGrpSpPr>
                <p:grpSpPr bwMode="auto">
                  <a:xfrm>
                    <a:off x="3015" y="1742"/>
                    <a:ext cx="112" cy="52"/>
                    <a:chOff x="3015" y="1742"/>
                    <a:chExt cx="112" cy="52"/>
                  </a:xfrm>
                </p:grpSpPr>
                <p:sp>
                  <p:nvSpPr>
                    <p:cNvPr id="64" name="Arc 74"/>
                    <p:cNvSpPr>
                      <a:spLocks/>
                    </p:cNvSpPr>
                    <p:nvPr/>
                  </p:nvSpPr>
                  <p:spPr bwMode="auto">
                    <a:xfrm>
                      <a:off x="3015" y="1742"/>
                      <a:ext cx="56" cy="52"/>
                    </a:xfrm>
                    <a:custGeom>
                      <a:avLst/>
                      <a:gdLst>
                        <a:gd name="T0" fmla="*/ 0 w 21600"/>
                        <a:gd name="T1" fmla="*/ 0 h 21717"/>
                        <a:gd name="T2" fmla="*/ 0 w 21600"/>
                        <a:gd name="T3" fmla="*/ 0 h 21717"/>
                        <a:gd name="T4" fmla="*/ 0 w 21600"/>
                        <a:gd name="T5" fmla="*/ 0 h 21717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717" fill="none" extrusionOk="0">
                          <a:moveTo>
                            <a:pt x="21600" y="21717"/>
                          </a:moveTo>
                          <a:cubicBezTo>
                            <a:pt x="9670" y="21717"/>
                            <a:pt x="0" y="12046"/>
                            <a:pt x="0" y="117"/>
                          </a:cubicBezTo>
                          <a:cubicBezTo>
                            <a:pt x="-1" y="78"/>
                            <a:pt x="0" y="39"/>
                            <a:pt x="0" y="0"/>
                          </a:cubicBezTo>
                        </a:path>
                        <a:path w="21600" h="21717" stroke="0" extrusionOk="0">
                          <a:moveTo>
                            <a:pt x="21600" y="21717"/>
                          </a:moveTo>
                          <a:cubicBezTo>
                            <a:pt x="9670" y="21717"/>
                            <a:pt x="0" y="12046"/>
                            <a:pt x="0" y="117"/>
                          </a:cubicBezTo>
                          <a:cubicBezTo>
                            <a:pt x="-1" y="78"/>
                            <a:pt x="0" y="39"/>
                            <a:pt x="0" y="0"/>
                          </a:cubicBezTo>
                          <a:lnTo>
                            <a:pt x="21600" y="117"/>
                          </a:lnTo>
                          <a:lnTo>
                            <a:pt x="21600" y="21717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5" name="Arc 75"/>
                    <p:cNvSpPr>
                      <a:spLocks/>
                    </p:cNvSpPr>
                    <p:nvPr/>
                  </p:nvSpPr>
                  <p:spPr bwMode="auto">
                    <a:xfrm>
                      <a:off x="3071" y="1770"/>
                      <a:ext cx="56" cy="24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21600" y="0"/>
                          </a:moveTo>
                          <a:cubicBezTo>
                            <a:pt x="21600" y="11929"/>
                            <a:pt x="11929" y="21599"/>
                            <a:pt x="0" y="21600"/>
                          </a:cubicBezTo>
                        </a:path>
                        <a:path w="21600" h="21600" stroke="0" extrusionOk="0">
                          <a:moveTo>
                            <a:pt x="21600" y="0"/>
                          </a:moveTo>
                          <a:cubicBezTo>
                            <a:pt x="21600" y="11929"/>
                            <a:pt x="11929" y="21599"/>
                            <a:pt x="0" y="21600"/>
                          </a:cubicBezTo>
                          <a:lnTo>
                            <a:pt x="0" y="0"/>
                          </a:lnTo>
                          <a:lnTo>
                            <a:pt x="2160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61" name="Group 76"/>
                  <p:cNvGrpSpPr>
                    <a:grpSpLocks/>
                  </p:cNvGrpSpPr>
                  <p:nvPr/>
                </p:nvGrpSpPr>
                <p:grpSpPr bwMode="auto">
                  <a:xfrm>
                    <a:off x="3015" y="1754"/>
                    <a:ext cx="112" cy="52"/>
                    <a:chOff x="3015" y="1754"/>
                    <a:chExt cx="112" cy="52"/>
                  </a:xfrm>
                </p:grpSpPr>
                <p:sp>
                  <p:nvSpPr>
                    <p:cNvPr id="62" name="Arc 77"/>
                    <p:cNvSpPr>
                      <a:spLocks/>
                    </p:cNvSpPr>
                    <p:nvPr/>
                  </p:nvSpPr>
                  <p:spPr bwMode="auto">
                    <a:xfrm>
                      <a:off x="3015" y="1754"/>
                      <a:ext cx="56" cy="52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0" y="21483"/>
                          </a:moveTo>
                          <a:cubicBezTo>
                            <a:pt x="64" y="9599"/>
                            <a:pt x="9716" y="0"/>
                            <a:pt x="21599" y="0"/>
                          </a:cubicBezTo>
                        </a:path>
                        <a:path w="21600" h="21600" stroke="0" extrusionOk="0">
                          <a:moveTo>
                            <a:pt x="0" y="21483"/>
                          </a:moveTo>
                          <a:cubicBezTo>
                            <a:pt x="64" y="9599"/>
                            <a:pt x="9716" y="0"/>
                            <a:pt x="21599" y="0"/>
                          </a:cubicBezTo>
                          <a:lnTo>
                            <a:pt x="21600" y="21600"/>
                          </a:lnTo>
                          <a:lnTo>
                            <a:pt x="0" y="21483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3" name="Arc 78"/>
                    <p:cNvSpPr>
                      <a:spLocks/>
                    </p:cNvSpPr>
                    <p:nvPr/>
                  </p:nvSpPr>
                  <p:spPr bwMode="auto">
                    <a:xfrm>
                      <a:off x="3071" y="1754"/>
                      <a:ext cx="56" cy="20"/>
                    </a:xfrm>
                    <a:custGeom>
                      <a:avLst/>
                      <a:gdLst>
                        <a:gd name="T0" fmla="*/ 0 w 21598"/>
                        <a:gd name="T1" fmla="*/ 0 h 21600"/>
                        <a:gd name="T2" fmla="*/ 0 w 21598"/>
                        <a:gd name="T3" fmla="*/ 0 h 21600"/>
                        <a:gd name="T4" fmla="*/ 0 w 21598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598" h="21600" fill="none" extrusionOk="0">
                          <a:moveTo>
                            <a:pt x="-1" y="0"/>
                          </a:moveTo>
                          <a:cubicBezTo>
                            <a:pt x="11810" y="0"/>
                            <a:pt x="21431" y="9485"/>
                            <a:pt x="21597" y="21295"/>
                          </a:cubicBezTo>
                        </a:path>
                        <a:path w="21598" h="21600" stroke="0" extrusionOk="0">
                          <a:moveTo>
                            <a:pt x="-1" y="0"/>
                          </a:moveTo>
                          <a:cubicBezTo>
                            <a:pt x="11810" y="0"/>
                            <a:pt x="21431" y="9485"/>
                            <a:pt x="21597" y="21295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grpSp>
              <p:nvGrpSpPr>
                <p:cNvPr id="35" name="Group 79"/>
                <p:cNvGrpSpPr>
                  <a:grpSpLocks/>
                </p:cNvGrpSpPr>
                <p:nvPr/>
              </p:nvGrpSpPr>
              <p:grpSpPr bwMode="auto">
                <a:xfrm>
                  <a:off x="3015" y="1686"/>
                  <a:ext cx="112" cy="60"/>
                  <a:chOff x="3015" y="1686"/>
                  <a:chExt cx="112" cy="60"/>
                </a:xfrm>
              </p:grpSpPr>
              <p:grpSp>
                <p:nvGrpSpPr>
                  <p:cNvPr id="54" name="Group 80"/>
                  <p:cNvGrpSpPr>
                    <a:grpSpLocks/>
                  </p:cNvGrpSpPr>
                  <p:nvPr/>
                </p:nvGrpSpPr>
                <p:grpSpPr bwMode="auto">
                  <a:xfrm>
                    <a:off x="3015" y="1686"/>
                    <a:ext cx="112" cy="52"/>
                    <a:chOff x="3015" y="1686"/>
                    <a:chExt cx="112" cy="52"/>
                  </a:xfrm>
                </p:grpSpPr>
                <p:sp>
                  <p:nvSpPr>
                    <p:cNvPr id="58" name="Arc 81"/>
                    <p:cNvSpPr>
                      <a:spLocks/>
                    </p:cNvSpPr>
                    <p:nvPr/>
                  </p:nvSpPr>
                  <p:spPr bwMode="auto">
                    <a:xfrm>
                      <a:off x="3015" y="1686"/>
                      <a:ext cx="56" cy="52"/>
                    </a:xfrm>
                    <a:custGeom>
                      <a:avLst/>
                      <a:gdLst>
                        <a:gd name="T0" fmla="*/ 0 w 21600"/>
                        <a:gd name="T1" fmla="*/ 0 h 21717"/>
                        <a:gd name="T2" fmla="*/ 0 w 21600"/>
                        <a:gd name="T3" fmla="*/ 0 h 21717"/>
                        <a:gd name="T4" fmla="*/ 0 w 21600"/>
                        <a:gd name="T5" fmla="*/ 0 h 21717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717" fill="none" extrusionOk="0">
                          <a:moveTo>
                            <a:pt x="21600" y="21717"/>
                          </a:moveTo>
                          <a:cubicBezTo>
                            <a:pt x="9670" y="21717"/>
                            <a:pt x="0" y="12046"/>
                            <a:pt x="0" y="117"/>
                          </a:cubicBezTo>
                          <a:cubicBezTo>
                            <a:pt x="-1" y="78"/>
                            <a:pt x="0" y="39"/>
                            <a:pt x="0" y="0"/>
                          </a:cubicBezTo>
                        </a:path>
                        <a:path w="21600" h="21717" stroke="0" extrusionOk="0">
                          <a:moveTo>
                            <a:pt x="21600" y="21717"/>
                          </a:moveTo>
                          <a:cubicBezTo>
                            <a:pt x="9670" y="21717"/>
                            <a:pt x="0" y="12046"/>
                            <a:pt x="0" y="117"/>
                          </a:cubicBezTo>
                          <a:cubicBezTo>
                            <a:pt x="-1" y="78"/>
                            <a:pt x="0" y="39"/>
                            <a:pt x="0" y="0"/>
                          </a:cubicBezTo>
                          <a:lnTo>
                            <a:pt x="21600" y="117"/>
                          </a:lnTo>
                          <a:lnTo>
                            <a:pt x="21600" y="21717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9" name="Arc 82"/>
                    <p:cNvSpPr>
                      <a:spLocks/>
                    </p:cNvSpPr>
                    <p:nvPr/>
                  </p:nvSpPr>
                  <p:spPr bwMode="auto">
                    <a:xfrm>
                      <a:off x="3071" y="1714"/>
                      <a:ext cx="56" cy="24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21600" y="0"/>
                          </a:moveTo>
                          <a:cubicBezTo>
                            <a:pt x="21600" y="11929"/>
                            <a:pt x="11929" y="21599"/>
                            <a:pt x="0" y="21600"/>
                          </a:cubicBezTo>
                        </a:path>
                        <a:path w="21600" h="21600" stroke="0" extrusionOk="0">
                          <a:moveTo>
                            <a:pt x="21600" y="0"/>
                          </a:moveTo>
                          <a:cubicBezTo>
                            <a:pt x="21600" y="11929"/>
                            <a:pt x="11929" y="21599"/>
                            <a:pt x="0" y="21600"/>
                          </a:cubicBezTo>
                          <a:lnTo>
                            <a:pt x="0" y="0"/>
                          </a:lnTo>
                          <a:lnTo>
                            <a:pt x="2160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55" name="Group 83"/>
                  <p:cNvGrpSpPr>
                    <a:grpSpLocks/>
                  </p:cNvGrpSpPr>
                  <p:nvPr/>
                </p:nvGrpSpPr>
                <p:grpSpPr bwMode="auto">
                  <a:xfrm>
                    <a:off x="3015" y="1698"/>
                    <a:ext cx="112" cy="48"/>
                    <a:chOff x="3015" y="1698"/>
                    <a:chExt cx="112" cy="48"/>
                  </a:xfrm>
                </p:grpSpPr>
                <p:sp>
                  <p:nvSpPr>
                    <p:cNvPr id="56" name="Arc 84"/>
                    <p:cNvSpPr>
                      <a:spLocks/>
                    </p:cNvSpPr>
                    <p:nvPr/>
                  </p:nvSpPr>
                  <p:spPr bwMode="auto">
                    <a:xfrm>
                      <a:off x="3015" y="1698"/>
                      <a:ext cx="56" cy="48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0" y="21600"/>
                          </a:moveTo>
                          <a:cubicBezTo>
                            <a:pt x="0" y="9670"/>
                            <a:pt x="9670" y="0"/>
                            <a:pt x="21599" y="0"/>
                          </a:cubicBezTo>
                        </a:path>
                        <a:path w="21600" h="21600" stroke="0" extrusionOk="0">
                          <a:moveTo>
                            <a:pt x="0" y="21600"/>
                          </a:moveTo>
                          <a:cubicBezTo>
                            <a:pt x="0" y="9670"/>
                            <a:pt x="9670" y="0"/>
                            <a:pt x="21599" y="0"/>
                          </a:cubicBezTo>
                          <a:lnTo>
                            <a:pt x="21600" y="21600"/>
                          </a:ln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7" name="Arc 85"/>
                    <p:cNvSpPr>
                      <a:spLocks/>
                    </p:cNvSpPr>
                    <p:nvPr/>
                  </p:nvSpPr>
                  <p:spPr bwMode="auto">
                    <a:xfrm>
                      <a:off x="3071" y="1698"/>
                      <a:ext cx="56" cy="20"/>
                    </a:xfrm>
                    <a:custGeom>
                      <a:avLst/>
                      <a:gdLst>
                        <a:gd name="T0" fmla="*/ 0 w 21598"/>
                        <a:gd name="T1" fmla="*/ 0 h 21600"/>
                        <a:gd name="T2" fmla="*/ 0 w 21598"/>
                        <a:gd name="T3" fmla="*/ 0 h 21600"/>
                        <a:gd name="T4" fmla="*/ 0 w 21598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598" h="21600" fill="none" extrusionOk="0">
                          <a:moveTo>
                            <a:pt x="-1" y="0"/>
                          </a:moveTo>
                          <a:cubicBezTo>
                            <a:pt x="11810" y="0"/>
                            <a:pt x="21431" y="9485"/>
                            <a:pt x="21597" y="21295"/>
                          </a:cubicBezTo>
                        </a:path>
                        <a:path w="21598" h="21600" stroke="0" extrusionOk="0">
                          <a:moveTo>
                            <a:pt x="-1" y="0"/>
                          </a:moveTo>
                          <a:cubicBezTo>
                            <a:pt x="11810" y="0"/>
                            <a:pt x="21431" y="9485"/>
                            <a:pt x="21597" y="21295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grpSp>
              <p:nvGrpSpPr>
                <p:cNvPr id="36" name="Group 86"/>
                <p:cNvGrpSpPr>
                  <a:grpSpLocks/>
                </p:cNvGrpSpPr>
                <p:nvPr/>
              </p:nvGrpSpPr>
              <p:grpSpPr bwMode="auto">
                <a:xfrm>
                  <a:off x="3015" y="1630"/>
                  <a:ext cx="112" cy="56"/>
                  <a:chOff x="3015" y="1630"/>
                  <a:chExt cx="112" cy="56"/>
                </a:xfrm>
              </p:grpSpPr>
              <p:grpSp>
                <p:nvGrpSpPr>
                  <p:cNvPr id="48" name="Group 87"/>
                  <p:cNvGrpSpPr>
                    <a:grpSpLocks/>
                  </p:cNvGrpSpPr>
                  <p:nvPr/>
                </p:nvGrpSpPr>
                <p:grpSpPr bwMode="auto">
                  <a:xfrm>
                    <a:off x="3015" y="1630"/>
                    <a:ext cx="112" cy="52"/>
                    <a:chOff x="3015" y="1630"/>
                    <a:chExt cx="112" cy="52"/>
                  </a:xfrm>
                </p:grpSpPr>
                <p:sp>
                  <p:nvSpPr>
                    <p:cNvPr id="52" name="Arc 88"/>
                    <p:cNvSpPr>
                      <a:spLocks/>
                    </p:cNvSpPr>
                    <p:nvPr/>
                  </p:nvSpPr>
                  <p:spPr bwMode="auto">
                    <a:xfrm>
                      <a:off x="3015" y="1630"/>
                      <a:ext cx="56" cy="52"/>
                    </a:xfrm>
                    <a:custGeom>
                      <a:avLst/>
                      <a:gdLst>
                        <a:gd name="T0" fmla="*/ 0 w 21600"/>
                        <a:gd name="T1" fmla="*/ 0 h 21717"/>
                        <a:gd name="T2" fmla="*/ 0 w 21600"/>
                        <a:gd name="T3" fmla="*/ 0 h 21717"/>
                        <a:gd name="T4" fmla="*/ 0 w 21600"/>
                        <a:gd name="T5" fmla="*/ 0 h 21717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717" fill="none" extrusionOk="0">
                          <a:moveTo>
                            <a:pt x="21600" y="21717"/>
                          </a:moveTo>
                          <a:cubicBezTo>
                            <a:pt x="9670" y="21717"/>
                            <a:pt x="0" y="12046"/>
                            <a:pt x="0" y="117"/>
                          </a:cubicBezTo>
                          <a:cubicBezTo>
                            <a:pt x="-1" y="78"/>
                            <a:pt x="0" y="39"/>
                            <a:pt x="0" y="0"/>
                          </a:cubicBezTo>
                        </a:path>
                        <a:path w="21600" h="21717" stroke="0" extrusionOk="0">
                          <a:moveTo>
                            <a:pt x="21600" y="21717"/>
                          </a:moveTo>
                          <a:cubicBezTo>
                            <a:pt x="9670" y="21717"/>
                            <a:pt x="0" y="12046"/>
                            <a:pt x="0" y="117"/>
                          </a:cubicBezTo>
                          <a:cubicBezTo>
                            <a:pt x="-1" y="78"/>
                            <a:pt x="0" y="39"/>
                            <a:pt x="0" y="0"/>
                          </a:cubicBezTo>
                          <a:lnTo>
                            <a:pt x="21600" y="117"/>
                          </a:lnTo>
                          <a:lnTo>
                            <a:pt x="21600" y="21717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3" name="Arc 89"/>
                    <p:cNvSpPr>
                      <a:spLocks/>
                    </p:cNvSpPr>
                    <p:nvPr/>
                  </p:nvSpPr>
                  <p:spPr bwMode="auto">
                    <a:xfrm>
                      <a:off x="3071" y="1658"/>
                      <a:ext cx="56" cy="24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21600" y="0"/>
                          </a:moveTo>
                          <a:cubicBezTo>
                            <a:pt x="21600" y="11929"/>
                            <a:pt x="11929" y="21599"/>
                            <a:pt x="0" y="21600"/>
                          </a:cubicBezTo>
                        </a:path>
                        <a:path w="21600" h="21600" stroke="0" extrusionOk="0">
                          <a:moveTo>
                            <a:pt x="21600" y="0"/>
                          </a:moveTo>
                          <a:cubicBezTo>
                            <a:pt x="21600" y="11929"/>
                            <a:pt x="11929" y="21599"/>
                            <a:pt x="0" y="21600"/>
                          </a:cubicBezTo>
                          <a:lnTo>
                            <a:pt x="0" y="0"/>
                          </a:lnTo>
                          <a:lnTo>
                            <a:pt x="21600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49" name="Group 90"/>
                  <p:cNvGrpSpPr>
                    <a:grpSpLocks/>
                  </p:cNvGrpSpPr>
                  <p:nvPr/>
                </p:nvGrpSpPr>
                <p:grpSpPr bwMode="auto">
                  <a:xfrm>
                    <a:off x="3015" y="1634"/>
                    <a:ext cx="112" cy="52"/>
                    <a:chOff x="3015" y="1634"/>
                    <a:chExt cx="112" cy="52"/>
                  </a:xfrm>
                </p:grpSpPr>
                <p:sp>
                  <p:nvSpPr>
                    <p:cNvPr id="50" name="Arc 91"/>
                    <p:cNvSpPr>
                      <a:spLocks/>
                    </p:cNvSpPr>
                    <p:nvPr/>
                  </p:nvSpPr>
                  <p:spPr bwMode="auto">
                    <a:xfrm>
                      <a:off x="3015" y="1634"/>
                      <a:ext cx="56" cy="52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0" y="21483"/>
                          </a:moveTo>
                          <a:cubicBezTo>
                            <a:pt x="64" y="9599"/>
                            <a:pt x="9716" y="0"/>
                            <a:pt x="21599" y="0"/>
                          </a:cubicBezTo>
                        </a:path>
                        <a:path w="21600" h="21600" stroke="0" extrusionOk="0">
                          <a:moveTo>
                            <a:pt x="0" y="21483"/>
                          </a:moveTo>
                          <a:cubicBezTo>
                            <a:pt x="64" y="9599"/>
                            <a:pt x="9716" y="0"/>
                            <a:pt x="21599" y="0"/>
                          </a:cubicBezTo>
                          <a:lnTo>
                            <a:pt x="21600" y="21600"/>
                          </a:lnTo>
                          <a:lnTo>
                            <a:pt x="0" y="21483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51" name="Arc 92"/>
                    <p:cNvSpPr>
                      <a:spLocks/>
                    </p:cNvSpPr>
                    <p:nvPr/>
                  </p:nvSpPr>
                  <p:spPr bwMode="auto">
                    <a:xfrm>
                      <a:off x="3071" y="1634"/>
                      <a:ext cx="56" cy="24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grpSp>
              <p:nvGrpSpPr>
                <p:cNvPr id="37" name="Group 93"/>
                <p:cNvGrpSpPr>
                  <a:grpSpLocks/>
                </p:cNvGrpSpPr>
                <p:nvPr/>
              </p:nvGrpSpPr>
              <p:grpSpPr bwMode="auto">
                <a:xfrm>
                  <a:off x="3015" y="1570"/>
                  <a:ext cx="112" cy="60"/>
                  <a:chOff x="3015" y="1570"/>
                  <a:chExt cx="112" cy="60"/>
                </a:xfrm>
              </p:grpSpPr>
              <p:grpSp>
                <p:nvGrpSpPr>
                  <p:cNvPr id="42" name="Group 94"/>
                  <p:cNvGrpSpPr>
                    <a:grpSpLocks/>
                  </p:cNvGrpSpPr>
                  <p:nvPr/>
                </p:nvGrpSpPr>
                <p:grpSpPr bwMode="auto">
                  <a:xfrm>
                    <a:off x="3015" y="1570"/>
                    <a:ext cx="112" cy="48"/>
                    <a:chOff x="3015" y="1570"/>
                    <a:chExt cx="112" cy="48"/>
                  </a:xfrm>
                </p:grpSpPr>
                <p:sp>
                  <p:nvSpPr>
                    <p:cNvPr id="46" name="Arc 95"/>
                    <p:cNvSpPr>
                      <a:spLocks/>
                    </p:cNvSpPr>
                    <p:nvPr/>
                  </p:nvSpPr>
                  <p:spPr bwMode="auto">
                    <a:xfrm>
                      <a:off x="3015" y="1570"/>
                      <a:ext cx="56" cy="48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21600" y="21600"/>
                          </a:moveTo>
                          <a:cubicBezTo>
                            <a:pt x="9670" y="21600"/>
                            <a:pt x="0" y="11929"/>
                            <a:pt x="0" y="0"/>
                          </a:cubicBezTo>
                        </a:path>
                        <a:path w="21600" h="21600" stroke="0" extrusionOk="0">
                          <a:moveTo>
                            <a:pt x="21600" y="21600"/>
                          </a:moveTo>
                          <a:cubicBezTo>
                            <a:pt x="9670" y="21600"/>
                            <a:pt x="0" y="11929"/>
                            <a:pt x="0" y="0"/>
                          </a:cubicBezTo>
                          <a:lnTo>
                            <a:pt x="21600" y="0"/>
                          </a:lnTo>
                          <a:lnTo>
                            <a:pt x="21600" y="2160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" name="Arc 96"/>
                    <p:cNvSpPr>
                      <a:spLocks/>
                    </p:cNvSpPr>
                    <p:nvPr/>
                  </p:nvSpPr>
                  <p:spPr bwMode="auto">
                    <a:xfrm>
                      <a:off x="3071" y="1598"/>
                      <a:ext cx="56" cy="20"/>
                    </a:xfrm>
                    <a:custGeom>
                      <a:avLst/>
                      <a:gdLst>
                        <a:gd name="T0" fmla="*/ 0 w 21600"/>
                        <a:gd name="T1" fmla="*/ 0 h 21905"/>
                        <a:gd name="T2" fmla="*/ 0 w 21600"/>
                        <a:gd name="T3" fmla="*/ 0 h 21905"/>
                        <a:gd name="T4" fmla="*/ 0 w 21600"/>
                        <a:gd name="T5" fmla="*/ 0 h 21905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905" fill="none" extrusionOk="0">
                          <a:moveTo>
                            <a:pt x="21597" y="0"/>
                          </a:moveTo>
                          <a:cubicBezTo>
                            <a:pt x="21599" y="101"/>
                            <a:pt x="21600" y="203"/>
                            <a:pt x="21600" y="305"/>
                          </a:cubicBezTo>
                          <a:cubicBezTo>
                            <a:pt x="21600" y="12234"/>
                            <a:pt x="11929" y="21904"/>
                            <a:pt x="0" y="21905"/>
                          </a:cubicBezTo>
                        </a:path>
                        <a:path w="21600" h="21905" stroke="0" extrusionOk="0">
                          <a:moveTo>
                            <a:pt x="21597" y="0"/>
                          </a:moveTo>
                          <a:cubicBezTo>
                            <a:pt x="21599" y="101"/>
                            <a:pt x="21600" y="203"/>
                            <a:pt x="21600" y="305"/>
                          </a:cubicBezTo>
                          <a:cubicBezTo>
                            <a:pt x="21600" y="12234"/>
                            <a:pt x="11929" y="21904"/>
                            <a:pt x="0" y="21905"/>
                          </a:cubicBezTo>
                          <a:lnTo>
                            <a:pt x="0" y="305"/>
                          </a:lnTo>
                          <a:lnTo>
                            <a:pt x="21597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43" name="Group 97"/>
                  <p:cNvGrpSpPr>
                    <a:grpSpLocks/>
                  </p:cNvGrpSpPr>
                  <p:nvPr/>
                </p:nvGrpSpPr>
                <p:grpSpPr bwMode="auto">
                  <a:xfrm>
                    <a:off x="3015" y="1578"/>
                    <a:ext cx="112" cy="52"/>
                    <a:chOff x="3015" y="1578"/>
                    <a:chExt cx="112" cy="52"/>
                  </a:xfrm>
                </p:grpSpPr>
                <p:sp>
                  <p:nvSpPr>
                    <p:cNvPr id="44" name="Arc 98"/>
                    <p:cNvSpPr>
                      <a:spLocks/>
                    </p:cNvSpPr>
                    <p:nvPr/>
                  </p:nvSpPr>
                  <p:spPr bwMode="auto">
                    <a:xfrm>
                      <a:off x="3015" y="1578"/>
                      <a:ext cx="56" cy="52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0" y="21483"/>
                          </a:moveTo>
                          <a:cubicBezTo>
                            <a:pt x="64" y="9599"/>
                            <a:pt x="9716" y="0"/>
                            <a:pt x="21599" y="0"/>
                          </a:cubicBezTo>
                        </a:path>
                        <a:path w="21600" h="21600" stroke="0" extrusionOk="0">
                          <a:moveTo>
                            <a:pt x="0" y="21483"/>
                          </a:moveTo>
                          <a:cubicBezTo>
                            <a:pt x="64" y="9599"/>
                            <a:pt x="9716" y="0"/>
                            <a:pt x="21599" y="0"/>
                          </a:cubicBezTo>
                          <a:lnTo>
                            <a:pt x="21600" y="21600"/>
                          </a:lnTo>
                          <a:lnTo>
                            <a:pt x="0" y="21483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5" name="Arc 99"/>
                    <p:cNvSpPr>
                      <a:spLocks/>
                    </p:cNvSpPr>
                    <p:nvPr/>
                  </p:nvSpPr>
                  <p:spPr bwMode="auto">
                    <a:xfrm>
                      <a:off x="3071" y="1578"/>
                      <a:ext cx="56" cy="24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254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sp>
              <p:nvSpPr>
                <p:cNvPr id="38" name="Arc 100"/>
                <p:cNvSpPr>
                  <a:spLocks/>
                </p:cNvSpPr>
                <p:nvPr/>
              </p:nvSpPr>
              <p:spPr bwMode="auto">
                <a:xfrm>
                  <a:off x="3015" y="1522"/>
                  <a:ext cx="56" cy="5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21483"/>
                      </a:moveTo>
                      <a:cubicBezTo>
                        <a:pt x="64" y="9599"/>
                        <a:pt x="9716" y="0"/>
                        <a:pt x="21599" y="0"/>
                      </a:cubicBezTo>
                    </a:path>
                    <a:path w="21600" h="21600" stroke="0" extrusionOk="0">
                      <a:moveTo>
                        <a:pt x="0" y="21483"/>
                      </a:moveTo>
                      <a:cubicBezTo>
                        <a:pt x="64" y="9599"/>
                        <a:pt x="9716" y="0"/>
                        <a:pt x="21599" y="0"/>
                      </a:cubicBezTo>
                      <a:lnTo>
                        <a:pt x="21600" y="21600"/>
                      </a:lnTo>
                      <a:lnTo>
                        <a:pt x="0" y="21483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9" name="Arc 101"/>
                <p:cNvSpPr>
                  <a:spLocks/>
                </p:cNvSpPr>
                <p:nvPr/>
              </p:nvSpPr>
              <p:spPr bwMode="auto">
                <a:xfrm>
                  <a:off x="3015" y="1910"/>
                  <a:ext cx="56" cy="52"/>
                </a:xfrm>
                <a:custGeom>
                  <a:avLst/>
                  <a:gdLst>
                    <a:gd name="T0" fmla="*/ 0 w 21600"/>
                    <a:gd name="T1" fmla="*/ 0 h 21717"/>
                    <a:gd name="T2" fmla="*/ 0 w 21600"/>
                    <a:gd name="T3" fmla="*/ 0 h 21717"/>
                    <a:gd name="T4" fmla="*/ 0 w 21600"/>
                    <a:gd name="T5" fmla="*/ 0 h 2171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717" fill="none" extrusionOk="0">
                      <a:moveTo>
                        <a:pt x="21600" y="21717"/>
                      </a:moveTo>
                      <a:cubicBezTo>
                        <a:pt x="9670" y="21717"/>
                        <a:pt x="0" y="12046"/>
                        <a:pt x="0" y="117"/>
                      </a:cubicBezTo>
                      <a:cubicBezTo>
                        <a:pt x="-1" y="78"/>
                        <a:pt x="0" y="39"/>
                        <a:pt x="0" y="0"/>
                      </a:cubicBezTo>
                    </a:path>
                    <a:path w="21600" h="21717" stroke="0" extrusionOk="0">
                      <a:moveTo>
                        <a:pt x="21600" y="21717"/>
                      </a:moveTo>
                      <a:cubicBezTo>
                        <a:pt x="9670" y="21717"/>
                        <a:pt x="0" y="12046"/>
                        <a:pt x="0" y="117"/>
                      </a:cubicBezTo>
                      <a:cubicBezTo>
                        <a:pt x="-1" y="78"/>
                        <a:pt x="0" y="39"/>
                        <a:pt x="0" y="0"/>
                      </a:cubicBezTo>
                      <a:lnTo>
                        <a:pt x="21600" y="117"/>
                      </a:lnTo>
                      <a:lnTo>
                        <a:pt x="21600" y="21717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0" name="Line 102"/>
                <p:cNvSpPr>
                  <a:spLocks noChangeShapeType="1"/>
                </p:cNvSpPr>
                <p:nvPr/>
              </p:nvSpPr>
              <p:spPr bwMode="auto">
                <a:xfrm flipV="1">
                  <a:off x="3071" y="1482"/>
                  <a:ext cx="1" cy="4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1" name="Line 103"/>
                <p:cNvSpPr>
                  <a:spLocks noChangeShapeType="1"/>
                </p:cNvSpPr>
                <p:nvPr/>
              </p:nvSpPr>
              <p:spPr bwMode="auto">
                <a:xfrm flipV="1">
                  <a:off x="3071" y="1962"/>
                  <a:ext cx="1" cy="4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27" name="Line 104"/>
              <p:cNvSpPr>
                <a:spLocks noChangeShapeType="1"/>
              </p:cNvSpPr>
              <p:nvPr/>
            </p:nvSpPr>
            <p:spPr bwMode="auto">
              <a:xfrm>
                <a:off x="2935" y="1530"/>
                <a:ext cx="1" cy="4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" name="Line 105"/>
              <p:cNvSpPr>
                <a:spLocks noChangeShapeType="1"/>
              </p:cNvSpPr>
              <p:nvPr/>
            </p:nvSpPr>
            <p:spPr bwMode="auto">
              <a:xfrm>
                <a:off x="2967" y="1530"/>
                <a:ext cx="1" cy="4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9" name="Line 106"/>
              <p:cNvSpPr>
                <a:spLocks noChangeShapeType="1"/>
              </p:cNvSpPr>
              <p:nvPr/>
            </p:nvSpPr>
            <p:spPr bwMode="auto">
              <a:xfrm flipV="1">
                <a:off x="2823" y="1426"/>
                <a:ext cx="1" cy="7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0" name="Line 107"/>
              <p:cNvSpPr>
                <a:spLocks noChangeShapeType="1"/>
              </p:cNvSpPr>
              <p:nvPr/>
            </p:nvSpPr>
            <p:spPr bwMode="auto">
              <a:xfrm flipV="1">
                <a:off x="3071" y="1994"/>
                <a:ext cx="1" cy="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" name="Line 108"/>
              <p:cNvSpPr>
                <a:spLocks noChangeShapeType="1"/>
              </p:cNvSpPr>
              <p:nvPr/>
            </p:nvSpPr>
            <p:spPr bwMode="auto">
              <a:xfrm flipV="1">
                <a:off x="2823" y="1994"/>
                <a:ext cx="1" cy="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0" name="Line 109"/>
            <p:cNvSpPr>
              <a:spLocks noChangeShapeType="1"/>
            </p:cNvSpPr>
            <p:nvPr/>
          </p:nvSpPr>
          <p:spPr bwMode="auto">
            <a:xfrm flipH="1">
              <a:off x="827" y="1624"/>
              <a:ext cx="47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Line 110"/>
            <p:cNvSpPr>
              <a:spLocks noChangeShapeType="1"/>
            </p:cNvSpPr>
            <p:nvPr/>
          </p:nvSpPr>
          <p:spPr bwMode="auto">
            <a:xfrm flipH="1">
              <a:off x="824" y="2246"/>
              <a:ext cx="47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Line 111"/>
            <p:cNvSpPr>
              <a:spLocks noChangeShapeType="1"/>
            </p:cNvSpPr>
            <p:nvPr/>
          </p:nvSpPr>
          <p:spPr bwMode="auto">
            <a:xfrm flipH="1">
              <a:off x="1544" y="1624"/>
              <a:ext cx="47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Line 112"/>
            <p:cNvSpPr>
              <a:spLocks noChangeShapeType="1"/>
            </p:cNvSpPr>
            <p:nvPr/>
          </p:nvSpPr>
          <p:spPr bwMode="auto">
            <a:xfrm flipH="1">
              <a:off x="1544" y="2246"/>
              <a:ext cx="47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Line 113"/>
            <p:cNvSpPr>
              <a:spLocks noChangeShapeType="1"/>
            </p:cNvSpPr>
            <p:nvPr/>
          </p:nvSpPr>
          <p:spPr bwMode="auto">
            <a:xfrm flipV="1">
              <a:off x="830" y="1673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Line 114"/>
            <p:cNvSpPr>
              <a:spLocks noChangeShapeType="1"/>
            </p:cNvSpPr>
            <p:nvPr/>
          </p:nvSpPr>
          <p:spPr bwMode="auto">
            <a:xfrm flipV="1">
              <a:off x="2009" y="1673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Line 115"/>
            <p:cNvSpPr>
              <a:spLocks noChangeShapeType="1"/>
            </p:cNvSpPr>
            <p:nvPr/>
          </p:nvSpPr>
          <p:spPr bwMode="auto">
            <a:xfrm>
              <a:off x="966" y="1627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Line 116"/>
            <p:cNvSpPr>
              <a:spLocks noChangeShapeType="1"/>
            </p:cNvSpPr>
            <p:nvPr/>
          </p:nvSpPr>
          <p:spPr bwMode="auto">
            <a:xfrm>
              <a:off x="1692" y="1624"/>
              <a:ext cx="1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Oval 117"/>
            <p:cNvSpPr>
              <a:spLocks noChangeArrowheads="1"/>
            </p:cNvSpPr>
            <p:nvPr/>
          </p:nvSpPr>
          <p:spPr bwMode="auto">
            <a:xfrm>
              <a:off x="1148" y="1718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Oval 118"/>
            <p:cNvSpPr>
              <a:spLocks noChangeArrowheads="1"/>
            </p:cNvSpPr>
            <p:nvPr/>
          </p:nvSpPr>
          <p:spPr bwMode="auto">
            <a:xfrm>
              <a:off x="1647" y="1718"/>
              <a:ext cx="45" cy="4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Text Box 119"/>
            <p:cNvSpPr txBox="1">
              <a:spLocks noChangeArrowheads="1"/>
            </p:cNvSpPr>
            <p:nvPr/>
          </p:nvSpPr>
          <p:spPr bwMode="auto">
            <a:xfrm>
              <a:off x="1011" y="13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" name="Text Box 120"/>
            <p:cNvSpPr txBox="1">
              <a:spLocks noChangeArrowheads="1"/>
            </p:cNvSpPr>
            <p:nvPr/>
          </p:nvSpPr>
          <p:spPr bwMode="auto">
            <a:xfrm>
              <a:off x="1624" y="135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i</a:t>
              </a:r>
              <a:r>
                <a:rPr lang="fr-FR" altLang="fr-FR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2" name="Text Box 121"/>
            <p:cNvSpPr txBox="1">
              <a:spLocks noChangeArrowheads="1"/>
            </p:cNvSpPr>
            <p:nvPr/>
          </p:nvSpPr>
          <p:spPr bwMode="auto">
            <a:xfrm>
              <a:off x="2009" y="1804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" name="Text Box 122"/>
            <p:cNvSpPr txBox="1">
              <a:spLocks noChangeArrowheads="1"/>
            </p:cNvSpPr>
            <p:nvPr/>
          </p:nvSpPr>
          <p:spPr bwMode="auto">
            <a:xfrm>
              <a:off x="603" y="1809"/>
              <a:ext cx="2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v</a:t>
              </a:r>
              <a:r>
                <a:rPr lang="fr-FR" altLang="fr-FR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124" name="Text Box 123"/>
          <p:cNvSpPr txBox="1">
            <a:spLocks noChangeArrowheads="1"/>
          </p:cNvSpPr>
          <p:nvPr/>
        </p:nvSpPr>
        <p:spPr bwMode="auto">
          <a:xfrm>
            <a:off x="7675418" y="1784320"/>
            <a:ext cx="293061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Primary : N</a:t>
            </a:r>
            <a:r>
              <a:rPr lang="en-CA" altLang="fr-FR" sz="24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CA" altLang="fr-FR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turns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Secondary : N</a:t>
            </a:r>
            <a:r>
              <a:rPr lang="en-CA" altLang="fr-FR" sz="24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CA" altLang="fr-FR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turns</a:t>
            </a:r>
          </a:p>
        </p:txBody>
      </p:sp>
      <p:sp>
        <p:nvSpPr>
          <p:cNvPr id="125" name="Text Box 125"/>
          <p:cNvSpPr txBox="1">
            <a:spLocks noChangeArrowheads="1"/>
          </p:cNvSpPr>
          <p:nvPr/>
        </p:nvSpPr>
        <p:spPr bwMode="auto">
          <a:xfrm>
            <a:off x="2935650" y="3813385"/>
            <a:ext cx="247195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Winding direction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Object 128"/>
              <p:cNvSpPr txBox="1"/>
              <p:nvPr/>
            </p:nvSpPr>
            <p:spPr bwMode="auto">
              <a:xfrm>
                <a:off x="6323013" y="4118114"/>
                <a:ext cx="3097213" cy="569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bHide m:val="on"/>
                          <m:supHide m:val="on"/>
                          <m:ctrlPr>
                            <a:rPr lang="fr-FR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𝑑𝑙</m:t>
                          </m:r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fr-FR" sz="2000" dirty="0"/>
              </a:p>
            </p:txBody>
          </p:sp>
        </mc:Choice>
        <mc:Fallback>
          <p:sp>
            <p:nvSpPr>
              <p:cNvPr id="126" name="Object 1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3013" y="4118114"/>
                <a:ext cx="3097213" cy="569912"/>
              </a:xfrm>
              <a:prstGeom prst="rect">
                <a:avLst/>
              </a:prstGeom>
              <a:blipFill>
                <a:blip r:embed="rId2"/>
                <a:stretch>
                  <a:fillRect r="-7874" b="-107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Object 132"/>
              <p:cNvSpPr txBox="1"/>
              <p:nvPr/>
            </p:nvSpPr>
            <p:spPr bwMode="auto">
              <a:xfrm>
                <a:off x="6323013" y="3262313"/>
                <a:ext cx="1495650" cy="709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600" dirty="0"/>
              </a:p>
            </p:txBody>
          </p:sp>
        </mc:Choice>
        <mc:Fallback>
          <p:sp>
            <p:nvSpPr>
              <p:cNvPr id="128" name="Object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23013" y="3262313"/>
                <a:ext cx="1495650" cy="7096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AutoShape 133"/>
          <p:cNvSpPr>
            <a:spLocks noChangeArrowheads="1"/>
          </p:cNvSpPr>
          <p:nvPr/>
        </p:nvSpPr>
        <p:spPr bwMode="auto">
          <a:xfrm rot="20505169">
            <a:off x="5379613" y="3580650"/>
            <a:ext cx="935037" cy="360362"/>
          </a:xfrm>
          <a:prstGeom prst="rightArrow">
            <a:avLst>
              <a:gd name="adj1" fmla="val 50000"/>
              <a:gd name="adj2" fmla="val 64868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0" name="AutoShape 134"/>
          <p:cNvSpPr>
            <a:spLocks noChangeArrowheads="1"/>
          </p:cNvSpPr>
          <p:nvPr/>
        </p:nvSpPr>
        <p:spPr bwMode="auto">
          <a:xfrm rot="906668">
            <a:off x="5379612" y="4140909"/>
            <a:ext cx="935037" cy="360362"/>
          </a:xfrm>
          <a:prstGeom prst="rightArrow">
            <a:avLst>
              <a:gd name="adj1" fmla="val 50000"/>
              <a:gd name="adj2" fmla="val 64868"/>
            </a:avLst>
          </a:prstGeom>
          <a:solidFill>
            <a:srgbClr val="FF3300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31" name="Group 136"/>
          <p:cNvGrpSpPr>
            <a:grpSpLocks/>
          </p:cNvGrpSpPr>
          <p:nvPr/>
        </p:nvGrpSpPr>
        <p:grpSpPr bwMode="auto">
          <a:xfrm>
            <a:off x="3157217" y="4891000"/>
            <a:ext cx="6356350" cy="433387"/>
            <a:chOff x="509" y="3067"/>
            <a:chExt cx="4004" cy="273"/>
          </a:xfrm>
        </p:grpSpPr>
        <p:graphicFrame>
          <p:nvGraphicFramePr>
            <p:cNvPr id="132" name="Object 137"/>
            <p:cNvGraphicFramePr>
              <a:graphicFrameLocks noChangeAspect="1"/>
            </p:cNvGraphicFramePr>
            <p:nvPr/>
          </p:nvGraphicFramePr>
          <p:xfrm>
            <a:off x="3515" y="3067"/>
            <a:ext cx="998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98500" imgH="190500" progId="Equation.3">
                    <p:embed/>
                  </p:oleObj>
                </mc:Choice>
                <mc:Fallback>
                  <p:oleObj name="Equation" r:id="rId4" imgW="698500" imgH="190500" progId="Equation.3">
                    <p:embed/>
                    <p:pic>
                      <p:nvPicPr>
                        <p:cNvPr id="132" name="Object 1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3067"/>
                          <a:ext cx="998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" name="Text Box 138"/>
            <p:cNvSpPr txBox="1">
              <a:spLocks noChangeArrowheads="1"/>
            </p:cNvSpPr>
            <p:nvPr/>
          </p:nvSpPr>
          <p:spPr bwMode="auto">
            <a:xfrm>
              <a:off x="509" y="3080"/>
              <a:ext cx="283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CA" altLang="fr-FR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Magnetizing current i</a:t>
              </a:r>
              <a:r>
                <a:rPr lang="en-CA" altLang="fr-FR" sz="2000" baseline="-25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CA" altLang="fr-FR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: Hopkinson’s law</a:t>
              </a:r>
            </a:p>
          </p:txBody>
        </p:sp>
      </p:grpSp>
      <p:graphicFrame>
        <p:nvGraphicFramePr>
          <p:cNvPr id="134" name="Object 1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7277065"/>
              </p:ext>
            </p:extLst>
          </p:nvPr>
        </p:nvGraphicFramePr>
        <p:xfrm>
          <a:off x="3249292" y="5395825"/>
          <a:ext cx="230505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900" imgH="368300" progId="Equation.3">
                  <p:embed/>
                </p:oleObj>
              </mc:Choice>
              <mc:Fallback>
                <p:oleObj name="Equation" r:id="rId6" imgW="1104900" imgH="368300" progId="Equation.3">
                  <p:embed/>
                  <p:pic>
                    <p:nvPicPr>
                      <p:cNvPr id="134" name="Object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292" y="5395825"/>
                        <a:ext cx="230505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Object 142"/>
              <p:cNvSpPr txBox="1"/>
              <p:nvPr/>
            </p:nvSpPr>
            <p:spPr bwMode="auto">
              <a:xfrm>
                <a:off x="6302375" y="5611813"/>
                <a:ext cx="1724025" cy="4333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35" name="Object 1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02375" y="5611813"/>
                <a:ext cx="1724025" cy="4333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6" name="Group 144"/>
          <p:cNvGrpSpPr>
            <a:grpSpLocks/>
          </p:cNvGrpSpPr>
          <p:nvPr/>
        </p:nvGrpSpPr>
        <p:grpSpPr bwMode="auto">
          <a:xfrm>
            <a:off x="6396870" y="2848782"/>
            <a:ext cx="4208463" cy="3581399"/>
            <a:chOff x="2608" y="1764"/>
            <a:chExt cx="2651" cy="2256"/>
          </a:xfrm>
        </p:grpSpPr>
        <p:sp>
          <p:nvSpPr>
            <p:cNvPr id="137" name="AutoShape 145"/>
            <p:cNvSpPr>
              <a:spLocks noChangeArrowheads="1"/>
            </p:cNvSpPr>
            <p:nvPr/>
          </p:nvSpPr>
          <p:spPr bwMode="auto">
            <a:xfrm>
              <a:off x="2608" y="1764"/>
              <a:ext cx="2651" cy="1803"/>
            </a:xfrm>
            <a:custGeom>
              <a:avLst/>
              <a:gdLst>
                <a:gd name="T0" fmla="*/ 1 w 21600"/>
                <a:gd name="T1" fmla="*/ 0 h 21600"/>
                <a:gd name="T2" fmla="*/ 0 w 21600"/>
                <a:gd name="T3" fmla="*/ 0 h 21600"/>
                <a:gd name="T4" fmla="*/ 1 w 21600"/>
                <a:gd name="T5" fmla="*/ 0 h 21600"/>
                <a:gd name="T6" fmla="*/ 1 w 21600"/>
                <a:gd name="T7" fmla="*/ 0 h 21600"/>
                <a:gd name="T8" fmla="*/ 1 w 21600"/>
                <a:gd name="T9" fmla="*/ 0 h 21600"/>
                <a:gd name="T10" fmla="*/ 1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0 w 21600"/>
                <a:gd name="T19" fmla="*/ 3169 h 21600"/>
                <a:gd name="T20" fmla="*/ 18440 w 21600"/>
                <a:gd name="T21" fmla="*/ 18431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7924" y="16661"/>
                  </a:moveTo>
                  <a:cubicBezTo>
                    <a:pt x="19283" y="15010"/>
                    <a:pt x="20026" y="12938"/>
                    <a:pt x="20026" y="10800"/>
                  </a:cubicBezTo>
                  <a:cubicBezTo>
                    <a:pt x="20026" y="5704"/>
                    <a:pt x="15895" y="1574"/>
                    <a:pt x="10800" y="1574"/>
                  </a:cubicBezTo>
                  <a:cubicBezTo>
                    <a:pt x="9256" y="1573"/>
                    <a:pt x="7737" y="1961"/>
                    <a:pt x="6382" y="2700"/>
                  </a:cubicBezTo>
                  <a:lnTo>
                    <a:pt x="5628" y="1318"/>
                  </a:lnTo>
                  <a:cubicBezTo>
                    <a:pt x="7215" y="453"/>
                    <a:pt x="8993" y="-1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3303"/>
                    <a:pt x="20730" y="15728"/>
                    <a:pt x="19140" y="17661"/>
                  </a:cubicBezTo>
                  <a:lnTo>
                    <a:pt x="21225" y="19377"/>
                  </a:lnTo>
                  <a:lnTo>
                    <a:pt x="16317" y="19854"/>
                  </a:lnTo>
                  <a:lnTo>
                    <a:pt x="15839" y="14946"/>
                  </a:lnTo>
                  <a:lnTo>
                    <a:pt x="17924" y="16661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8" name="AutoShape 146"/>
            <p:cNvSpPr>
              <a:spLocks noChangeArrowheads="1"/>
            </p:cNvSpPr>
            <p:nvPr/>
          </p:nvSpPr>
          <p:spPr bwMode="auto">
            <a:xfrm rot="5572555" flipV="1">
              <a:off x="3603" y="3247"/>
              <a:ext cx="544" cy="36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76 w 21600"/>
                <a:gd name="T19" fmla="*/ 3154 h 21600"/>
                <a:gd name="T20" fmla="*/ 18424 w 21600"/>
                <a:gd name="T21" fmla="*/ 18446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6200" y="10800"/>
                  </a:moveTo>
                  <a:cubicBezTo>
                    <a:pt x="16200" y="7817"/>
                    <a:pt x="13782" y="5400"/>
                    <a:pt x="10800" y="5400"/>
                  </a:cubicBezTo>
                  <a:cubicBezTo>
                    <a:pt x="10716" y="5399"/>
                    <a:pt x="10633" y="5401"/>
                    <a:pt x="10550" y="5405"/>
                  </a:cubicBezTo>
                  <a:lnTo>
                    <a:pt x="10300" y="11"/>
                  </a:lnTo>
                  <a:cubicBezTo>
                    <a:pt x="10466" y="3"/>
                    <a:pt x="10633" y="-1"/>
                    <a:pt x="10800" y="0"/>
                  </a:cubicBezTo>
                  <a:cubicBezTo>
                    <a:pt x="16764" y="0"/>
                    <a:pt x="21599" y="4835"/>
                    <a:pt x="21600" y="10799"/>
                  </a:cubicBezTo>
                  <a:lnTo>
                    <a:pt x="21600" y="10800"/>
                  </a:lnTo>
                  <a:lnTo>
                    <a:pt x="24300" y="10800"/>
                  </a:lnTo>
                  <a:lnTo>
                    <a:pt x="18900" y="16200"/>
                  </a:lnTo>
                  <a:lnTo>
                    <a:pt x="13500" y="10800"/>
                  </a:lnTo>
                  <a:lnTo>
                    <a:pt x="16200" y="10800"/>
                  </a:lnTo>
                  <a:close/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fr-FR"/>
            </a:p>
          </p:txBody>
        </p:sp>
        <p:graphicFrame>
          <p:nvGraphicFramePr>
            <p:cNvPr id="139" name="Object 147"/>
            <p:cNvGraphicFramePr>
              <a:graphicFrameLocks noChangeAspect="1"/>
            </p:cNvGraphicFramePr>
            <p:nvPr/>
          </p:nvGraphicFramePr>
          <p:xfrm>
            <a:off x="4105" y="3475"/>
            <a:ext cx="952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647419" imgH="342751" progId="Equation.3">
                    <p:embed/>
                  </p:oleObj>
                </mc:Choice>
                <mc:Fallback>
                  <p:oleObj name="Equation" r:id="rId9" imgW="647419" imgH="342751" progId="Equation.3">
                    <p:embed/>
                    <p:pic>
                      <p:nvPicPr>
                        <p:cNvPr id="139" name="Object 1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3475"/>
                          <a:ext cx="952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0" name="Rectangle 148"/>
            <p:cNvSpPr>
              <a:spLocks noChangeArrowheads="1"/>
            </p:cNvSpPr>
            <p:nvPr/>
          </p:nvSpPr>
          <p:spPr bwMode="auto">
            <a:xfrm>
              <a:off x="4059" y="3475"/>
              <a:ext cx="998" cy="5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Object 149"/>
              <p:cNvSpPr txBox="1"/>
              <p:nvPr/>
            </p:nvSpPr>
            <p:spPr bwMode="auto">
              <a:xfrm>
                <a:off x="10525125" y="3252788"/>
                <a:ext cx="1620110" cy="874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fr-F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2000" dirty="0"/>
              </a:p>
            </p:txBody>
          </p:sp>
        </mc:Choice>
        <mc:Fallback>
          <p:sp>
            <p:nvSpPr>
              <p:cNvPr id="141" name="Object 1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25125" y="3252788"/>
                <a:ext cx="1620110" cy="87471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Object 130"/>
              <p:cNvSpPr txBox="1"/>
              <p:nvPr/>
            </p:nvSpPr>
            <p:spPr bwMode="auto">
              <a:xfrm>
                <a:off x="8026400" y="3228975"/>
                <a:ext cx="1509535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f>
                        <m:fPr>
                          <m:ctrlP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fr-F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2000" dirty="0"/>
              </a:p>
            </p:txBody>
          </p:sp>
        </mc:Choice>
        <mc:Fallback>
          <p:sp>
            <p:nvSpPr>
              <p:cNvPr id="127" name="Object 1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26400" y="3228975"/>
                <a:ext cx="1509535" cy="74295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ZoneTexte 141"/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369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Transformer : equivalent scheme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7134582" y="2502104"/>
            <a:ext cx="1228725" cy="1228725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7737832" y="2502104"/>
            <a:ext cx="1228725" cy="1228725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H="1">
            <a:off x="8825270" y="2254454"/>
            <a:ext cx="258762" cy="495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 flipH="1" flipV="1">
            <a:off x="8825270" y="3483179"/>
            <a:ext cx="258762" cy="4730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 flipH="1">
            <a:off x="5659795" y="2254454"/>
            <a:ext cx="1335087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 flipH="1">
            <a:off x="4867632" y="3956254"/>
            <a:ext cx="2127250" cy="476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 flipH="1">
            <a:off x="9084032" y="2254454"/>
            <a:ext cx="1111250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 flipH="1">
            <a:off x="9084032" y="3959429"/>
            <a:ext cx="107321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6" name="Arc 15"/>
          <p:cNvSpPr>
            <a:spLocks/>
          </p:cNvSpPr>
          <p:nvPr/>
        </p:nvSpPr>
        <p:spPr bwMode="auto">
          <a:xfrm>
            <a:off x="5523270" y="3503816"/>
            <a:ext cx="139700" cy="119063"/>
          </a:xfrm>
          <a:custGeom>
            <a:avLst/>
            <a:gdLst>
              <a:gd name="T0" fmla="*/ 244437145 w 21600"/>
              <a:gd name="T1" fmla="*/ 109918036 h 21600"/>
              <a:gd name="T2" fmla="*/ 0 w 21600"/>
              <a:gd name="T3" fmla="*/ 0 h 21600"/>
              <a:gd name="T4" fmla="*/ 244437145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Arc 16"/>
          <p:cNvSpPr>
            <a:spLocks/>
          </p:cNvSpPr>
          <p:nvPr/>
        </p:nvSpPr>
        <p:spPr bwMode="auto">
          <a:xfrm>
            <a:off x="5662970" y="3568904"/>
            <a:ext cx="141287" cy="53975"/>
          </a:xfrm>
          <a:custGeom>
            <a:avLst/>
            <a:gdLst>
              <a:gd name="T0" fmla="*/ 258640061 w 21600"/>
              <a:gd name="T1" fmla="*/ 0 h 21600"/>
              <a:gd name="T2" fmla="*/ 0 w 21600"/>
              <a:gd name="T3" fmla="*/ 2104493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" name="Arc 17"/>
          <p:cNvSpPr>
            <a:spLocks/>
          </p:cNvSpPr>
          <p:nvPr/>
        </p:nvSpPr>
        <p:spPr bwMode="auto">
          <a:xfrm>
            <a:off x="5523270" y="3514929"/>
            <a:ext cx="139700" cy="119062"/>
          </a:xfrm>
          <a:custGeom>
            <a:avLst/>
            <a:gdLst>
              <a:gd name="T0" fmla="*/ 0 w 21600"/>
              <a:gd name="T1" fmla="*/ 109913425 h 21600"/>
              <a:gd name="T2" fmla="*/ 244437145 w 21600"/>
              <a:gd name="T3" fmla="*/ 0 h 21600"/>
              <a:gd name="T4" fmla="*/ 244437145 w 21600"/>
              <a:gd name="T5" fmla="*/ 1099134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" name="Arc 18"/>
          <p:cNvSpPr>
            <a:spLocks/>
          </p:cNvSpPr>
          <p:nvPr/>
        </p:nvSpPr>
        <p:spPr bwMode="auto">
          <a:xfrm>
            <a:off x="5662970" y="3514929"/>
            <a:ext cx="141287" cy="53975"/>
          </a:xfrm>
          <a:custGeom>
            <a:avLst/>
            <a:gdLst>
              <a:gd name="T0" fmla="*/ 0 w 21600"/>
              <a:gd name="T1" fmla="*/ 0 h 21600"/>
              <a:gd name="T2" fmla="*/ 258640061 w 21600"/>
              <a:gd name="T3" fmla="*/ 2104493 h 21600"/>
              <a:gd name="T4" fmla="*/ 0 w 21600"/>
              <a:gd name="T5" fmla="*/ 2104493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" name="Arc 19"/>
          <p:cNvSpPr>
            <a:spLocks/>
          </p:cNvSpPr>
          <p:nvPr/>
        </p:nvSpPr>
        <p:spPr bwMode="auto">
          <a:xfrm>
            <a:off x="5523270" y="3375229"/>
            <a:ext cx="139700" cy="117475"/>
          </a:xfrm>
          <a:custGeom>
            <a:avLst/>
            <a:gdLst>
              <a:gd name="T0" fmla="*/ 244437145 w 21600"/>
              <a:gd name="T1" fmla="*/ 102780825 h 21600"/>
              <a:gd name="T2" fmla="*/ 0 w 21600"/>
              <a:gd name="T3" fmla="*/ 0 h 21600"/>
              <a:gd name="T4" fmla="*/ 244437145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Arc 20"/>
          <p:cNvSpPr>
            <a:spLocks/>
          </p:cNvSpPr>
          <p:nvPr/>
        </p:nvSpPr>
        <p:spPr bwMode="auto">
          <a:xfrm>
            <a:off x="5662970" y="3440316"/>
            <a:ext cx="141287" cy="52388"/>
          </a:xfrm>
          <a:custGeom>
            <a:avLst/>
            <a:gdLst>
              <a:gd name="T0" fmla="*/ 258640061 w 21600"/>
              <a:gd name="T1" fmla="*/ 0 h 21600"/>
              <a:gd name="T2" fmla="*/ 0 w 21600"/>
              <a:gd name="T3" fmla="*/ 1812775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2" name="Arc 21"/>
          <p:cNvSpPr>
            <a:spLocks/>
          </p:cNvSpPr>
          <p:nvPr/>
        </p:nvSpPr>
        <p:spPr bwMode="auto">
          <a:xfrm>
            <a:off x="5523270" y="3386341"/>
            <a:ext cx="139700" cy="117475"/>
          </a:xfrm>
          <a:custGeom>
            <a:avLst/>
            <a:gdLst>
              <a:gd name="T0" fmla="*/ 0 w 21600"/>
              <a:gd name="T1" fmla="*/ 102780825 h 21600"/>
              <a:gd name="T2" fmla="*/ 244437145 w 21600"/>
              <a:gd name="T3" fmla="*/ 0 h 21600"/>
              <a:gd name="T4" fmla="*/ 244437145 w 21600"/>
              <a:gd name="T5" fmla="*/ 1027808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" name="Arc 22"/>
          <p:cNvSpPr>
            <a:spLocks/>
          </p:cNvSpPr>
          <p:nvPr/>
        </p:nvSpPr>
        <p:spPr bwMode="auto">
          <a:xfrm>
            <a:off x="5662970" y="3386341"/>
            <a:ext cx="141287" cy="53975"/>
          </a:xfrm>
          <a:custGeom>
            <a:avLst/>
            <a:gdLst>
              <a:gd name="T0" fmla="*/ 0 w 21600"/>
              <a:gd name="T1" fmla="*/ 0 h 21600"/>
              <a:gd name="T2" fmla="*/ 258640061 w 21600"/>
              <a:gd name="T3" fmla="*/ 2104493 h 21600"/>
              <a:gd name="T4" fmla="*/ 0 w 21600"/>
              <a:gd name="T5" fmla="*/ 2104493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" name="Arc 23"/>
          <p:cNvSpPr>
            <a:spLocks/>
          </p:cNvSpPr>
          <p:nvPr/>
        </p:nvSpPr>
        <p:spPr bwMode="auto">
          <a:xfrm>
            <a:off x="5523270" y="3235529"/>
            <a:ext cx="139700" cy="128587"/>
          </a:xfrm>
          <a:custGeom>
            <a:avLst/>
            <a:gdLst>
              <a:gd name="T0" fmla="*/ 244437145 w 21600"/>
              <a:gd name="T1" fmla="*/ 158017727 h 21718"/>
              <a:gd name="T2" fmla="*/ 0 w 21600"/>
              <a:gd name="T3" fmla="*/ 0 h 21718"/>
              <a:gd name="T4" fmla="*/ 244437145 w 21600"/>
              <a:gd name="T5" fmla="*/ 859066 h 2171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718" fill="none" extrusionOk="0">
                <a:moveTo>
                  <a:pt x="21600" y="21718"/>
                </a:moveTo>
                <a:cubicBezTo>
                  <a:pt x="9670" y="21718"/>
                  <a:pt x="0" y="12047"/>
                  <a:pt x="0" y="118"/>
                </a:cubicBezTo>
                <a:cubicBezTo>
                  <a:pt x="-1" y="78"/>
                  <a:pt x="0" y="39"/>
                  <a:pt x="0" y="0"/>
                </a:cubicBezTo>
              </a:path>
              <a:path w="21600" h="21718" stroke="0" extrusionOk="0">
                <a:moveTo>
                  <a:pt x="21600" y="21718"/>
                </a:moveTo>
                <a:cubicBezTo>
                  <a:pt x="9670" y="21718"/>
                  <a:pt x="0" y="12047"/>
                  <a:pt x="0" y="118"/>
                </a:cubicBezTo>
                <a:cubicBezTo>
                  <a:pt x="-1" y="78"/>
                  <a:pt x="0" y="39"/>
                  <a:pt x="0" y="0"/>
                </a:cubicBezTo>
                <a:lnTo>
                  <a:pt x="21600" y="118"/>
                </a:lnTo>
                <a:lnTo>
                  <a:pt x="21600" y="21718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5" name="Arc 24"/>
          <p:cNvSpPr>
            <a:spLocks/>
          </p:cNvSpPr>
          <p:nvPr/>
        </p:nvSpPr>
        <p:spPr bwMode="auto">
          <a:xfrm>
            <a:off x="5662970" y="3310141"/>
            <a:ext cx="141287" cy="53975"/>
          </a:xfrm>
          <a:custGeom>
            <a:avLst/>
            <a:gdLst>
              <a:gd name="T0" fmla="*/ 258640061 w 21600"/>
              <a:gd name="T1" fmla="*/ 0 h 21600"/>
              <a:gd name="T2" fmla="*/ 0 w 21600"/>
              <a:gd name="T3" fmla="*/ 2104493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" name="Arc 25"/>
          <p:cNvSpPr>
            <a:spLocks/>
          </p:cNvSpPr>
          <p:nvPr/>
        </p:nvSpPr>
        <p:spPr bwMode="auto">
          <a:xfrm>
            <a:off x="5523270" y="3256166"/>
            <a:ext cx="139700" cy="119063"/>
          </a:xfrm>
          <a:custGeom>
            <a:avLst/>
            <a:gdLst>
              <a:gd name="T0" fmla="*/ 0 w 21600"/>
              <a:gd name="T1" fmla="*/ 109918036 h 21600"/>
              <a:gd name="T2" fmla="*/ 244437145 w 21600"/>
              <a:gd name="T3" fmla="*/ 0 h 21600"/>
              <a:gd name="T4" fmla="*/ 244437145 w 21600"/>
              <a:gd name="T5" fmla="*/ 10991803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7" name="Arc 26"/>
          <p:cNvSpPr>
            <a:spLocks/>
          </p:cNvSpPr>
          <p:nvPr/>
        </p:nvSpPr>
        <p:spPr bwMode="auto">
          <a:xfrm>
            <a:off x="5662970" y="3256166"/>
            <a:ext cx="141287" cy="53975"/>
          </a:xfrm>
          <a:custGeom>
            <a:avLst/>
            <a:gdLst>
              <a:gd name="T0" fmla="*/ 0 w 21600"/>
              <a:gd name="T1" fmla="*/ 0 h 21600"/>
              <a:gd name="T2" fmla="*/ 258640061 w 21600"/>
              <a:gd name="T3" fmla="*/ 2104493 h 21600"/>
              <a:gd name="T4" fmla="*/ 0 w 21600"/>
              <a:gd name="T5" fmla="*/ 2104493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8" name="Arc 27"/>
          <p:cNvSpPr>
            <a:spLocks/>
          </p:cNvSpPr>
          <p:nvPr/>
        </p:nvSpPr>
        <p:spPr bwMode="auto">
          <a:xfrm>
            <a:off x="5523270" y="3094241"/>
            <a:ext cx="139700" cy="119063"/>
          </a:xfrm>
          <a:custGeom>
            <a:avLst/>
            <a:gdLst>
              <a:gd name="T0" fmla="*/ 244437145 w 21600"/>
              <a:gd name="T1" fmla="*/ 109918036 h 21600"/>
              <a:gd name="T2" fmla="*/ 0 w 21600"/>
              <a:gd name="T3" fmla="*/ 0 h 21600"/>
              <a:gd name="T4" fmla="*/ 244437145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" name="Arc 28"/>
          <p:cNvSpPr>
            <a:spLocks/>
          </p:cNvSpPr>
          <p:nvPr/>
        </p:nvSpPr>
        <p:spPr bwMode="auto">
          <a:xfrm>
            <a:off x="5662970" y="3170441"/>
            <a:ext cx="141287" cy="42863"/>
          </a:xfrm>
          <a:custGeom>
            <a:avLst/>
            <a:gdLst>
              <a:gd name="T0" fmla="*/ 258603692 w 21600"/>
              <a:gd name="T1" fmla="*/ 0 h 21955"/>
              <a:gd name="T2" fmla="*/ 0 w 21600"/>
              <a:gd name="T3" fmla="*/ 622700 h 21955"/>
              <a:gd name="T4" fmla="*/ 0 w 21600"/>
              <a:gd name="T5" fmla="*/ 10066 h 2195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955" fill="none" extrusionOk="0">
                <a:moveTo>
                  <a:pt x="21597" y="-1"/>
                </a:moveTo>
                <a:cubicBezTo>
                  <a:pt x="21599" y="118"/>
                  <a:pt x="21600" y="236"/>
                  <a:pt x="21600" y="355"/>
                </a:cubicBezTo>
                <a:cubicBezTo>
                  <a:pt x="21600" y="12284"/>
                  <a:pt x="11929" y="21954"/>
                  <a:pt x="0" y="21955"/>
                </a:cubicBezTo>
              </a:path>
              <a:path w="21600" h="21955" stroke="0" extrusionOk="0">
                <a:moveTo>
                  <a:pt x="21597" y="-1"/>
                </a:moveTo>
                <a:cubicBezTo>
                  <a:pt x="21599" y="118"/>
                  <a:pt x="21600" y="236"/>
                  <a:pt x="21600" y="355"/>
                </a:cubicBezTo>
                <a:cubicBezTo>
                  <a:pt x="21600" y="12284"/>
                  <a:pt x="11929" y="21954"/>
                  <a:pt x="0" y="21955"/>
                </a:cubicBezTo>
                <a:lnTo>
                  <a:pt x="0" y="355"/>
                </a:lnTo>
                <a:lnTo>
                  <a:pt x="21597" y="-1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0" name="Arc 29"/>
          <p:cNvSpPr>
            <a:spLocks/>
          </p:cNvSpPr>
          <p:nvPr/>
        </p:nvSpPr>
        <p:spPr bwMode="auto">
          <a:xfrm>
            <a:off x="5523270" y="3127579"/>
            <a:ext cx="139700" cy="117475"/>
          </a:xfrm>
          <a:custGeom>
            <a:avLst/>
            <a:gdLst>
              <a:gd name="T0" fmla="*/ 0 w 21600"/>
              <a:gd name="T1" fmla="*/ 102780825 h 21600"/>
              <a:gd name="T2" fmla="*/ 244437145 w 21600"/>
              <a:gd name="T3" fmla="*/ 0 h 21600"/>
              <a:gd name="T4" fmla="*/ 244437145 w 21600"/>
              <a:gd name="T5" fmla="*/ 1027808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" name="Arc 30"/>
          <p:cNvSpPr>
            <a:spLocks/>
          </p:cNvSpPr>
          <p:nvPr/>
        </p:nvSpPr>
        <p:spPr bwMode="auto">
          <a:xfrm>
            <a:off x="5662970" y="3127579"/>
            <a:ext cx="141287" cy="53975"/>
          </a:xfrm>
          <a:custGeom>
            <a:avLst/>
            <a:gdLst>
              <a:gd name="T0" fmla="*/ 0 w 21600"/>
              <a:gd name="T1" fmla="*/ 0 h 21600"/>
              <a:gd name="T2" fmla="*/ 258640061 w 21600"/>
              <a:gd name="T3" fmla="*/ 2104493 h 21600"/>
              <a:gd name="T4" fmla="*/ 0 w 21600"/>
              <a:gd name="T5" fmla="*/ 2104493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" name="Arc 31"/>
          <p:cNvSpPr>
            <a:spLocks/>
          </p:cNvSpPr>
          <p:nvPr/>
        </p:nvSpPr>
        <p:spPr bwMode="auto">
          <a:xfrm>
            <a:off x="5523270" y="2965654"/>
            <a:ext cx="139700" cy="119062"/>
          </a:xfrm>
          <a:custGeom>
            <a:avLst/>
            <a:gdLst>
              <a:gd name="T0" fmla="*/ 244437145 w 21600"/>
              <a:gd name="T1" fmla="*/ 109913425 h 21600"/>
              <a:gd name="T2" fmla="*/ 0 w 21600"/>
              <a:gd name="T3" fmla="*/ 0 h 21600"/>
              <a:gd name="T4" fmla="*/ 244437145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" name="Arc 32"/>
          <p:cNvSpPr>
            <a:spLocks/>
          </p:cNvSpPr>
          <p:nvPr/>
        </p:nvSpPr>
        <p:spPr bwMode="auto">
          <a:xfrm>
            <a:off x="5662970" y="3040266"/>
            <a:ext cx="141287" cy="44450"/>
          </a:xfrm>
          <a:custGeom>
            <a:avLst/>
            <a:gdLst>
              <a:gd name="T0" fmla="*/ 258603692 w 21600"/>
              <a:gd name="T1" fmla="*/ 0 h 21955"/>
              <a:gd name="T2" fmla="*/ 0 w 21600"/>
              <a:gd name="T3" fmla="*/ 746831 h 21955"/>
              <a:gd name="T4" fmla="*/ 0 w 21600"/>
              <a:gd name="T5" fmla="*/ 12085 h 2195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955" fill="none" extrusionOk="0">
                <a:moveTo>
                  <a:pt x="21597" y="-1"/>
                </a:moveTo>
                <a:cubicBezTo>
                  <a:pt x="21599" y="118"/>
                  <a:pt x="21600" y="236"/>
                  <a:pt x="21600" y="355"/>
                </a:cubicBezTo>
                <a:cubicBezTo>
                  <a:pt x="21600" y="12284"/>
                  <a:pt x="11929" y="21954"/>
                  <a:pt x="0" y="21955"/>
                </a:cubicBezTo>
              </a:path>
              <a:path w="21600" h="21955" stroke="0" extrusionOk="0">
                <a:moveTo>
                  <a:pt x="21597" y="-1"/>
                </a:moveTo>
                <a:cubicBezTo>
                  <a:pt x="21599" y="118"/>
                  <a:pt x="21600" y="236"/>
                  <a:pt x="21600" y="355"/>
                </a:cubicBezTo>
                <a:cubicBezTo>
                  <a:pt x="21600" y="12284"/>
                  <a:pt x="11929" y="21954"/>
                  <a:pt x="0" y="21955"/>
                </a:cubicBezTo>
                <a:lnTo>
                  <a:pt x="0" y="355"/>
                </a:lnTo>
                <a:lnTo>
                  <a:pt x="21597" y="-1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4" name="Arc 33"/>
          <p:cNvSpPr>
            <a:spLocks/>
          </p:cNvSpPr>
          <p:nvPr/>
        </p:nvSpPr>
        <p:spPr bwMode="auto">
          <a:xfrm>
            <a:off x="5523270" y="2997404"/>
            <a:ext cx="139700" cy="119062"/>
          </a:xfrm>
          <a:custGeom>
            <a:avLst/>
            <a:gdLst>
              <a:gd name="T0" fmla="*/ 0 w 21600"/>
              <a:gd name="T1" fmla="*/ 109913425 h 21600"/>
              <a:gd name="T2" fmla="*/ 244437145 w 21600"/>
              <a:gd name="T3" fmla="*/ 0 h 21600"/>
              <a:gd name="T4" fmla="*/ 244437145 w 21600"/>
              <a:gd name="T5" fmla="*/ 10991342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5" name="Arc 34"/>
          <p:cNvSpPr>
            <a:spLocks/>
          </p:cNvSpPr>
          <p:nvPr/>
        </p:nvSpPr>
        <p:spPr bwMode="auto">
          <a:xfrm>
            <a:off x="5662970" y="2997404"/>
            <a:ext cx="141287" cy="53975"/>
          </a:xfrm>
          <a:custGeom>
            <a:avLst/>
            <a:gdLst>
              <a:gd name="T0" fmla="*/ 0 w 21600"/>
              <a:gd name="T1" fmla="*/ 0 h 21600"/>
              <a:gd name="T2" fmla="*/ 258640061 w 21600"/>
              <a:gd name="T3" fmla="*/ 2104493 h 21600"/>
              <a:gd name="T4" fmla="*/ 0 w 21600"/>
              <a:gd name="T5" fmla="*/ 2104493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6" name="Arc 35"/>
          <p:cNvSpPr>
            <a:spLocks/>
          </p:cNvSpPr>
          <p:nvPr/>
        </p:nvSpPr>
        <p:spPr bwMode="auto">
          <a:xfrm>
            <a:off x="5523270" y="2837066"/>
            <a:ext cx="139700" cy="117475"/>
          </a:xfrm>
          <a:custGeom>
            <a:avLst/>
            <a:gdLst>
              <a:gd name="T0" fmla="*/ 244437145 w 21600"/>
              <a:gd name="T1" fmla="*/ 102780825 h 21600"/>
              <a:gd name="T2" fmla="*/ 0 w 21600"/>
              <a:gd name="T3" fmla="*/ 0 h 21600"/>
              <a:gd name="T4" fmla="*/ 244437145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7" name="Arc 36"/>
          <p:cNvSpPr>
            <a:spLocks/>
          </p:cNvSpPr>
          <p:nvPr/>
        </p:nvSpPr>
        <p:spPr bwMode="auto">
          <a:xfrm>
            <a:off x="5662970" y="2911679"/>
            <a:ext cx="141287" cy="42862"/>
          </a:xfrm>
          <a:custGeom>
            <a:avLst/>
            <a:gdLst>
              <a:gd name="T0" fmla="*/ 258603692 w 21600"/>
              <a:gd name="T1" fmla="*/ 0 h 21955"/>
              <a:gd name="T2" fmla="*/ 0 w 21600"/>
              <a:gd name="T3" fmla="*/ 622628 h 21955"/>
              <a:gd name="T4" fmla="*/ 0 w 21600"/>
              <a:gd name="T5" fmla="*/ 10066 h 2195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955" fill="none" extrusionOk="0">
                <a:moveTo>
                  <a:pt x="21597" y="-1"/>
                </a:moveTo>
                <a:cubicBezTo>
                  <a:pt x="21599" y="118"/>
                  <a:pt x="21600" y="236"/>
                  <a:pt x="21600" y="355"/>
                </a:cubicBezTo>
                <a:cubicBezTo>
                  <a:pt x="21600" y="12284"/>
                  <a:pt x="11929" y="21954"/>
                  <a:pt x="0" y="21955"/>
                </a:cubicBezTo>
              </a:path>
              <a:path w="21600" h="21955" stroke="0" extrusionOk="0">
                <a:moveTo>
                  <a:pt x="21597" y="-1"/>
                </a:moveTo>
                <a:cubicBezTo>
                  <a:pt x="21599" y="118"/>
                  <a:pt x="21600" y="236"/>
                  <a:pt x="21600" y="355"/>
                </a:cubicBezTo>
                <a:cubicBezTo>
                  <a:pt x="21600" y="12284"/>
                  <a:pt x="11929" y="21954"/>
                  <a:pt x="0" y="21955"/>
                </a:cubicBezTo>
                <a:lnTo>
                  <a:pt x="0" y="355"/>
                </a:lnTo>
                <a:lnTo>
                  <a:pt x="21597" y="-1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8" name="Arc 37"/>
          <p:cNvSpPr>
            <a:spLocks/>
          </p:cNvSpPr>
          <p:nvPr/>
        </p:nvSpPr>
        <p:spPr bwMode="auto">
          <a:xfrm>
            <a:off x="5523270" y="2868816"/>
            <a:ext cx="139700" cy="119063"/>
          </a:xfrm>
          <a:custGeom>
            <a:avLst/>
            <a:gdLst>
              <a:gd name="T0" fmla="*/ 0 w 21600"/>
              <a:gd name="T1" fmla="*/ 109918036 h 21600"/>
              <a:gd name="T2" fmla="*/ 244437145 w 21600"/>
              <a:gd name="T3" fmla="*/ 0 h 21600"/>
              <a:gd name="T4" fmla="*/ 244437145 w 21600"/>
              <a:gd name="T5" fmla="*/ 10991803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9" name="Arc 38"/>
          <p:cNvSpPr>
            <a:spLocks/>
          </p:cNvSpPr>
          <p:nvPr/>
        </p:nvSpPr>
        <p:spPr bwMode="auto">
          <a:xfrm>
            <a:off x="5662970" y="2868816"/>
            <a:ext cx="141287" cy="53975"/>
          </a:xfrm>
          <a:custGeom>
            <a:avLst/>
            <a:gdLst>
              <a:gd name="T0" fmla="*/ 0 w 21600"/>
              <a:gd name="T1" fmla="*/ 0 h 21600"/>
              <a:gd name="T2" fmla="*/ 258640061 w 21600"/>
              <a:gd name="T3" fmla="*/ 2104493 h 21600"/>
              <a:gd name="T4" fmla="*/ 0 w 21600"/>
              <a:gd name="T5" fmla="*/ 2104493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0" name="Arc 39"/>
          <p:cNvSpPr>
            <a:spLocks/>
          </p:cNvSpPr>
          <p:nvPr/>
        </p:nvSpPr>
        <p:spPr bwMode="auto">
          <a:xfrm>
            <a:off x="5523270" y="2738641"/>
            <a:ext cx="139700" cy="119063"/>
          </a:xfrm>
          <a:custGeom>
            <a:avLst/>
            <a:gdLst>
              <a:gd name="T0" fmla="*/ 0 w 21600"/>
              <a:gd name="T1" fmla="*/ 109918036 h 21600"/>
              <a:gd name="T2" fmla="*/ 244437145 w 21600"/>
              <a:gd name="T3" fmla="*/ 0 h 21600"/>
              <a:gd name="T4" fmla="*/ 244437145 w 21600"/>
              <a:gd name="T5" fmla="*/ 10991803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70"/>
                  <a:pt x="9670" y="0"/>
                  <a:pt x="21599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" name="Arc 40"/>
          <p:cNvSpPr>
            <a:spLocks/>
          </p:cNvSpPr>
          <p:nvPr/>
        </p:nvSpPr>
        <p:spPr bwMode="auto">
          <a:xfrm>
            <a:off x="5523270" y="3633991"/>
            <a:ext cx="139700" cy="117475"/>
          </a:xfrm>
          <a:custGeom>
            <a:avLst/>
            <a:gdLst>
              <a:gd name="T0" fmla="*/ 244437145 w 21600"/>
              <a:gd name="T1" fmla="*/ 102780825 h 21600"/>
              <a:gd name="T2" fmla="*/ 0 w 21600"/>
              <a:gd name="T3" fmla="*/ 0 h 21600"/>
              <a:gd name="T4" fmla="*/ 244437145 w 21600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2" name="Line 41"/>
          <p:cNvSpPr>
            <a:spLocks noChangeShapeType="1"/>
          </p:cNvSpPr>
          <p:nvPr/>
        </p:nvSpPr>
        <p:spPr bwMode="auto">
          <a:xfrm flipV="1">
            <a:off x="5642332" y="2621166"/>
            <a:ext cx="1588" cy="1079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3" name="Line 42"/>
          <p:cNvSpPr>
            <a:spLocks noChangeShapeType="1"/>
          </p:cNvSpPr>
          <p:nvPr/>
        </p:nvSpPr>
        <p:spPr bwMode="auto">
          <a:xfrm flipV="1">
            <a:off x="5642332" y="3741941"/>
            <a:ext cx="1588" cy="1063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4" name="Line 43"/>
          <p:cNvSpPr>
            <a:spLocks noChangeShapeType="1"/>
          </p:cNvSpPr>
          <p:nvPr/>
        </p:nvSpPr>
        <p:spPr bwMode="auto">
          <a:xfrm>
            <a:off x="6994882" y="2254454"/>
            <a:ext cx="258763" cy="495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5" name="Line 44"/>
          <p:cNvSpPr>
            <a:spLocks noChangeShapeType="1"/>
          </p:cNvSpPr>
          <p:nvPr/>
        </p:nvSpPr>
        <p:spPr bwMode="auto">
          <a:xfrm flipV="1">
            <a:off x="6994882" y="3483179"/>
            <a:ext cx="258763" cy="4730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6" name="Freeform 45"/>
          <p:cNvSpPr>
            <a:spLocks/>
          </p:cNvSpPr>
          <p:nvPr/>
        </p:nvSpPr>
        <p:spPr bwMode="auto">
          <a:xfrm>
            <a:off x="5577245" y="2448129"/>
            <a:ext cx="150812" cy="301625"/>
          </a:xfrm>
          <a:custGeom>
            <a:avLst/>
            <a:gdLst>
              <a:gd name="T0" fmla="*/ 2147483646 w 56"/>
              <a:gd name="T1" fmla="*/ 2147483646 h 112"/>
              <a:gd name="T2" fmla="*/ 0 w 56"/>
              <a:gd name="T3" fmla="*/ 0 h 112"/>
              <a:gd name="T4" fmla="*/ 2147483646 w 56"/>
              <a:gd name="T5" fmla="*/ 0 h 112"/>
              <a:gd name="T6" fmla="*/ 2147483646 w 56"/>
              <a:gd name="T7" fmla="*/ 0 h 112"/>
              <a:gd name="T8" fmla="*/ 2147483646 w 56"/>
              <a:gd name="T9" fmla="*/ 2147483646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12">
                <a:moveTo>
                  <a:pt x="24" y="112"/>
                </a:moveTo>
                <a:lnTo>
                  <a:pt x="0" y="0"/>
                </a:lnTo>
                <a:lnTo>
                  <a:pt x="24" y="0"/>
                </a:lnTo>
                <a:lnTo>
                  <a:pt x="56" y="0"/>
                </a:lnTo>
                <a:lnTo>
                  <a:pt x="24" y="1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7" name="Line 46"/>
          <p:cNvSpPr>
            <a:spLocks noChangeShapeType="1"/>
          </p:cNvSpPr>
          <p:nvPr/>
        </p:nvSpPr>
        <p:spPr bwMode="auto">
          <a:xfrm flipV="1">
            <a:off x="5642332" y="2254454"/>
            <a:ext cx="1588" cy="1936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8" name="Line 47"/>
          <p:cNvSpPr>
            <a:spLocks noChangeShapeType="1"/>
          </p:cNvSpPr>
          <p:nvPr/>
        </p:nvSpPr>
        <p:spPr bwMode="auto">
          <a:xfrm flipV="1">
            <a:off x="5642332" y="3848304"/>
            <a:ext cx="1588" cy="1079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9" name="Freeform 48"/>
          <p:cNvSpPr>
            <a:spLocks/>
          </p:cNvSpPr>
          <p:nvPr/>
        </p:nvSpPr>
        <p:spPr bwMode="auto">
          <a:xfrm>
            <a:off x="6585307" y="2189366"/>
            <a:ext cx="301625" cy="150813"/>
          </a:xfrm>
          <a:custGeom>
            <a:avLst/>
            <a:gdLst>
              <a:gd name="T0" fmla="*/ 2147483646 w 112"/>
              <a:gd name="T1" fmla="*/ 2147483646 h 56"/>
              <a:gd name="T2" fmla="*/ 0 w 112"/>
              <a:gd name="T3" fmla="*/ 2147483646 h 56"/>
              <a:gd name="T4" fmla="*/ 0 w 112"/>
              <a:gd name="T5" fmla="*/ 2147483646 h 56"/>
              <a:gd name="T6" fmla="*/ 0 w 112"/>
              <a:gd name="T7" fmla="*/ 0 h 56"/>
              <a:gd name="T8" fmla="*/ 2147483646 w 112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56">
                <a:moveTo>
                  <a:pt x="112" y="24"/>
                </a:moveTo>
                <a:lnTo>
                  <a:pt x="0" y="56"/>
                </a:lnTo>
                <a:lnTo>
                  <a:pt x="0" y="24"/>
                </a:lnTo>
                <a:lnTo>
                  <a:pt x="0" y="0"/>
                </a:lnTo>
                <a:lnTo>
                  <a:pt x="112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" name="Line 49"/>
          <p:cNvSpPr>
            <a:spLocks noChangeShapeType="1"/>
          </p:cNvSpPr>
          <p:nvPr/>
        </p:nvSpPr>
        <p:spPr bwMode="auto">
          <a:xfrm flipH="1" flipV="1">
            <a:off x="4867632" y="2246516"/>
            <a:ext cx="1096963" cy="79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1" name="Freeform 50"/>
          <p:cNvSpPr>
            <a:spLocks/>
          </p:cNvSpPr>
          <p:nvPr/>
        </p:nvSpPr>
        <p:spPr bwMode="auto">
          <a:xfrm>
            <a:off x="5232757" y="2189366"/>
            <a:ext cx="301625" cy="150813"/>
          </a:xfrm>
          <a:custGeom>
            <a:avLst/>
            <a:gdLst>
              <a:gd name="T0" fmla="*/ 2147483646 w 112"/>
              <a:gd name="T1" fmla="*/ 2147483646 h 56"/>
              <a:gd name="T2" fmla="*/ 0 w 112"/>
              <a:gd name="T3" fmla="*/ 2147483646 h 56"/>
              <a:gd name="T4" fmla="*/ 0 w 112"/>
              <a:gd name="T5" fmla="*/ 2147483646 h 56"/>
              <a:gd name="T6" fmla="*/ 0 w 112"/>
              <a:gd name="T7" fmla="*/ 0 h 56"/>
              <a:gd name="T8" fmla="*/ 2147483646 w 112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56">
                <a:moveTo>
                  <a:pt x="112" y="24"/>
                </a:moveTo>
                <a:lnTo>
                  <a:pt x="0" y="56"/>
                </a:lnTo>
                <a:lnTo>
                  <a:pt x="0" y="24"/>
                </a:lnTo>
                <a:lnTo>
                  <a:pt x="0" y="0"/>
                </a:lnTo>
                <a:lnTo>
                  <a:pt x="112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2" name="Line 51"/>
          <p:cNvSpPr>
            <a:spLocks noChangeShapeType="1"/>
          </p:cNvSpPr>
          <p:nvPr/>
        </p:nvSpPr>
        <p:spPr bwMode="auto">
          <a:xfrm flipH="1">
            <a:off x="5039082" y="2244928"/>
            <a:ext cx="193675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3" name="Freeform 52"/>
          <p:cNvSpPr>
            <a:spLocks/>
          </p:cNvSpPr>
          <p:nvPr/>
        </p:nvSpPr>
        <p:spPr bwMode="auto">
          <a:xfrm flipH="1">
            <a:off x="9403120" y="2198891"/>
            <a:ext cx="349250" cy="130175"/>
          </a:xfrm>
          <a:custGeom>
            <a:avLst/>
            <a:gdLst>
              <a:gd name="T0" fmla="*/ 2147483646 w 112"/>
              <a:gd name="T1" fmla="*/ 2147483646 h 56"/>
              <a:gd name="T2" fmla="*/ 0 w 112"/>
              <a:gd name="T3" fmla="*/ 2147483646 h 56"/>
              <a:gd name="T4" fmla="*/ 0 w 112"/>
              <a:gd name="T5" fmla="*/ 2147483646 h 56"/>
              <a:gd name="T6" fmla="*/ 0 w 112"/>
              <a:gd name="T7" fmla="*/ 0 h 56"/>
              <a:gd name="T8" fmla="*/ 2147483646 w 112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2" h="56">
                <a:moveTo>
                  <a:pt x="112" y="24"/>
                </a:moveTo>
                <a:lnTo>
                  <a:pt x="0" y="56"/>
                </a:lnTo>
                <a:lnTo>
                  <a:pt x="0" y="24"/>
                </a:lnTo>
                <a:lnTo>
                  <a:pt x="0" y="0"/>
                </a:lnTo>
                <a:lnTo>
                  <a:pt x="112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4" name="Line 53"/>
          <p:cNvSpPr>
            <a:spLocks noChangeShapeType="1"/>
          </p:cNvSpPr>
          <p:nvPr/>
        </p:nvSpPr>
        <p:spPr bwMode="auto">
          <a:xfrm flipH="1">
            <a:off x="9558695" y="2254454"/>
            <a:ext cx="193675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5" name="Freeform 54"/>
          <p:cNvSpPr>
            <a:spLocks/>
          </p:cNvSpPr>
          <p:nvPr/>
        </p:nvSpPr>
        <p:spPr bwMode="auto">
          <a:xfrm>
            <a:off x="9907945" y="2390979"/>
            <a:ext cx="150812" cy="301625"/>
          </a:xfrm>
          <a:custGeom>
            <a:avLst/>
            <a:gdLst>
              <a:gd name="T0" fmla="*/ 2147483646 w 56"/>
              <a:gd name="T1" fmla="*/ 0 h 112"/>
              <a:gd name="T2" fmla="*/ 2147483646 w 56"/>
              <a:gd name="T3" fmla="*/ 2147483646 h 112"/>
              <a:gd name="T4" fmla="*/ 2147483646 w 56"/>
              <a:gd name="T5" fmla="*/ 2147483646 h 112"/>
              <a:gd name="T6" fmla="*/ 0 w 56"/>
              <a:gd name="T7" fmla="*/ 2147483646 h 112"/>
              <a:gd name="T8" fmla="*/ 2147483646 w 56"/>
              <a:gd name="T9" fmla="*/ 0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12">
                <a:moveTo>
                  <a:pt x="32" y="0"/>
                </a:moveTo>
                <a:lnTo>
                  <a:pt x="56" y="112"/>
                </a:lnTo>
                <a:lnTo>
                  <a:pt x="32" y="112"/>
                </a:lnTo>
                <a:lnTo>
                  <a:pt x="0" y="112"/>
                </a:lnTo>
                <a:lnTo>
                  <a:pt x="3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6" name="Line 55"/>
          <p:cNvSpPr>
            <a:spLocks noChangeShapeType="1"/>
          </p:cNvSpPr>
          <p:nvPr/>
        </p:nvSpPr>
        <p:spPr bwMode="auto">
          <a:xfrm>
            <a:off x="9979383" y="2522741"/>
            <a:ext cx="0" cy="126626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7" name="Freeform 56"/>
          <p:cNvSpPr>
            <a:spLocks/>
          </p:cNvSpPr>
          <p:nvPr/>
        </p:nvSpPr>
        <p:spPr bwMode="auto">
          <a:xfrm>
            <a:off x="3842999" y="2367166"/>
            <a:ext cx="150813" cy="301625"/>
          </a:xfrm>
          <a:custGeom>
            <a:avLst/>
            <a:gdLst>
              <a:gd name="T0" fmla="*/ 2147483646 w 56"/>
              <a:gd name="T1" fmla="*/ 0 h 112"/>
              <a:gd name="T2" fmla="*/ 2147483646 w 56"/>
              <a:gd name="T3" fmla="*/ 2147483646 h 112"/>
              <a:gd name="T4" fmla="*/ 2147483646 w 56"/>
              <a:gd name="T5" fmla="*/ 2147483646 h 112"/>
              <a:gd name="T6" fmla="*/ 0 w 56"/>
              <a:gd name="T7" fmla="*/ 2147483646 h 112"/>
              <a:gd name="T8" fmla="*/ 2147483646 w 56"/>
              <a:gd name="T9" fmla="*/ 0 h 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6" h="112">
                <a:moveTo>
                  <a:pt x="24" y="0"/>
                </a:moveTo>
                <a:lnTo>
                  <a:pt x="56" y="112"/>
                </a:lnTo>
                <a:lnTo>
                  <a:pt x="24" y="112"/>
                </a:lnTo>
                <a:lnTo>
                  <a:pt x="0" y="112"/>
                </a:lnTo>
                <a:lnTo>
                  <a:pt x="2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8" name="Line 57"/>
          <p:cNvSpPr>
            <a:spLocks noChangeShapeType="1"/>
          </p:cNvSpPr>
          <p:nvPr/>
        </p:nvSpPr>
        <p:spPr bwMode="auto">
          <a:xfrm>
            <a:off x="3906499" y="2668791"/>
            <a:ext cx="3175" cy="1163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9" name="Rectangle 58"/>
          <p:cNvSpPr>
            <a:spLocks noChangeArrowheads="1"/>
          </p:cNvSpPr>
          <p:nvPr/>
        </p:nvSpPr>
        <p:spPr bwMode="auto">
          <a:xfrm>
            <a:off x="8007707" y="2017916"/>
            <a:ext cx="1905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 b="1">
                <a:latin typeface="Times" panose="02020603050405020304" pitchFamily="18" charset="0"/>
              </a:rPr>
              <a:t>m</a:t>
            </a: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" name="Rectangle 59"/>
          <p:cNvSpPr>
            <a:spLocks noChangeArrowheads="1"/>
          </p:cNvSpPr>
          <p:nvPr/>
        </p:nvSpPr>
        <p:spPr bwMode="auto">
          <a:xfrm>
            <a:off x="3433424" y="2864054"/>
            <a:ext cx="7461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200">
                <a:latin typeface="Times" panose="02020603050405020304" pitchFamily="18" charset="0"/>
              </a:rPr>
              <a:t>v</a:t>
            </a: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3584237" y="3035504"/>
            <a:ext cx="57150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900">
                <a:latin typeface="Times" panose="02020603050405020304" pitchFamily="18" charset="0"/>
              </a:rPr>
              <a:t>1</a:t>
            </a: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9692045" y="2967241"/>
            <a:ext cx="7302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200">
                <a:latin typeface="Times" panose="02020603050405020304" pitchFamily="18" charset="0"/>
              </a:rPr>
              <a:t>v</a:t>
            </a: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" name="Rectangle 62"/>
          <p:cNvSpPr>
            <a:spLocks noChangeArrowheads="1"/>
          </p:cNvSpPr>
          <p:nvPr/>
        </p:nvSpPr>
        <p:spPr bwMode="auto">
          <a:xfrm>
            <a:off x="9842857" y="3138691"/>
            <a:ext cx="5715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900">
                <a:latin typeface="Times" panose="02020603050405020304" pitchFamily="18" charset="0"/>
              </a:rPr>
              <a:t>2</a:t>
            </a: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" name="Rectangle 63"/>
          <p:cNvSpPr>
            <a:spLocks noChangeArrowheads="1"/>
          </p:cNvSpPr>
          <p:nvPr/>
        </p:nvSpPr>
        <p:spPr bwMode="auto">
          <a:xfrm>
            <a:off x="9601557" y="1802016"/>
            <a:ext cx="42863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200">
                <a:latin typeface="Times" panose="02020603050405020304" pitchFamily="18" charset="0"/>
              </a:rPr>
              <a:t>i</a:t>
            </a: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" name="Rectangle 64"/>
          <p:cNvSpPr>
            <a:spLocks noChangeArrowheads="1"/>
          </p:cNvSpPr>
          <p:nvPr/>
        </p:nvSpPr>
        <p:spPr bwMode="auto">
          <a:xfrm>
            <a:off x="9709507" y="1930604"/>
            <a:ext cx="55563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900">
                <a:latin typeface="Times" panose="02020603050405020304" pitchFamily="18" charset="0"/>
              </a:rPr>
              <a:t>2</a:t>
            </a: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" name="Rectangle 65"/>
          <p:cNvSpPr>
            <a:spLocks noChangeArrowheads="1"/>
          </p:cNvSpPr>
          <p:nvPr/>
        </p:nvSpPr>
        <p:spPr bwMode="auto">
          <a:xfrm>
            <a:off x="5059720" y="1802016"/>
            <a:ext cx="4445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200">
                <a:latin typeface="Times" panose="02020603050405020304" pitchFamily="18" charset="0"/>
              </a:rPr>
              <a:t>i</a:t>
            </a: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" name="Rectangle 66"/>
          <p:cNvSpPr>
            <a:spLocks noChangeArrowheads="1"/>
          </p:cNvSpPr>
          <p:nvPr/>
        </p:nvSpPr>
        <p:spPr bwMode="auto">
          <a:xfrm>
            <a:off x="5167670" y="1930604"/>
            <a:ext cx="571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900">
                <a:latin typeface="Times" panose="02020603050405020304" pitchFamily="18" charset="0"/>
              </a:rPr>
              <a:t>1</a:t>
            </a: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" name="Rectangle 67"/>
          <p:cNvSpPr>
            <a:spLocks noChangeArrowheads="1"/>
          </p:cNvSpPr>
          <p:nvPr/>
        </p:nvSpPr>
        <p:spPr bwMode="auto">
          <a:xfrm>
            <a:off x="6628170" y="1802016"/>
            <a:ext cx="7143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200">
                <a:latin typeface="Times" panose="02020603050405020304" pitchFamily="18" charset="0"/>
              </a:rPr>
              <a:t>i'</a:t>
            </a: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" name="Rectangle 68"/>
          <p:cNvSpPr>
            <a:spLocks noChangeArrowheads="1"/>
          </p:cNvSpPr>
          <p:nvPr/>
        </p:nvSpPr>
        <p:spPr bwMode="auto">
          <a:xfrm>
            <a:off x="6778982" y="1930604"/>
            <a:ext cx="5715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900">
                <a:latin typeface="Times" panose="02020603050405020304" pitchFamily="18" charset="0"/>
              </a:rPr>
              <a:t>1</a:t>
            </a: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Rectangle 69"/>
          <p:cNvSpPr>
            <a:spLocks noChangeArrowheads="1"/>
          </p:cNvSpPr>
          <p:nvPr/>
        </p:nvSpPr>
        <p:spPr bwMode="auto">
          <a:xfrm>
            <a:off x="5793145" y="2427491"/>
            <a:ext cx="428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200">
                <a:latin typeface="Times" panose="02020603050405020304" pitchFamily="18" charset="0"/>
              </a:rPr>
              <a:t>i</a:t>
            </a: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5856645" y="2533854"/>
            <a:ext cx="115887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900">
                <a:latin typeface="Times" panose="02020603050405020304" pitchFamily="18" charset="0"/>
              </a:rPr>
              <a:t>10</a:t>
            </a: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" name="Oval 71"/>
          <p:cNvSpPr>
            <a:spLocks noChangeArrowheads="1"/>
          </p:cNvSpPr>
          <p:nvPr/>
        </p:nvSpPr>
        <p:spPr bwMode="auto">
          <a:xfrm>
            <a:off x="6963132" y="2695779"/>
            <a:ext cx="107950" cy="13017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" name="Oval 72"/>
          <p:cNvSpPr>
            <a:spLocks noChangeArrowheads="1"/>
          </p:cNvSpPr>
          <p:nvPr/>
        </p:nvSpPr>
        <p:spPr bwMode="auto">
          <a:xfrm>
            <a:off x="9030057" y="2695779"/>
            <a:ext cx="130175" cy="130175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" name="Rectangle 73"/>
          <p:cNvSpPr>
            <a:spLocks noChangeArrowheads="1"/>
          </p:cNvSpPr>
          <p:nvPr/>
        </p:nvSpPr>
        <p:spPr bwMode="auto">
          <a:xfrm>
            <a:off x="5943957" y="3008516"/>
            <a:ext cx="1524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200" b="1">
                <a:latin typeface="Times" panose="02020603050405020304" pitchFamily="18" charset="0"/>
              </a:rPr>
              <a:t>L</a:t>
            </a:r>
            <a:r>
              <a:rPr lang="fr-FR" altLang="fr-FR" sz="1200" b="1" baseline="-25000">
                <a:latin typeface="Times" panose="02020603050405020304" pitchFamily="18" charset="0"/>
              </a:rPr>
              <a:t>1</a:t>
            </a:r>
            <a:endParaRPr lang="fr-FR" altLang="fr-FR" sz="18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5" name="Group 74"/>
          <p:cNvGrpSpPr>
            <a:grpSpLocks/>
          </p:cNvGrpSpPr>
          <p:nvPr/>
        </p:nvGrpSpPr>
        <p:grpSpPr bwMode="auto">
          <a:xfrm>
            <a:off x="6236057" y="2246516"/>
            <a:ext cx="503238" cy="1728788"/>
            <a:chOff x="2064" y="1434"/>
            <a:chExt cx="317" cy="1089"/>
          </a:xfrm>
        </p:grpSpPr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2064" y="1706"/>
              <a:ext cx="181" cy="59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" name="Line 76"/>
            <p:cNvSpPr>
              <a:spLocks noChangeShapeType="1"/>
            </p:cNvSpPr>
            <p:nvPr/>
          </p:nvSpPr>
          <p:spPr bwMode="auto">
            <a:xfrm>
              <a:off x="2154" y="143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8" name="Line 77"/>
            <p:cNvSpPr>
              <a:spLocks noChangeShapeType="1"/>
            </p:cNvSpPr>
            <p:nvPr/>
          </p:nvSpPr>
          <p:spPr bwMode="auto">
            <a:xfrm>
              <a:off x="2154" y="2296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Rectangle 78"/>
            <p:cNvSpPr>
              <a:spLocks noChangeArrowheads="1"/>
            </p:cNvSpPr>
            <p:nvPr/>
          </p:nvSpPr>
          <p:spPr bwMode="auto">
            <a:xfrm>
              <a:off x="2290" y="1979"/>
              <a:ext cx="9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200" b="1">
                  <a:latin typeface="Times" panose="02020603050405020304" pitchFamily="18" charset="0"/>
                </a:rPr>
                <a:t>R</a:t>
              </a:r>
              <a:r>
                <a:rPr lang="fr-FR" altLang="fr-FR" sz="1200" b="1" baseline="-25000">
                  <a:latin typeface="Times" panose="02020603050405020304" pitchFamily="18" charset="0"/>
                </a:rPr>
                <a:t>f</a:t>
              </a:r>
              <a:endParaRPr lang="fr-FR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0" name="Group 79"/>
          <p:cNvGrpSpPr>
            <a:grpSpLocks/>
          </p:cNvGrpSpPr>
          <p:nvPr/>
        </p:nvGrpSpPr>
        <p:grpSpPr bwMode="auto">
          <a:xfrm>
            <a:off x="4156432" y="1887402"/>
            <a:ext cx="720725" cy="433387"/>
            <a:chOff x="4558" y="1207"/>
            <a:chExt cx="454" cy="273"/>
          </a:xfrm>
        </p:grpSpPr>
        <p:sp>
          <p:nvSpPr>
            <p:cNvPr id="81" name="Rectangle 80"/>
            <p:cNvSpPr>
              <a:spLocks noChangeArrowheads="1"/>
            </p:cNvSpPr>
            <p:nvPr/>
          </p:nvSpPr>
          <p:spPr bwMode="auto">
            <a:xfrm>
              <a:off x="4558" y="1389"/>
              <a:ext cx="363" cy="9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" name="Line 81"/>
            <p:cNvSpPr>
              <a:spLocks noChangeShapeType="1"/>
            </p:cNvSpPr>
            <p:nvPr/>
          </p:nvSpPr>
          <p:spPr bwMode="auto">
            <a:xfrm>
              <a:off x="4921" y="1434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Rectangle 82"/>
            <p:cNvSpPr>
              <a:spLocks noChangeArrowheads="1"/>
            </p:cNvSpPr>
            <p:nvPr/>
          </p:nvSpPr>
          <p:spPr bwMode="auto">
            <a:xfrm>
              <a:off x="4694" y="1207"/>
              <a:ext cx="4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200" b="1">
                  <a:latin typeface="Times" panose="02020603050405020304" pitchFamily="18" charset="0"/>
                </a:rPr>
                <a:t>r</a:t>
              </a:r>
              <a:endParaRPr lang="fr-FR" altLang="fr-FR" sz="18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4" name="Text Box 83"/>
          <p:cNvSpPr txBox="1">
            <a:spLocks noChangeArrowheads="1"/>
          </p:cNvSpPr>
          <p:nvPr/>
        </p:nvSpPr>
        <p:spPr bwMode="auto">
          <a:xfrm>
            <a:off x="4475520" y="4827230"/>
            <a:ext cx="597791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L</a:t>
            </a:r>
            <a:r>
              <a:rPr lang="en-CA" altLang="fr-FR" sz="2400" b="1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 : Magnetizing inductance (at primary side)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i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CA" altLang="fr-FR" sz="2400" b="1" i="1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f</a:t>
            </a: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 : ferromagnetic losses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r : Joule loss (or </a:t>
            </a:r>
            <a:r>
              <a:rPr lang="en-CA" altLang="fr-FR" sz="2400" b="1" i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ohmic</a:t>
            </a: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 loss)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i="1" dirty="0">
                <a:solidFill>
                  <a:schemeClr val="tx1"/>
                </a:solidFill>
                <a:latin typeface="Symbol" panose="05050102010706020507" pitchFamily="18" charset="2"/>
              </a:rPr>
              <a:t>l</a:t>
            </a: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 : leakage inductance</a:t>
            </a:r>
          </a:p>
        </p:txBody>
      </p:sp>
      <p:grpSp>
        <p:nvGrpSpPr>
          <p:cNvPr id="85" name="Group 84"/>
          <p:cNvGrpSpPr>
            <a:grpSpLocks/>
          </p:cNvGrpSpPr>
          <p:nvPr/>
        </p:nvGrpSpPr>
        <p:grpSpPr bwMode="auto">
          <a:xfrm>
            <a:off x="3990538" y="3457778"/>
            <a:ext cx="935038" cy="649287"/>
            <a:chOff x="4332" y="2205"/>
            <a:chExt cx="589" cy="409"/>
          </a:xfrm>
        </p:grpSpPr>
        <p:grpSp>
          <p:nvGrpSpPr>
            <p:cNvPr id="86" name="Group 85"/>
            <p:cNvGrpSpPr>
              <a:grpSpLocks/>
            </p:cNvGrpSpPr>
            <p:nvPr/>
          </p:nvGrpSpPr>
          <p:grpSpPr bwMode="auto">
            <a:xfrm rot="5400000">
              <a:off x="4496" y="2279"/>
              <a:ext cx="171" cy="499"/>
              <a:chOff x="1122" y="3008"/>
              <a:chExt cx="177" cy="841"/>
            </a:xfrm>
          </p:grpSpPr>
          <p:sp>
            <p:nvSpPr>
              <p:cNvPr id="89" name="Arc 86"/>
              <p:cNvSpPr>
                <a:spLocks/>
              </p:cNvSpPr>
              <p:nvPr/>
            </p:nvSpPr>
            <p:spPr bwMode="auto">
              <a:xfrm>
                <a:off x="1122" y="3564"/>
                <a:ext cx="88" cy="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0" name="Arc 87"/>
              <p:cNvSpPr>
                <a:spLocks/>
              </p:cNvSpPr>
              <p:nvPr/>
            </p:nvSpPr>
            <p:spPr bwMode="auto">
              <a:xfrm>
                <a:off x="1210" y="3605"/>
                <a:ext cx="89" cy="3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1" name="Arc 88"/>
              <p:cNvSpPr>
                <a:spLocks/>
              </p:cNvSpPr>
              <p:nvPr/>
            </p:nvSpPr>
            <p:spPr bwMode="auto">
              <a:xfrm>
                <a:off x="1122" y="3571"/>
                <a:ext cx="88" cy="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2" name="Arc 89"/>
              <p:cNvSpPr>
                <a:spLocks/>
              </p:cNvSpPr>
              <p:nvPr/>
            </p:nvSpPr>
            <p:spPr bwMode="auto">
              <a:xfrm>
                <a:off x="1210" y="3571"/>
                <a:ext cx="89" cy="3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3" name="Arc 90"/>
              <p:cNvSpPr>
                <a:spLocks/>
              </p:cNvSpPr>
              <p:nvPr/>
            </p:nvSpPr>
            <p:spPr bwMode="auto">
              <a:xfrm>
                <a:off x="1122" y="3483"/>
                <a:ext cx="88" cy="7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4" name="Arc 91"/>
              <p:cNvSpPr>
                <a:spLocks/>
              </p:cNvSpPr>
              <p:nvPr/>
            </p:nvSpPr>
            <p:spPr bwMode="auto">
              <a:xfrm>
                <a:off x="1210" y="3524"/>
                <a:ext cx="89" cy="3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5" name="Arc 92"/>
              <p:cNvSpPr>
                <a:spLocks/>
              </p:cNvSpPr>
              <p:nvPr/>
            </p:nvSpPr>
            <p:spPr bwMode="auto">
              <a:xfrm>
                <a:off x="1122" y="3490"/>
                <a:ext cx="88" cy="7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6" name="Arc 93"/>
              <p:cNvSpPr>
                <a:spLocks/>
              </p:cNvSpPr>
              <p:nvPr/>
            </p:nvSpPr>
            <p:spPr bwMode="auto">
              <a:xfrm>
                <a:off x="1210" y="3490"/>
                <a:ext cx="89" cy="3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7" name="Arc 94"/>
              <p:cNvSpPr>
                <a:spLocks/>
              </p:cNvSpPr>
              <p:nvPr/>
            </p:nvSpPr>
            <p:spPr bwMode="auto">
              <a:xfrm>
                <a:off x="1122" y="3395"/>
                <a:ext cx="88" cy="81"/>
              </a:xfrm>
              <a:custGeom>
                <a:avLst/>
                <a:gdLst>
                  <a:gd name="T0" fmla="*/ 0 w 21600"/>
                  <a:gd name="T1" fmla="*/ 0 h 21718"/>
                  <a:gd name="T2" fmla="*/ 0 w 21600"/>
                  <a:gd name="T3" fmla="*/ 0 h 21718"/>
                  <a:gd name="T4" fmla="*/ 0 w 21600"/>
                  <a:gd name="T5" fmla="*/ 0 h 217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718" fill="none" extrusionOk="0">
                    <a:moveTo>
                      <a:pt x="21600" y="21718"/>
                    </a:moveTo>
                    <a:cubicBezTo>
                      <a:pt x="9670" y="21718"/>
                      <a:pt x="0" y="12047"/>
                      <a:pt x="0" y="118"/>
                    </a:cubicBezTo>
                    <a:cubicBezTo>
                      <a:pt x="-1" y="78"/>
                      <a:pt x="0" y="39"/>
                      <a:pt x="0" y="0"/>
                    </a:cubicBezTo>
                  </a:path>
                  <a:path w="21600" h="21718" stroke="0" extrusionOk="0">
                    <a:moveTo>
                      <a:pt x="21600" y="21718"/>
                    </a:moveTo>
                    <a:cubicBezTo>
                      <a:pt x="9670" y="21718"/>
                      <a:pt x="0" y="12047"/>
                      <a:pt x="0" y="118"/>
                    </a:cubicBezTo>
                    <a:cubicBezTo>
                      <a:pt x="-1" y="78"/>
                      <a:pt x="0" y="39"/>
                      <a:pt x="0" y="0"/>
                    </a:cubicBezTo>
                    <a:lnTo>
                      <a:pt x="21600" y="118"/>
                    </a:lnTo>
                    <a:lnTo>
                      <a:pt x="21600" y="21718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8" name="Arc 95"/>
              <p:cNvSpPr>
                <a:spLocks/>
              </p:cNvSpPr>
              <p:nvPr/>
            </p:nvSpPr>
            <p:spPr bwMode="auto">
              <a:xfrm>
                <a:off x="1210" y="3442"/>
                <a:ext cx="89" cy="3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lnTo>
                      <a:pt x="21600" y="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9" name="Arc 96"/>
              <p:cNvSpPr>
                <a:spLocks/>
              </p:cNvSpPr>
              <p:nvPr/>
            </p:nvSpPr>
            <p:spPr bwMode="auto">
              <a:xfrm>
                <a:off x="1122" y="3408"/>
                <a:ext cx="88" cy="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0" name="Arc 97"/>
              <p:cNvSpPr>
                <a:spLocks/>
              </p:cNvSpPr>
              <p:nvPr/>
            </p:nvSpPr>
            <p:spPr bwMode="auto">
              <a:xfrm>
                <a:off x="1210" y="3408"/>
                <a:ext cx="89" cy="3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1" name="Arc 98"/>
              <p:cNvSpPr>
                <a:spLocks/>
              </p:cNvSpPr>
              <p:nvPr/>
            </p:nvSpPr>
            <p:spPr bwMode="auto">
              <a:xfrm>
                <a:off x="1122" y="3306"/>
                <a:ext cx="88" cy="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" name="Arc 99"/>
              <p:cNvSpPr>
                <a:spLocks/>
              </p:cNvSpPr>
              <p:nvPr/>
            </p:nvSpPr>
            <p:spPr bwMode="auto">
              <a:xfrm>
                <a:off x="1210" y="3354"/>
                <a:ext cx="89" cy="27"/>
              </a:xfrm>
              <a:custGeom>
                <a:avLst/>
                <a:gdLst>
                  <a:gd name="T0" fmla="*/ 0 w 21600"/>
                  <a:gd name="T1" fmla="*/ 0 h 21955"/>
                  <a:gd name="T2" fmla="*/ 0 w 21600"/>
                  <a:gd name="T3" fmla="*/ 0 h 21955"/>
                  <a:gd name="T4" fmla="*/ 0 w 21600"/>
                  <a:gd name="T5" fmla="*/ 0 h 2195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955" fill="none" extrusionOk="0">
                    <a:moveTo>
                      <a:pt x="21597" y="-1"/>
                    </a:moveTo>
                    <a:cubicBezTo>
                      <a:pt x="21599" y="118"/>
                      <a:pt x="21600" y="236"/>
                      <a:pt x="21600" y="355"/>
                    </a:cubicBezTo>
                    <a:cubicBezTo>
                      <a:pt x="21600" y="12284"/>
                      <a:pt x="11929" y="21954"/>
                      <a:pt x="0" y="21955"/>
                    </a:cubicBezTo>
                  </a:path>
                  <a:path w="21600" h="21955" stroke="0" extrusionOk="0">
                    <a:moveTo>
                      <a:pt x="21597" y="-1"/>
                    </a:moveTo>
                    <a:cubicBezTo>
                      <a:pt x="21599" y="118"/>
                      <a:pt x="21600" y="236"/>
                      <a:pt x="21600" y="355"/>
                    </a:cubicBezTo>
                    <a:cubicBezTo>
                      <a:pt x="21600" y="12284"/>
                      <a:pt x="11929" y="21954"/>
                      <a:pt x="0" y="21955"/>
                    </a:cubicBezTo>
                    <a:lnTo>
                      <a:pt x="0" y="355"/>
                    </a:lnTo>
                    <a:lnTo>
                      <a:pt x="21597" y="-1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3" name="Arc 100"/>
              <p:cNvSpPr>
                <a:spLocks/>
              </p:cNvSpPr>
              <p:nvPr/>
            </p:nvSpPr>
            <p:spPr bwMode="auto">
              <a:xfrm>
                <a:off x="1122" y="3327"/>
                <a:ext cx="88" cy="7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" name="Arc 101"/>
              <p:cNvSpPr>
                <a:spLocks/>
              </p:cNvSpPr>
              <p:nvPr/>
            </p:nvSpPr>
            <p:spPr bwMode="auto">
              <a:xfrm>
                <a:off x="1210" y="3327"/>
                <a:ext cx="89" cy="3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" name="Arc 102"/>
              <p:cNvSpPr>
                <a:spLocks/>
              </p:cNvSpPr>
              <p:nvPr/>
            </p:nvSpPr>
            <p:spPr bwMode="auto">
              <a:xfrm>
                <a:off x="1122" y="3225"/>
                <a:ext cx="88" cy="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6" name="Arc 103"/>
              <p:cNvSpPr>
                <a:spLocks/>
              </p:cNvSpPr>
              <p:nvPr/>
            </p:nvSpPr>
            <p:spPr bwMode="auto">
              <a:xfrm>
                <a:off x="1210" y="3272"/>
                <a:ext cx="89" cy="28"/>
              </a:xfrm>
              <a:custGeom>
                <a:avLst/>
                <a:gdLst>
                  <a:gd name="T0" fmla="*/ 0 w 21600"/>
                  <a:gd name="T1" fmla="*/ 0 h 21955"/>
                  <a:gd name="T2" fmla="*/ 0 w 21600"/>
                  <a:gd name="T3" fmla="*/ 0 h 21955"/>
                  <a:gd name="T4" fmla="*/ 0 w 21600"/>
                  <a:gd name="T5" fmla="*/ 0 h 2195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955" fill="none" extrusionOk="0">
                    <a:moveTo>
                      <a:pt x="21597" y="-1"/>
                    </a:moveTo>
                    <a:cubicBezTo>
                      <a:pt x="21599" y="118"/>
                      <a:pt x="21600" y="236"/>
                      <a:pt x="21600" y="355"/>
                    </a:cubicBezTo>
                    <a:cubicBezTo>
                      <a:pt x="21600" y="12284"/>
                      <a:pt x="11929" y="21954"/>
                      <a:pt x="0" y="21955"/>
                    </a:cubicBezTo>
                  </a:path>
                  <a:path w="21600" h="21955" stroke="0" extrusionOk="0">
                    <a:moveTo>
                      <a:pt x="21597" y="-1"/>
                    </a:moveTo>
                    <a:cubicBezTo>
                      <a:pt x="21599" y="118"/>
                      <a:pt x="21600" y="236"/>
                      <a:pt x="21600" y="355"/>
                    </a:cubicBezTo>
                    <a:cubicBezTo>
                      <a:pt x="21600" y="12284"/>
                      <a:pt x="11929" y="21954"/>
                      <a:pt x="0" y="21955"/>
                    </a:cubicBezTo>
                    <a:lnTo>
                      <a:pt x="0" y="355"/>
                    </a:lnTo>
                    <a:lnTo>
                      <a:pt x="21597" y="-1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7" name="Arc 104"/>
              <p:cNvSpPr>
                <a:spLocks/>
              </p:cNvSpPr>
              <p:nvPr/>
            </p:nvSpPr>
            <p:spPr bwMode="auto">
              <a:xfrm>
                <a:off x="1122" y="3245"/>
                <a:ext cx="88" cy="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8" name="Arc 105"/>
              <p:cNvSpPr>
                <a:spLocks/>
              </p:cNvSpPr>
              <p:nvPr/>
            </p:nvSpPr>
            <p:spPr bwMode="auto">
              <a:xfrm>
                <a:off x="1210" y="3245"/>
                <a:ext cx="89" cy="3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9" name="Arc 106"/>
              <p:cNvSpPr>
                <a:spLocks/>
              </p:cNvSpPr>
              <p:nvPr/>
            </p:nvSpPr>
            <p:spPr bwMode="auto">
              <a:xfrm>
                <a:off x="1122" y="3144"/>
                <a:ext cx="88" cy="7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0" name="Arc 107"/>
              <p:cNvSpPr>
                <a:spLocks/>
              </p:cNvSpPr>
              <p:nvPr/>
            </p:nvSpPr>
            <p:spPr bwMode="auto">
              <a:xfrm>
                <a:off x="1210" y="3191"/>
                <a:ext cx="89" cy="27"/>
              </a:xfrm>
              <a:custGeom>
                <a:avLst/>
                <a:gdLst>
                  <a:gd name="T0" fmla="*/ 0 w 21600"/>
                  <a:gd name="T1" fmla="*/ 0 h 21955"/>
                  <a:gd name="T2" fmla="*/ 0 w 21600"/>
                  <a:gd name="T3" fmla="*/ 0 h 21955"/>
                  <a:gd name="T4" fmla="*/ 0 w 21600"/>
                  <a:gd name="T5" fmla="*/ 0 h 2195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955" fill="none" extrusionOk="0">
                    <a:moveTo>
                      <a:pt x="21597" y="-1"/>
                    </a:moveTo>
                    <a:cubicBezTo>
                      <a:pt x="21599" y="118"/>
                      <a:pt x="21600" y="236"/>
                      <a:pt x="21600" y="355"/>
                    </a:cubicBezTo>
                    <a:cubicBezTo>
                      <a:pt x="21600" y="12284"/>
                      <a:pt x="11929" y="21954"/>
                      <a:pt x="0" y="21955"/>
                    </a:cubicBezTo>
                  </a:path>
                  <a:path w="21600" h="21955" stroke="0" extrusionOk="0">
                    <a:moveTo>
                      <a:pt x="21597" y="-1"/>
                    </a:moveTo>
                    <a:cubicBezTo>
                      <a:pt x="21599" y="118"/>
                      <a:pt x="21600" y="236"/>
                      <a:pt x="21600" y="355"/>
                    </a:cubicBezTo>
                    <a:cubicBezTo>
                      <a:pt x="21600" y="12284"/>
                      <a:pt x="11929" y="21954"/>
                      <a:pt x="0" y="21955"/>
                    </a:cubicBezTo>
                    <a:lnTo>
                      <a:pt x="0" y="355"/>
                    </a:lnTo>
                    <a:lnTo>
                      <a:pt x="21597" y="-1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1" name="Arc 108"/>
              <p:cNvSpPr>
                <a:spLocks/>
              </p:cNvSpPr>
              <p:nvPr/>
            </p:nvSpPr>
            <p:spPr bwMode="auto">
              <a:xfrm>
                <a:off x="1122" y="3164"/>
                <a:ext cx="88" cy="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2" name="Arc 109"/>
              <p:cNvSpPr>
                <a:spLocks/>
              </p:cNvSpPr>
              <p:nvPr/>
            </p:nvSpPr>
            <p:spPr bwMode="auto">
              <a:xfrm>
                <a:off x="1210" y="3164"/>
                <a:ext cx="89" cy="3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3" name="Arc 110"/>
              <p:cNvSpPr>
                <a:spLocks/>
              </p:cNvSpPr>
              <p:nvPr/>
            </p:nvSpPr>
            <p:spPr bwMode="auto">
              <a:xfrm>
                <a:off x="1122" y="3082"/>
                <a:ext cx="88" cy="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70"/>
                      <a:pt x="9670" y="0"/>
                      <a:pt x="21599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4" name="Arc 111"/>
              <p:cNvSpPr>
                <a:spLocks/>
              </p:cNvSpPr>
              <p:nvPr/>
            </p:nvSpPr>
            <p:spPr bwMode="auto">
              <a:xfrm>
                <a:off x="1122" y="3646"/>
                <a:ext cx="88" cy="7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5" name="Line 112"/>
              <p:cNvSpPr>
                <a:spLocks noChangeShapeType="1"/>
              </p:cNvSpPr>
              <p:nvPr/>
            </p:nvSpPr>
            <p:spPr bwMode="auto">
              <a:xfrm flipV="1">
                <a:off x="1197" y="3008"/>
                <a:ext cx="1" cy="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6" name="Line 113"/>
              <p:cNvSpPr>
                <a:spLocks noChangeShapeType="1"/>
              </p:cNvSpPr>
              <p:nvPr/>
            </p:nvSpPr>
            <p:spPr bwMode="auto">
              <a:xfrm flipV="1">
                <a:off x="1197" y="3714"/>
                <a:ext cx="1" cy="6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7" name="Line 114"/>
              <p:cNvSpPr>
                <a:spLocks noChangeShapeType="1"/>
              </p:cNvSpPr>
              <p:nvPr/>
            </p:nvSpPr>
            <p:spPr bwMode="auto">
              <a:xfrm flipV="1">
                <a:off x="1197" y="3781"/>
                <a:ext cx="1" cy="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87" name="Rectangle 115"/>
            <p:cNvSpPr>
              <a:spLocks noChangeArrowheads="1"/>
            </p:cNvSpPr>
            <p:nvPr/>
          </p:nvSpPr>
          <p:spPr bwMode="auto">
            <a:xfrm>
              <a:off x="4604" y="2205"/>
              <a:ext cx="53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200" b="1">
                  <a:latin typeface="Symbol" panose="05050102010706020507" pitchFamily="18" charset="2"/>
                </a:rPr>
                <a:t>l</a:t>
              </a:r>
              <a:endParaRPr lang="fr-FR" altLang="fr-FR" sz="1800" baseline="-25000">
                <a:solidFill>
                  <a:schemeClr val="tx1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88" name="Line 116"/>
            <p:cNvSpPr>
              <a:spLocks noChangeShapeType="1"/>
            </p:cNvSpPr>
            <p:nvPr/>
          </p:nvSpPr>
          <p:spPr bwMode="auto">
            <a:xfrm>
              <a:off x="4830" y="2523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18" name="ZoneTexte 117"/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Line 13">
            <a:extLst>
              <a:ext uri="{FF2B5EF4-FFF2-40B4-BE49-F238E27FC236}">
                <a16:creationId xmlns:a16="http://schemas.microsoft.com/office/drawing/2014/main" id="{2331A865-A8BE-1FD2-2C08-8990B05EBB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4236" y="2239487"/>
            <a:ext cx="57731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" name="Line 13">
            <a:extLst>
              <a:ext uri="{FF2B5EF4-FFF2-40B4-BE49-F238E27FC236}">
                <a16:creationId xmlns:a16="http://schemas.microsoft.com/office/drawing/2014/main" id="{981937B0-B4D5-8798-4790-3FE55E345D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6617" y="3951492"/>
            <a:ext cx="50111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158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Skin effect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3"/>
          <p:cNvSpPr>
            <a:spLocks noChangeArrowheads="1"/>
          </p:cNvSpPr>
          <p:nvPr/>
        </p:nvSpPr>
        <p:spPr bwMode="auto">
          <a:xfrm>
            <a:off x="4130530" y="2825297"/>
            <a:ext cx="2495550" cy="2419350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V="1">
            <a:off x="3854305" y="4015922"/>
            <a:ext cx="3514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5378305" y="1920422"/>
            <a:ext cx="0" cy="3629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 flipV="1">
            <a:off x="5378305" y="3158672"/>
            <a:ext cx="1028700" cy="866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Oval 7"/>
          <p:cNvSpPr>
            <a:spLocks noChangeArrowheads="1"/>
          </p:cNvSpPr>
          <p:nvPr/>
        </p:nvSpPr>
        <p:spPr bwMode="auto">
          <a:xfrm>
            <a:off x="5984730" y="3449185"/>
            <a:ext cx="55563" cy="650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5535468" y="3387272"/>
            <a:ext cx="295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fr-FR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</a:p>
        </p:txBody>
      </p:sp>
      <p:graphicFrame>
        <p:nvGraphicFramePr>
          <p:cNvPr id="1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7443287"/>
              </p:ext>
            </p:extLst>
          </p:nvPr>
        </p:nvGraphicFramePr>
        <p:xfrm>
          <a:off x="8030123" y="1282491"/>
          <a:ext cx="193357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6698" imgH="495085" progId="Equation.3">
                  <p:embed/>
                </p:oleObj>
              </mc:Choice>
              <mc:Fallback>
                <p:oleObj name="Equation" r:id="rId2" imgW="926698" imgH="495085" progId="Equation.3">
                  <p:embed/>
                  <p:pic>
                    <p:nvPicPr>
                      <p:cNvPr id="1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0123" y="1282491"/>
                        <a:ext cx="1933575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7691697" y="4616648"/>
            <a:ext cx="346044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CA" alt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CA" altLang="fr-FR" sz="24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CA" alt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CA" alt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: skin depth thickness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CA" alt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CA" altLang="fr-FR" sz="2400" dirty="0">
                <a:solidFill>
                  <a:schemeClr val="tx1"/>
                </a:solidFill>
                <a:latin typeface="Symbol" panose="05050102010706020507" pitchFamily="18" charset="2"/>
              </a:rPr>
              <a:t>s</a:t>
            </a:r>
            <a:r>
              <a:rPr lang="en-CA" alt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: conductivity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CA" alt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CA" altLang="fr-FR" sz="2400" dirty="0">
                <a:solidFill>
                  <a:schemeClr val="tx1"/>
                </a:solidFill>
                <a:latin typeface="Symbol" panose="05050102010706020507" pitchFamily="18" charset="2"/>
              </a:rPr>
              <a:t>m</a:t>
            </a:r>
            <a:r>
              <a:rPr lang="en-CA" alt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: permeability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CA" alt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f : frequency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321DC31C-9BB1-7BDE-E888-087B1504C617}"/>
                  </a:ext>
                </a:extLst>
              </p:cNvPr>
              <p:cNvSpPr txBox="1"/>
              <p:nvPr/>
            </p:nvSpPr>
            <p:spPr>
              <a:xfrm>
                <a:off x="8482617" y="2933832"/>
                <a:ext cx="2429383" cy="9903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fr-FR" sz="2800" dirty="0"/>
              </a:p>
            </p:txBody>
          </p:sp>
        </mc:Choice>
        <mc:Fallback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321DC31C-9BB1-7BDE-E888-087B1504C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617" y="2933832"/>
                <a:ext cx="2429383" cy="9903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588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Skin effect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3"/>
          <p:cNvSpPr>
            <a:spLocks noChangeArrowheads="1"/>
          </p:cNvSpPr>
          <p:nvPr/>
        </p:nvSpPr>
        <p:spPr bwMode="auto">
          <a:xfrm>
            <a:off x="3448276" y="2315311"/>
            <a:ext cx="2495550" cy="2447925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V="1">
            <a:off x="3172051" y="3258286"/>
            <a:ext cx="3514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4696051" y="1439011"/>
            <a:ext cx="0" cy="3629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 flipV="1">
            <a:off x="4696051" y="2381986"/>
            <a:ext cx="1028700" cy="866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Oval 7"/>
          <p:cNvSpPr>
            <a:spLocks noChangeArrowheads="1"/>
          </p:cNvSpPr>
          <p:nvPr/>
        </p:nvSpPr>
        <p:spPr bwMode="auto">
          <a:xfrm>
            <a:off x="5302476" y="2672499"/>
            <a:ext cx="55563" cy="6508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4853214" y="2610586"/>
            <a:ext cx="295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fr-FR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</a:p>
        </p:txBody>
      </p:sp>
      <p:grpSp>
        <p:nvGrpSpPr>
          <p:cNvPr id="14" name="Group 9"/>
          <p:cNvGrpSpPr>
            <a:grpSpLocks/>
          </p:cNvGrpSpPr>
          <p:nvPr/>
        </p:nvGrpSpPr>
        <p:grpSpPr bwMode="auto">
          <a:xfrm>
            <a:off x="3583214" y="2421674"/>
            <a:ext cx="2209800" cy="2865217"/>
            <a:chOff x="643" y="1459"/>
            <a:chExt cx="1392" cy="2201"/>
          </a:xfrm>
        </p:grpSpPr>
        <p:sp useBgFill="1">
          <p:nvSpPr>
            <p:cNvPr id="15" name="Oval 10"/>
            <p:cNvSpPr>
              <a:spLocks noChangeArrowheads="1"/>
            </p:cNvSpPr>
            <p:nvPr/>
          </p:nvSpPr>
          <p:spPr bwMode="auto">
            <a:xfrm>
              <a:off x="643" y="1459"/>
              <a:ext cx="1392" cy="1722"/>
            </a:xfrm>
            <a:prstGeom prst="ellipse">
              <a:avLst/>
            </a:prstGeom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 flipH="1" flipV="1">
              <a:off x="1620" y="3180"/>
              <a:ext cx="10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>
              <a:off x="1697" y="3305"/>
              <a:ext cx="295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fr-FR" altLang="fr-FR" sz="2400" b="1" dirty="0" err="1">
                  <a:solidFill>
                    <a:srgbClr val="FF3300"/>
                  </a:solidFill>
                  <a:latin typeface="+mn-lt"/>
                </a:rPr>
                <a:t>e</a:t>
              </a:r>
              <a:r>
                <a:rPr lang="fr-FR" altLang="fr-FR" sz="2400" b="1" baseline="-25000" dirty="0" err="1">
                  <a:solidFill>
                    <a:srgbClr val="FF3300"/>
                  </a:solidFill>
                  <a:latin typeface="+mn-lt"/>
                </a:rPr>
                <a:t>d</a:t>
              </a:r>
              <a:endParaRPr lang="fr-FR" altLang="fr-FR" sz="2400" b="1" baseline="-25000" dirty="0">
                <a:solidFill>
                  <a:srgbClr val="FF3300"/>
                </a:solidFill>
                <a:latin typeface="+mn-lt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Box 17"/>
              <p:cNvSpPr txBox="1">
                <a:spLocks noChangeArrowheads="1"/>
              </p:cNvSpPr>
              <p:nvPr/>
            </p:nvSpPr>
            <p:spPr bwMode="auto">
              <a:xfrm>
                <a:off x="7359650" y="1878898"/>
                <a:ext cx="4248148" cy="27362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ts val="8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32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1pPr>
                <a:lvl2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2pPr>
                <a:lvl3pPr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3pPr>
                <a:lvl4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4pPr>
                <a:lvl5pPr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5pPr>
                <a:lvl6pPr marL="25146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6pPr>
                <a:lvl7pPr marL="29718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7pPr>
                <a:lvl8pPr marL="34290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8pPr>
                <a:lvl9pPr marL="3886200" indent="-228600" defTabSz="449263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CA" altLang="fr-FR" sz="2400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Copper at 25°C : </a:t>
                </a:r>
                <a14:m>
                  <m:oMath xmlns:m="http://schemas.openxmlformats.org/officeDocument/2006/math">
                    <m:r>
                      <a:rPr lang="fr-FR" altLang="fr-FR" sz="2400" b="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fr-FR" altLang="fr-FR" sz="2400" b="0" i="1" smtClean="0">
                        <a:solidFill>
                          <a:srgbClr val="FF3300"/>
                        </a:solidFill>
                        <a:latin typeface="Cambria Math" panose="02040503050406030204" pitchFamily="18" charset="0"/>
                      </a:rPr>
                      <m:t>=6 </m:t>
                    </m:r>
                    <m:sSup>
                      <m:sSupPr>
                        <m:ctrlPr>
                          <a:rPr lang="fr-FR" altLang="fr-FR" sz="2400" b="0" i="1" smtClean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altLang="fr-FR" sz="2400" b="0" i="1" smtClean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altLang="fr-FR" sz="2400" b="0" i="1" smtClean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CA" altLang="fr-FR" sz="2400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S/m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CA" altLang="fr-FR" sz="2400" dirty="0">
                  <a:solidFill>
                    <a:srgbClr val="FF3300"/>
                  </a:solidFill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fr-FR" sz="2400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altLang="fr-FR" sz="2400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altLang="fr-FR" sz="2400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FR" altLang="fr-FR" sz="2400" b="0" i="1" smtClean="0">
                          <a:solidFill>
                            <a:srgbClr val="FF33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CA" altLang="fr-FR" sz="2400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altLang="fr-FR" sz="2400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66</m:t>
                          </m:r>
                        </m:num>
                        <m:den>
                          <m:r>
                            <a:rPr lang="fr-FR" altLang="fr-FR" sz="2400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√</m:t>
                          </m:r>
                          <m:r>
                            <a:rPr lang="fr-FR" altLang="fr-FR" sz="2400" b="0" i="1" smtClean="0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en-CA" altLang="fr-FR" sz="2400" dirty="0">
                  <a:solidFill>
                    <a:srgbClr val="FF3300"/>
                  </a:solidFill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CA" altLang="fr-FR" sz="2400" dirty="0">
                  <a:solidFill>
                    <a:srgbClr val="FF3300"/>
                  </a:solidFill>
                  <a:latin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Ø"/>
                </a:pPr>
                <a:r>
                  <a:rPr lang="en-CA" altLang="fr-FR" sz="2400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 50 Hz : </a:t>
                </a:r>
                <a:r>
                  <a:rPr lang="en-CA" altLang="fr-FR" sz="2400" dirty="0">
                    <a:solidFill>
                      <a:srgbClr val="FF33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CA" altLang="fr-FR" sz="2400" baseline="-25000" dirty="0">
                    <a:solidFill>
                      <a:srgbClr val="FF33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CA" altLang="fr-FR" sz="2400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 = 9,4 mm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Ø"/>
                </a:pPr>
                <a:r>
                  <a:rPr lang="en-CA" altLang="fr-FR" sz="2400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 100 kHz : </a:t>
                </a:r>
                <a:r>
                  <a:rPr lang="en-CA" altLang="fr-FR" sz="2400" dirty="0">
                    <a:solidFill>
                      <a:srgbClr val="FF33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CA" altLang="fr-FR" sz="2400" baseline="-25000" dirty="0">
                    <a:solidFill>
                      <a:srgbClr val="FF33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CA" altLang="fr-FR" sz="2400" dirty="0">
                    <a:solidFill>
                      <a:srgbClr val="FF3300"/>
                    </a:solidFill>
                    <a:latin typeface="Times New Roman" panose="02020603050405020304" pitchFamily="18" charset="0"/>
                  </a:rPr>
                  <a:t> = 0,21 mm</a:t>
                </a:r>
              </a:p>
            </p:txBody>
          </p:sp>
        </mc:Choice>
        <mc:Fallback>
          <p:sp>
            <p:nvSpPr>
              <p:cNvPr id="19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9650" y="1878898"/>
                <a:ext cx="4248148" cy="2736262"/>
              </a:xfrm>
              <a:prstGeom prst="rect">
                <a:avLst/>
              </a:prstGeom>
              <a:blipFill>
                <a:blip r:embed="rId2"/>
                <a:stretch>
                  <a:fillRect l="-2152" t="-1782" b="-42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6757187" y="5433718"/>
            <a:ext cx="42481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CA" altLang="fr-FR" sz="24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=&gt; Multi strand wire (Litz wire)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B18F8AE-0D66-FCC8-EC1F-B3140AF6E73F}"/>
              </a:ext>
            </a:extLst>
          </p:cNvPr>
          <p:cNvSpPr txBox="1"/>
          <p:nvPr/>
        </p:nvSpPr>
        <p:spPr>
          <a:xfrm>
            <a:off x="3154589" y="5895681"/>
            <a:ext cx="3246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u="sng" noProof="0" dirty="0"/>
              <a:t>For AC part of current !</a:t>
            </a:r>
          </a:p>
        </p:txBody>
      </p:sp>
    </p:spTree>
    <p:extLst>
      <p:ext uri="{BB962C8B-B14F-4D97-AF65-F5344CB8AC3E}">
        <p14:creationId xmlns:p14="http://schemas.microsoft.com/office/powerpoint/2010/main" val="341993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Winding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2941837" y="2127086"/>
            <a:ext cx="2536711" cy="3156114"/>
            <a:chOff x="1383" y="1480"/>
            <a:chExt cx="1860" cy="1814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auto">
            <a:xfrm>
              <a:off x="1429" y="1480"/>
              <a:ext cx="1814" cy="181"/>
            </a:xfrm>
            <a:prstGeom prst="parallelogram">
              <a:avLst>
                <a:gd name="adj" fmla="val 12369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" name="AutoShape 5"/>
            <p:cNvSpPr>
              <a:spLocks noChangeArrowheads="1"/>
            </p:cNvSpPr>
            <p:nvPr/>
          </p:nvSpPr>
          <p:spPr bwMode="auto">
            <a:xfrm rot="5400000" flipH="1">
              <a:off x="2223" y="2273"/>
              <a:ext cx="1814" cy="227"/>
            </a:xfrm>
            <a:prstGeom prst="parallelogram">
              <a:avLst>
                <a:gd name="adj" fmla="val 7839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1429" y="1661"/>
              <a:ext cx="1587" cy="163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1746" y="1979"/>
              <a:ext cx="953" cy="997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" name="AutoShape 8"/>
            <p:cNvSpPr>
              <a:spLocks noChangeArrowheads="1"/>
            </p:cNvSpPr>
            <p:nvPr/>
          </p:nvSpPr>
          <p:spPr bwMode="auto">
            <a:xfrm rot="5400000" flipH="1">
              <a:off x="1270" y="2273"/>
              <a:ext cx="1179" cy="227"/>
            </a:xfrm>
            <a:prstGeom prst="parallelogram">
              <a:avLst>
                <a:gd name="adj" fmla="val 7927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AutoShape 9"/>
            <p:cNvSpPr>
              <a:spLocks noChangeArrowheads="1"/>
            </p:cNvSpPr>
            <p:nvPr/>
          </p:nvSpPr>
          <p:spPr bwMode="auto">
            <a:xfrm>
              <a:off x="1746" y="2795"/>
              <a:ext cx="1179" cy="181"/>
            </a:xfrm>
            <a:prstGeom prst="parallelogram">
              <a:avLst>
                <a:gd name="adj" fmla="val 126808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AutoShape 10"/>
            <p:cNvSpPr>
              <a:spLocks noChangeArrowheads="1"/>
            </p:cNvSpPr>
            <p:nvPr/>
          </p:nvSpPr>
          <p:spPr bwMode="auto">
            <a:xfrm>
              <a:off x="1746" y="1797"/>
              <a:ext cx="1179" cy="181"/>
            </a:xfrm>
            <a:prstGeom prst="parallelogram">
              <a:avLst>
                <a:gd name="adj" fmla="val 126808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AutoShape 11"/>
            <p:cNvSpPr>
              <a:spLocks noChangeArrowheads="1"/>
            </p:cNvSpPr>
            <p:nvPr/>
          </p:nvSpPr>
          <p:spPr bwMode="auto">
            <a:xfrm rot="5400000" flipH="1">
              <a:off x="2223" y="2273"/>
              <a:ext cx="1179" cy="227"/>
            </a:xfrm>
            <a:prstGeom prst="parallelogram">
              <a:avLst>
                <a:gd name="adj" fmla="val 79278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Rectangle 12"/>
            <p:cNvSpPr>
              <a:spLocks noChangeArrowheads="1"/>
            </p:cNvSpPr>
            <p:nvPr/>
          </p:nvSpPr>
          <p:spPr bwMode="auto">
            <a:xfrm>
              <a:off x="1429" y="1661"/>
              <a:ext cx="1587" cy="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" name="Rectangle 13"/>
            <p:cNvSpPr>
              <a:spLocks noChangeArrowheads="1"/>
            </p:cNvSpPr>
            <p:nvPr/>
          </p:nvSpPr>
          <p:spPr bwMode="auto">
            <a:xfrm>
              <a:off x="2699" y="1888"/>
              <a:ext cx="317" cy="13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1429" y="1661"/>
              <a:ext cx="1587" cy="16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1746" y="1979"/>
              <a:ext cx="953" cy="99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1837" y="2341"/>
              <a:ext cx="136" cy="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auto">
            <a:xfrm>
              <a:off x="1383" y="2478"/>
              <a:ext cx="227" cy="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AutoShape 18"/>
            <p:cNvSpPr>
              <a:spLocks noChangeArrowheads="1"/>
            </p:cNvSpPr>
            <p:nvPr/>
          </p:nvSpPr>
          <p:spPr bwMode="auto">
            <a:xfrm>
              <a:off x="1429" y="2432"/>
              <a:ext cx="544" cy="136"/>
            </a:xfrm>
            <a:prstGeom prst="parallelogram">
              <a:avLst>
                <a:gd name="adj" fmla="val 17157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1429" y="2387"/>
              <a:ext cx="317" cy="9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1429" y="2341"/>
              <a:ext cx="0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429" y="2478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V="1">
              <a:off x="1746" y="2341"/>
              <a:ext cx="0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AutoShape 23"/>
            <p:cNvSpPr>
              <a:spLocks noChangeArrowheads="1"/>
            </p:cNvSpPr>
            <p:nvPr/>
          </p:nvSpPr>
          <p:spPr bwMode="auto">
            <a:xfrm rot="16200000" flipH="1">
              <a:off x="1746" y="2251"/>
              <a:ext cx="228" cy="227"/>
            </a:xfrm>
            <a:prstGeom prst="parallelogram">
              <a:avLst>
                <a:gd name="adj" fmla="val 64752"/>
              </a:avLst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1746" y="2341"/>
              <a:ext cx="0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 flipV="1">
              <a:off x="1746" y="2341"/>
              <a:ext cx="227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 flipV="1">
              <a:off x="1973" y="2251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2" name="Group 27"/>
          <p:cNvGrpSpPr>
            <a:grpSpLocks/>
          </p:cNvGrpSpPr>
          <p:nvPr/>
        </p:nvGrpSpPr>
        <p:grpSpPr bwMode="auto">
          <a:xfrm>
            <a:off x="6586410" y="1837752"/>
            <a:ext cx="3608872" cy="4289365"/>
            <a:chOff x="1116" y="1794"/>
            <a:chExt cx="1518" cy="1916"/>
          </a:xfrm>
        </p:grpSpPr>
        <p:sp>
          <p:nvSpPr>
            <p:cNvPr id="33" name="Rectangle 28"/>
            <p:cNvSpPr>
              <a:spLocks noChangeArrowheads="1"/>
            </p:cNvSpPr>
            <p:nvPr/>
          </p:nvSpPr>
          <p:spPr bwMode="auto">
            <a:xfrm>
              <a:off x="1116" y="1794"/>
              <a:ext cx="1518" cy="161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 useBgFill="1">
          <p:nvSpPr>
            <p:cNvPr id="34" name="Rectangle 29"/>
            <p:cNvSpPr>
              <a:spLocks noChangeArrowheads="1"/>
            </p:cNvSpPr>
            <p:nvPr/>
          </p:nvSpPr>
          <p:spPr bwMode="auto">
            <a:xfrm>
              <a:off x="1459" y="2143"/>
              <a:ext cx="828" cy="942"/>
            </a:xfrm>
            <a:prstGeom prst="rect">
              <a:avLst/>
            </a:prstGeom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" name="Oval 30"/>
            <p:cNvSpPr>
              <a:spLocks noChangeArrowheads="1"/>
            </p:cNvSpPr>
            <p:nvPr/>
          </p:nvSpPr>
          <p:spPr bwMode="auto">
            <a:xfrm>
              <a:off x="1464" y="2892"/>
              <a:ext cx="162" cy="1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" name="Oval 31"/>
            <p:cNvSpPr>
              <a:spLocks noChangeArrowheads="1"/>
            </p:cNvSpPr>
            <p:nvPr/>
          </p:nvSpPr>
          <p:spPr bwMode="auto">
            <a:xfrm>
              <a:off x="1627" y="2893"/>
              <a:ext cx="162" cy="1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Oval 32"/>
            <p:cNvSpPr>
              <a:spLocks noChangeArrowheads="1"/>
            </p:cNvSpPr>
            <p:nvPr/>
          </p:nvSpPr>
          <p:spPr bwMode="auto">
            <a:xfrm>
              <a:off x="1790" y="2894"/>
              <a:ext cx="162" cy="1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" name="Oval 33"/>
            <p:cNvSpPr>
              <a:spLocks noChangeArrowheads="1"/>
            </p:cNvSpPr>
            <p:nvPr/>
          </p:nvSpPr>
          <p:spPr bwMode="auto">
            <a:xfrm>
              <a:off x="1953" y="2895"/>
              <a:ext cx="162" cy="1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" name="Oval 34"/>
            <p:cNvSpPr>
              <a:spLocks noChangeArrowheads="1"/>
            </p:cNvSpPr>
            <p:nvPr/>
          </p:nvSpPr>
          <p:spPr bwMode="auto">
            <a:xfrm>
              <a:off x="2116" y="2896"/>
              <a:ext cx="162" cy="1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" name="Oval 35"/>
            <p:cNvSpPr>
              <a:spLocks noChangeArrowheads="1"/>
            </p:cNvSpPr>
            <p:nvPr/>
          </p:nvSpPr>
          <p:spPr bwMode="auto">
            <a:xfrm>
              <a:off x="1543" y="2725"/>
              <a:ext cx="162" cy="1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" name="Oval 36"/>
            <p:cNvSpPr>
              <a:spLocks noChangeArrowheads="1"/>
            </p:cNvSpPr>
            <p:nvPr/>
          </p:nvSpPr>
          <p:spPr bwMode="auto">
            <a:xfrm>
              <a:off x="1706" y="2726"/>
              <a:ext cx="162" cy="1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1869" y="2727"/>
              <a:ext cx="162" cy="1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" name="Oval 38"/>
            <p:cNvSpPr>
              <a:spLocks noChangeArrowheads="1"/>
            </p:cNvSpPr>
            <p:nvPr/>
          </p:nvSpPr>
          <p:spPr bwMode="auto">
            <a:xfrm>
              <a:off x="2032" y="2728"/>
              <a:ext cx="162" cy="1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" name="Oval 39"/>
            <p:cNvSpPr>
              <a:spLocks noChangeArrowheads="1"/>
            </p:cNvSpPr>
            <p:nvPr/>
          </p:nvSpPr>
          <p:spPr bwMode="auto">
            <a:xfrm>
              <a:off x="1461" y="2151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Oval 40"/>
            <p:cNvSpPr>
              <a:spLocks noChangeArrowheads="1"/>
            </p:cNvSpPr>
            <p:nvPr/>
          </p:nvSpPr>
          <p:spPr bwMode="auto">
            <a:xfrm>
              <a:off x="1519" y="2149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Oval 41"/>
            <p:cNvSpPr>
              <a:spLocks noChangeArrowheads="1"/>
            </p:cNvSpPr>
            <p:nvPr/>
          </p:nvSpPr>
          <p:spPr bwMode="auto">
            <a:xfrm>
              <a:off x="1577" y="2150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Oval 42"/>
            <p:cNvSpPr>
              <a:spLocks noChangeArrowheads="1"/>
            </p:cNvSpPr>
            <p:nvPr/>
          </p:nvSpPr>
          <p:spPr bwMode="auto">
            <a:xfrm>
              <a:off x="1635" y="2151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Oval 43"/>
            <p:cNvSpPr>
              <a:spLocks noChangeArrowheads="1"/>
            </p:cNvSpPr>
            <p:nvPr/>
          </p:nvSpPr>
          <p:spPr bwMode="auto">
            <a:xfrm>
              <a:off x="1693" y="2152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Oval 44"/>
            <p:cNvSpPr>
              <a:spLocks noChangeArrowheads="1"/>
            </p:cNvSpPr>
            <p:nvPr/>
          </p:nvSpPr>
          <p:spPr bwMode="auto">
            <a:xfrm>
              <a:off x="1751" y="2150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" name="Oval 45"/>
            <p:cNvSpPr>
              <a:spLocks noChangeArrowheads="1"/>
            </p:cNvSpPr>
            <p:nvPr/>
          </p:nvSpPr>
          <p:spPr bwMode="auto">
            <a:xfrm>
              <a:off x="1809" y="2151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Oval 46"/>
            <p:cNvSpPr>
              <a:spLocks noChangeArrowheads="1"/>
            </p:cNvSpPr>
            <p:nvPr/>
          </p:nvSpPr>
          <p:spPr bwMode="auto">
            <a:xfrm>
              <a:off x="1867" y="2152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" name="Oval 47"/>
            <p:cNvSpPr>
              <a:spLocks noChangeArrowheads="1"/>
            </p:cNvSpPr>
            <p:nvPr/>
          </p:nvSpPr>
          <p:spPr bwMode="auto">
            <a:xfrm>
              <a:off x="1925" y="2153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" name="Oval 48"/>
            <p:cNvSpPr>
              <a:spLocks noChangeArrowheads="1"/>
            </p:cNvSpPr>
            <p:nvPr/>
          </p:nvSpPr>
          <p:spPr bwMode="auto">
            <a:xfrm>
              <a:off x="1983" y="2151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Oval 49"/>
            <p:cNvSpPr>
              <a:spLocks noChangeArrowheads="1"/>
            </p:cNvSpPr>
            <p:nvPr/>
          </p:nvSpPr>
          <p:spPr bwMode="auto">
            <a:xfrm>
              <a:off x="2041" y="2152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" name="Oval 50"/>
            <p:cNvSpPr>
              <a:spLocks noChangeArrowheads="1"/>
            </p:cNvSpPr>
            <p:nvPr/>
          </p:nvSpPr>
          <p:spPr bwMode="auto">
            <a:xfrm>
              <a:off x="2099" y="2153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" name="Oval 51"/>
            <p:cNvSpPr>
              <a:spLocks noChangeArrowheads="1"/>
            </p:cNvSpPr>
            <p:nvPr/>
          </p:nvSpPr>
          <p:spPr bwMode="auto">
            <a:xfrm>
              <a:off x="2156" y="2150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Oval 52"/>
            <p:cNvSpPr>
              <a:spLocks noChangeArrowheads="1"/>
            </p:cNvSpPr>
            <p:nvPr/>
          </p:nvSpPr>
          <p:spPr bwMode="auto">
            <a:xfrm>
              <a:off x="2214" y="2151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8" name="Oval 53"/>
            <p:cNvSpPr>
              <a:spLocks noChangeArrowheads="1"/>
            </p:cNvSpPr>
            <p:nvPr/>
          </p:nvSpPr>
          <p:spPr bwMode="auto">
            <a:xfrm>
              <a:off x="1492" y="2212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Oval 54"/>
            <p:cNvSpPr>
              <a:spLocks noChangeArrowheads="1"/>
            </p:cNvSpPr>
            <p:nvPr/>
          </p:nvSpPr>
          <p:spPr bwMode="auto">
            <a:xfrm>
              <a:off x="1550" y="2210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" name="Oval 55"/>
            <p:cNvSpPr>
              <a:spLocks noChangeArrowheads="1"/>
            </p:cNvSpPr>
            <p:nvPr/>
          </p:nvSpPr>
          <p:spPr bwMode="auto">
            <a:xfrm>
              <a:off x="1608" y="2211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" name="Oval 56"/>
            <p:cNvSpPr>
              <a:spLocks noChangeArrowheads="1"/>
            </p:cNvSpPr>
            <p:nvPr/>
          </p:nvSpPr>
          <p:spPr bwMode="auto">
            <a:xfrm>
              <a:off x="1666" y="2212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" name="Oval 57"/>
            <p:cNvSpPr>
              <a:spLocks noChangeArrowheads="1"/>
            </p:cNvSpPr>
            <p:nvPr/>
          </p:nvSpPr>
          <p:spPr bwMode="auto">
            <a:xfrm>
              <a:off x="1724" y="2213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" name="Oval 58"/>
            <p:cNvSpPr>
              <a:spLocks noChangeArrowheads="1"/>
            </p:cNvSpPr>
            <p:nvPr/>
          </p:nvSpPr>
          <p:spPr bwMode="auto">
            <a:xfrm>
              <a:off x="1782" y="2211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4" name="Oval 59"/>
            <p:cNvSpPr>
              <a:spLocks noChangeArrowheads="1"/>
            </p:cNvSpPr>
            <p:nvPr/>
          </p:nvSpPr>
          <p:spPr bwMode="auto">
            <a:xfrm>
              <a:off x="1840" y="2212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" name="Oval 60"/>
            <p:cNvSpPr>
              <a:spLocks noChangeArrowheads="1"/>
            </p:cNvSpPr>
            <p:nvPr/>
          </p:nvSpPr>
          <p:spPr bwMode="auto">
            <a:xfrm>
              <a:off x="1898" y="2213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6" name="Oval 61"/>
            <p:cNvSpPr>
              <a:spLocks noChangeArrowheads="1"/>
            </p:cNvSpPr>
            <p:nvPr/>
          </p:nvSpPr>
          <p:spPr bwMode="auto">
            <a:xfrm>
              <a:off x="1956" y="2214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Oval 62"/>
            <p:cNvSpPr>
              <a:spLocks noChangeArrowheads="1"/>
            </p:cNvSpPr>
            <p:nvPr/>
          </p:nvSpPr>
          <p:spPr bwMode="auto">
            <a:xfrm>
              <a:off x="2014" y="2212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" name="Oval 63"/>
            <p:cNvSpPr>
              <a:spLocks noChangeArrowheads="1"/>
            </p:cNvSpPr>
            <p:nvPr/>
          </p:nvSpPr>
          <p:spPr bwMode="auto">
            <a:xfrm>
              <a:off x="2072" y="2213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" name="Oval 64"/>
            <p:cNvSpPr>
              <a:spLocks noChangeArrowheads="1"/>
            </p:cNvSpPr>
            <p:nvPr/>
          </p:nvSpPr>
          <p:spPr bwMode="auto">
            <a:xfrm>
              <a:off x="2130" y="2214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0" name="Oval 65"/>
            <p:cNvSpPr>
              <a:spLocks noChangeArrowheads="1"/>
            </p:cNvSpPr>
            <p:nvPr/>
          </p:nvSpPr>
          <p:spPr bwMode="auto">
            <a:xfrm>
              <a:off x="2187" y="2211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" name="Oval 66"/>
            <p:cNvSpPr>
              <a:spLocks noChangeArrowheads="1"/>
            </p:cNvSpPr>
            <p:nvPr/>
          </p:nvSpPr>
          <p:spPr bwMode="auto">
            <a:xfrm>
              <a:off x="1462" y="2275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" name="Oval 67"/>
            <p:cNvSpPr>
              <a:spLocks noChangeArrowheads="1"/>
            </p:cNvSpPr>
            <p:nvPr/>
          </p:nvSpPr>
          <p:spPr bwMode="auto">
            <a:xfrm>
              <a:off x="1520" y="2273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" name="Oval 68"/>
            <p:cNvSpPr>
              <a:spLocks noChangeArrowheads="1"/>
            </p:cNvSpPr>
            <p:nvPr/>
          </p:nvSpPr>
          <p:spPr bwMode="auto">
            <a:xfrm>
              <a:off x="1578" y="2274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" name="Oval 69"/>
            <p:cNvSpPr>
              <a:spLocks noChangeArrowheads="1"/>
            </p:cNvSpPr>
            <p:nvPr/>
          </p:nvSpPr>
          <p:spPr bwMode="auto">
            <a:xfrm>
              <a:off x="1636" y="2275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" name="Oval 70"/>
            <p:cNvSpPr>
              <a:spLocks noChangeArrowheads="1"/>
            </p:cNvSpPr>
            <p:nvPr/>
          </p:nvSpPr>
          <p:spPr bwMode="auto">
            <a:xfrm>
              <a:off x="1694" y="2276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" name="Oval 71"/>
            <p:cNvSpPr>
              <a:spLocks noChangeArrowheads="1"/>
            </p:cNvSpPr>
            <p:nvPr/>
          </p:nvSpPr>
          <p:spPr bwMode="auto">
            <a:xfrm>
              <a:off x="1752" y="2274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" name="Oval 72"/>
            <p:cNvSpPr>
              <a:spLocks noChangeArrowheads="1"/>
            </p:cNvSpPr>
            <p:nvPr/>
          </p:nvSpPr>
          <p:spPr bwMode="auto">
            <a:xfrm>
              <a:off x="1810" y="2275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8" name="Oval 73"/>
            <p:cNvSpPr>
              <a:spLocks noChangeArrowheads="1"/>
            </p:cNvSpPr>
            <p:nvPr/>
          </p:nvSpPr>
          <p:spPr bwMode="auto">
            <a:xfrm>
              <a:off x="1868" y="2276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9" name="Oval 74"/>
            <p:cNvSpPr>
              <a:spLocks noChangeArrowheads="1"/>
            </p:cNvSpPr>
            <p:nvPr/>
          </p:nvSpPr>
          <p:spPr bwMode="auto">
            <a:xfrm>
              <a:off x="1926" y="2277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0" name="Oval 75"/>
            <p:cNvSpPr>
              <a:spLocks noChangeArrowheads="1"/>
            </p:cNvSpPr>
            <p:nvPr/>
          </p:nvSpPr>
          <p:spPr bwMode="auto">
            <a:xfrm>
              <a:off x="1984" y="2275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" name="Oval 76"/>
            <p:cNvSpPr>
              <a:spLocks noChangeArrowheads="1"/>
            </p:cNvSpPr>
            <p:nvPr/>
          </p:nvSpPr>
          <p:spPr bwMode="auto">
            <a:xfrm>
              <a:off x="2042" y="2276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2" name="Oval 77"/>
            <p:cNvSpPr>
              <a:spLocks noChangeArrowheads="1"/>
            </p:cNvSpPr>
            <p:nvPr/>
          </p:nvSpPr>
          <p:spPr bwMode="auto">
            <a:xfrm>
              <a:off x="2100" y="2277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3" name="Oval 78"/>
            <p:cNvSpPr>
              <a:spLocks noChangeArrowheads="1"/>
            </p:cNvSpPr>
            <p:nvPr/>
          </p:nvSpPr>
          <p:spPr bwMode="auto">
            <a:xfrm>
              <a:off x="2157" y="2274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4" name="Oval 79"/>
            <p:cNvSpPr>
              <a:spLocks noChangeArrowheads="1"/>
            </p:cNvSpPr>
            <p:nvPr/>
          </p:nvSpPr>
          <p:spPr bwMode="auto">
            <a:xfrm>
              <a:off x="2215" y="2275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5" name="Oval 80"/>
            <p:cNvSpPr>
              <a:spLocks noChangeArrowheads="1"/>
            </p:cNvSpPr>
            <p:nvPr/>
          </p:nvSpPr>
          <p:spPr bwMode="auto">
            <a:xfrm>
              <a:off x="1493" y="2336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" name="Oval 81"/>
            <p:cNvSpPr>
              <a:spLocks noChangeArrowheads="1"/>
            </p:cNvSpPr>
            <p:nvPr/>
          </p:nvSpPr>
          <p:spPr bwMode="auto">
            <a:xfrm>
              <a:off x="1551" y="2334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" name="Oval 82"/>
            <p:cNvSpPr>
              <a:spLocks noChangeArrowheads="1"/>
            </p:cNvSpPr>
            <p:nvPr/>
          </p:nvSpPr>
          <p:spPr bwMode="auto">
            <a:xfrm>
              <a:off x="1609" y="2335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" name="Oval 83"/>
            <p:cNvSpPr>
              <a:spLocks noChangeArrowheads="1"/>
            </p:cNvSpPr>
            <p:nvPr/>
          </p:nvSpPr>
          <p:spPr bwMode="auto">
            <a:xfrm>
              <a:off x="1667" y="2336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9" name="Oval 84"/>
            <p:cNvSpPr>
              <a:spLocks noChangeArrowheads="1"/>
            </p:cNvSpPr>
            <p:nvPr/>
          </p:nvSpPr>
          <p:spPr bwMode="auto">
            <a:xfrm>
              <a:off x="1725" y="2337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0" name="Oval 85"/>
            <p:cNvSpPr>
              <a:spLocks noChangeArrowheads="1"/>
            </p:cNvSpPr>
            <p:nvPr/>
          </p:nvSpPr>
          <p:spPr bwMode="auto">
            <a:xfrm>
              <a:off x="1783" y="2335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1" name="Oval 86"/>
            <p:cNvSpPr>
              <a:spLocks noChangeArrowheads="1"/>
            </p:cNvSpPr>
            <p:nvPr/>
          </p:nvSpPr>
          <p:spPr bwMode="auto">
            <a:xfrm>
              <a:off x="1841" y="2336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" name="Oval 87"/>
            <p:cNvSpPr>
              <a:spLocks noChangeArrowheads="1"/>
            </p:cNvSpPr>
            <p:nvPr/>
          </p:nvSpPr>
          <p:spPr bwMode="auto">
            <a:xfrm>
              <a:off x="1899" y="2337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3" name="Oval 88"/>
            <p:cNvSpPr>
              <a:spLocks noChangeArrowheads="1"/>
            </p:cNvSpPr>
            <p:nvPr/>
          </p:nvSpPr>
          <p:spPr bwMode="auto">
            <a:xfrm>
              <a:off x="1957" y="2338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" name="Oval 89"/>
            <p:cNvSpPr>
              <a:spLocks noChangeArrowheads="1"/>
            </p:cNvSpPr>
            <p:nvPr/>
          </p:nvSpPr>
          <p:spPr bwMode="auto">
            <a:xfrm>
              <a:off x="2015" y="2336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5" name="Oval 90"/>
            <p:cNvSpPr>
              <a:spLocks noChangeArrowheads="1"/>
            </p:cNvSpPr>
            <p:nvPr/>
          </p:nvSpPr>
          <p:spPr bwMode="auto">
            <a:xfrm>
              <a:off x="2073" y="2337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" name="Oval 91"/>
            <p:cNvSpPr>
              <a:spLocks noChangeArrowheads="1"/>
            </p:cNvSpPr>
            <p:nvPr/>
          </p:nvSpPr>
          <p:spPr bwMode="auto">
            <a:xfrm>
              <a:off x="2131" y="2338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7" name="Oval 92"/>
            <p:cNvSpPr>
              <a:spLocks noChangeArrowheads="1"/>
            </p:cNvSpPr>
            <p:nvPr/>
          </p:nvSpPr>
          <p:spPr bwMode="auto">
            <a:xfrm>
              <a:off x="2188" y="2335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" name="Oval 93"/>
            <p:cNvSpPr>
              <a:spLocks noChangeArrowheads="1"/>
            </p:cNvSpPr>
            <p:nvPr/>
          </p:nvSpPr>
          <p:spPr bwMode="auto">
            <a:xfrm>
              <a:off x="1463" y="2399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9" name="Oval 94"/>
            <p:cNvSpPr>
              <a:spLocks noChangeArrowheads="1"/>
            </p:cNvSpPr>
            <p:nvPr/>
          </p:nvSpPr>
          <p:spPr bwMode="auto">
            <a:xfrm>
              <a:off x="1521" y="2397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0" name="Oval 95"/>
            <p:cNvSpPr>
              <a:spLocks noChangeArrowheads="1"/>
            </p:cNvSpPr>
            <p:nvPr/>
          </p:nvSpPr>
          <p:spPr bwMode="auto">
            <a:xfrm>
              <a:off x="1579" y="2398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1" name="Oval 96"/>
            <p:cNvSpPr>
              <a:spLocks noChangeArrowheads="1"/>
            </p:cNvSpPr>
            <p:nvPr/>
          </p:nvSpPr>
          <p:spPr bwMode="auto">
            <a:xfrm>
              <a:off x="1637" y="2399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2" name="Oval 97"/>
            <p:cNvSpPr>
              <a:spLocks noChangeArrowheads="1"/>
            </p:cNvSpPr>
            <p:nvPr/>
          </p:nvSpPr>
          <p:spPr bwMode="auto">
            <a:xfrm>
              <a:off x="1695" y="2400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3" name="Oval 98"/>
            <p:cNvSpPr>
              <a:spLocks noChangeArrowheads="1"/>
            </p:cNvSpPr>
            <p:nvPr/>
          </p:nvSpPr>
          <p:spPr bwMode="auto">
            <a:xfrm>
              <a:off x="1753" y="2398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4" name="Oval 99"/>
            <p:cNvSpPr>
              <a:spLocks noChangeArrowheads="1"/>
            </p:cNvSpPr>
            <p:nvPr/>
          </p:nvSpPr>
          <p:spPr bwMode="auto">
            <a:xfrm>
              <a:off x="1811" y="2399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5" name="Oval 100"/>
            <p:cNvSpPr>
              <a:spLocks noChangeArrowheads="1"/>
            </p:cNvSpPr>
            <p:nvPr/>
          </p:nvSpPr>
          <p:spPr bwMode="auto">
            <a:xfrm>
              <a:off x="1869" y="2400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6" name="Oval 101"/>
            <p:cNvSpPr>
              <a:spLocks noChangeArrowheads="1"/>
            </p:cNvSpPr>
            <p:nvPr/>
          </p:nvSpPr>
          <p:spPr bwMode="auto">
            <a:xfrm>
              <a:off x="1927" y="2401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7" name="Oval 102"/>
            <p:cNvSpPr>
              <a:spLocks noChangeArrowheads="1"/>
            </p:cNvSpPr>
            <p:nvPr/>
          </p:nvSpPr>
          <p:spPr bwMode="auto">
            <a:xfrm>
              <a:off x="1985" y="2399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8" name="Oval 103"/>
            <p:cNvSpPr>
              <a:spLocks noChangeArrowheads="1"/>
            </p:cNvSpPr>
            <p:nvPr/>
          </p:nvSpPr>
          <p:spPr bwMode="auto">
            <a:xfrm>
              <a:off x="2043" y="2400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9" name="Oval 104"/>
            <p:cNvSpPr>
              <a:spLocks noChangeArrowheads="1"/>
            </p:cNvSpPr>
            <p:nvPr/>
          </p:nvSpPr>
          <p:spPr bwMode="auto">
            <a:xfrm>
              <a:off x="2101" y="2401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0" name="Oval 105"/>
            <p:cNvSpPr>
              <a:spLocks noChangeArrowheads="1"/>
            </p:cNvSpPr>
            <p:nvPr/>
          </p:nvSpPr>
          <p:spPr bwMode="auto">
            <a:xfrm>
              <a:off x="2158" y="2398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1" name="Oval 106"/>
            <p:cNvSpPr>
              <a:spLocks noChangeArrowheads="1"/>
            </p:cNvSpPr>
            <p:nvPr/>
          </p:nvSpPr>
          <p:spPr bwMode="auto">
            <a:xfrm>
              <a:off x="2216" y="2399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" name="Oval 107"/>
            <p:cNvSpPr>
              <a:spLocks noChangeArrowheads="1"/>
            </p:cNvSpPr>
            <p:nvPr/>
          </p:nvSpPr>
          <p:spPr bwMode="auto">
            <a:xfrm>
              <a:off x="1494" y="2460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" name="Oval 108"/>
            <p:cNvSpPr>
              <a:spLocks noChangeArrowheads="1"/>
            </p:cNvSpPr>
            <p:nvPr/>
          </p:nvSpPr>
          <p:spPr bwMode="auto">
            <a:xfrm>
              <a:off x="1552" y="2458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4" name="Oval 109"/>
            <p:cNvSpPr>
              <a:spLocks noChangeArrowheads="1"/>
            </p:cNvSpPr>
            <p:nvPr/>
          </p:nvSpPr>
          <p:spPr bwMode="auto">
            <a:xfrm>
              <a:off x="1610" y="2459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5" name="Oval 110"/>
            <p:cNvSpPr>
              <a:spLocks noChangeArrowheads="1"/>
            </p:cNvSpPr>
            <p:nvPr/>
          </p:nvSpPr>
          <p:spPr bwMode="auto">
            <a:xfrm>
              <a:off x="1668" y="2460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6" name="Oval 111"/>
            <p:cNvSpPr>
              <a:spLocks noChangeArrowheads="1"/>
            </p:cNvSpPr>
            <p:nvPr/>
          </p:nvSpPr>
          <p:spPr bwMode="auto">
            <a:xfrm>
              <a:off x="1726" y="2461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7" name="Oval 112"/>
            <p:cNvSpPr>
              <a:spLocks noChangeArrowheads="1"/>
            </p:cNvSpPr>
            <p:nvPr/>
          </p:nvSpPr>
          <p:spPr bwMode="auto">
            <a:xfrm>
              <a:off x="1784" y="2459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8" name="Oval 113"/>
            <p:cNvSpPr>
              <a:spLocks noChangeArrowheads="1"/>
            </p:cNvSpPr>
            <p:nvPr/>
          </p:nvSpPr>
          <p:spPr bwMode="auto">
            <a:xfrm>
              <a:off x="1842" y="2460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9" name="Oval 114"/>
            <p:cNvSpPr>
              <a:spLocks noChangeArrowheads="1"/>
            </p:cNvSpPr>
            <p:nvPr/>
          </p:nvSpPr>
          <p:spPr bwMode="auto">
            <a:xfrm>
              <a:off x="1900" y="2461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0" name="Oval 115"/>
            <p:cNvSpPr>
              <a:spLocks noChangeArrowheads="1"/>
            </p:cNvSpPr>
            <p:nvPr/>
          </p:nvSpPr>
          <p:spPr bwMode="auto">
            <a:xfrm>
              <a:off x="1958" y="2462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1" name="Oval 116"/>
            <p:cNvSpPr>
              <a:spLocks noChangeArrowheads="1"/>
            </p:cNvSpPr>
            <p:nvPr/>
          </p:nvSpPr>
          <p:spPr bwMode="auto">
            <a:xfrm>
              <a:off x="2016" y="2460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2" name="Oval 117"/>
            <p:cNvSpPr>
              <a:spLocks noChangeArrowheads="1"/>
            </p:cNvSpPr>
            <p:nvPr/>
          </p:nvSpPr>
          <p:spPr bwMode="auto">
            <a:xfrm>
              <a:off x="2074" y="2461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3" name="Oval 118"/>
            <p:cNvSpPr>
              <a:spLocks noChangeArrowheads="1"/>
            </p:cNvSpPr>
            <p:nvPr/>
          </p:nvSpPr>
          <p:spPr bwMode="auto">
            <a:xfrm>
              <a:off x="2132" y="2462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4" name="Oval 119"/>
            <p:cNvSpPr>
              <a:spLocks noChangeArrowheads="1"/>
            </p:cNvSpPr>
            <p:nvPr/>
          </p:nvSpPr>
          <p:spPr bwMode="auto">
            <a:xfrm>
              <a:off x="2189" y="2459"/>
              <a:ext cx="56" cy="66"/>
            </a:xfrm>
            <a:prstGeom prst="ellipse">
              <a:avLst/>
            </a:prstGeom>
            <a:solidFill>
              <a:srgbClr val="00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5" name="Oval 120"/>
            <p:cNvSpPr>
              <a:spLocks noChangeArrowheads="1"/>
            </p:cNvSpPr>
            <p:nvPr/>
          </p:nvSpPr>
          <p:spPr bwMode="auto">
            <a:xfrm>
              <a:off x="1462" y="2557"/>
              <a:ext cx="162" cy="1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6" name="Oval 121"/>
            <p:cNvSpPr>
              <a:spLocks noChangeArrowheads="1"/>
            </p:cNvSpPr>
            <p:nvPr/>
          </p:nvSpPr>
          <p:spPr bwMode="auto">
            <a:xfrm>
              <a:off x="1625" y="2558"/>
              <a:ext cx="162" cy="1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7" name="Oval 122"/>
            <p:cNvSpPr>
              <a:spLocks noChangeArrowheads="1"/>
            </p:cNvSpPr>
            <p:nvPr/>
          </p:nvSpPr>
          <p:spPr bwMode="auto">
            <a:xfrm>
              <a:off x="1788" y="2559"/>
              <a:ext cx="162" cy="1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8" name="Oval 123"/>
            <p:cNvSpPr>
              <a:spLocks noChangeArrowheads="1"/>
            </p:cNvSpPr>
            <p:nvPr/>
          </p:nvSpPr>
          <p:spPr bwMode="auto">
            <a:xfrm>
              <a:off x="1951" y="2560"/>
              <a:ext cx="162" cy="1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9" name="Oval 124"/>
            <p:cNvSpPr>
              <a:spLocks noChangeArrowheads="1"/>
            </p:cNvSpPr>
            <p:nvPr/>
          </p:nvSpPr>
          <p:spPr bwMode="auto">
            <a:xfrm>
              <a:off x="2114" y="2561"/>
              <a:ext cx="162" cy="18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0" name="Text Box 125"/>
            <p:cNvSpPr txBox="1">
              <a:spLocks noChangeArrowheads="1"/>
            </p:cNvSpPr>
            <p:nvPr/>
          </p:nvSpPr>
          <p:spPr bwMode="auto">
            <a:xfrm>
              <a:off x="1574" y="3504"/>
              <a:ext cx="657" cy="2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2400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fr-FR" altLang="fr-FR" sz="2400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r>
                <a:rPr lang="fr-FR" altLang="fr-FR" sz="24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= 0,7</a:t>
              </a:r>
            </a:p>
          </p:txBody>
        </p:sp>
      </p:grpSp>
      <p:sp>
        <p:nvSpPr>
          <p:cNvPr id="321" name="ZoneTexte 320"/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rgbClr val="FF0000"/>
                </a:solidFill>
              </a:rPr>
              <a:t>Transformer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084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Capacitors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6"/>
          <p:cNvGrpSpPr>
            <a:grpSpLocks/>
          </p:cNvGrpSpPr>
          <p:nvPr/>
        </p:nvGrpSpPr>
        <p:grpSpPr bwMode="auto">
          <a:xfrm>
            <a:off x="4416394" y="1674763"/>
            <a:ext cx="3081338" cy="1719263"/>
            <a:chOff x="2750" y="1326"/>
            <a:chExt cx="1941" cy="1083"/>
          </a:xfrm>
        </p:grpSpPr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2750" y="1326"/>
              <a:ext cx="1941" cy="29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CA" altLang="fr-FR" sz="2400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Losses in the capacitor</a:t>
              </a:r>
            </a:p>
          </p:txBody>
        </p:sp>
        <p:graphicFrame>
          <p:nvGraphicFramePr>
            <p:cNvPr id="2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4095332"/>
                </p:ext>
              </p:extLst>
            </p:nvPr>
          </p:nvGraphicFramePr>
          <p:xfrm>
            <a:off x="3025" y="1850"/>
            <a:ext cx="1184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57002" imgH="215806" progId="Equation.3">
                    <p:embed/>
                  </p:oleObj>
                </mc:Choice>
                <mc:Fallback>
                  <p:oleObj name="Equation" r:id="rId3" imgW="457002" imgH="215806" progId="Equation.3">
                    <p:embed/>
                    <p:pic>
                      <p:nvPicPr>
                        <p:cNvPr id="2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5" y="1850"/>
                          <a:ext cx="1184" cy="55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952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Text Box 21"/>
          <p:cNvSpPr txBox="1">
            <a:spLocks noChangeArrowheads="1"/>
          </p:cNvSpPr>
          <p:nvPr/>
        </p:nvSpPr>
        <p:spPr bwMode="auto">
          <a:xfrm>
            <a:off x="4663169" y="3694714"/>
            <a:ext cx="2570163" cy="461963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Rated voltage: </a:t>
            </a:r>
            <a:r>
              <a:rPr lang="en-CA" altLang="fr-FR" sz="24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U</a:t>
            </a:r>
            <a:r>
              <a:rPr lang="en-CA" altLang="fr-FR" sz="2400" baseline="-25000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eff</a:t>
            </a:r>
            <a:endParaRPr lang="en-CA" altLang="fr-FR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4022356" y="5818786"/>
            <a:ext cx="64219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Multiple technologies : depends on the frequency</a:t>
            </a:r>
          </a:p>
        </p:txBody>
      </p:sp>
      <p:sp>
        <p:nvSpPr>
          <p:cNvPr id="28" name="Text Box 17"/>
          <p:cNvSpPr txBox="1">
            <a:spLocks noChangeArrowheads="1"/>
          </p:cNvSpPr>
          <p:nvPr/>
        </p:nvSpPr>
        <p:spPr bwMode="auto">
          <a:xfrm>
            <a:off x="2860068" y="4776612"/>
            <a:ext cx="4894289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r : ESR (Equivalent Series Resistor)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L : ESL (Equivalent Series Inductor)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rgbClr val="FF0000"/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F469A9EF-91DC-3A32-7DAD-07B99774C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032" y="1311561"/>
            <a:ext cx="760957" cy="3188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Line 22"/>
          <p:cNvSpPr>
            <a:spLocks noChangeShapeType="1"/>
          </p:cNvSpPr>
          <p:nvPr/>
        </p:nvSpPr>
        <p:spPr bwMode="auto">
          <a:xfrm flipV="1">
            <a:off x="3719932" y="1458169"/>
            <a:ext cx="0" cy="2923227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1" name="Text Box 23"/>
          <p:cNvSpPr txBox="1">
            <a:spLocks noChangeArrowheads="1"/>
          </p:cNvSpPr>
          <p:nvPr/>
        </p:nvSpPr>
        <p:spPr bwMode="auto">
          <a:xfrm>
            <a:off x="3826295" y="2453533"/>
            <a:ext cx="3850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fr-FR" sz="28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u</a:t>
            </a:r>
            <a:endParaRPr lang="en-CA" altLang="fr-FR" sz="24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ABA62D75-F46C-0A4D-9560-850F592841E6}"/>
              </a:ext>
            </a:extLst>
          </p:cNvPr>
          <p:cNvSpPr txBox="1"/>
          <p:nvPr/>
        </p:nvSpPr>
        <p:spPr>
          <a:xfrm>
            <a:off x="2672619" y="1657247"/>
            <a:ext cx="374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0F6898E-C495-8CE1-26DB-8EE39CAE3DED}"/>
              </a:ext>
            </a:extLst>
          </p:cNvPr>
          <p:cNvSpPr txBox="1"/>
          <p:nvPr/>
        </p:nvSpPr>
        <p:spPr>
          <a:xfrm>
            <a:off x="2633973" y="2617125"/>
            <a:ext cx="374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L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05B550C2-FF32-16CC-35EE-1E746A6778B2}"/>
              </a:ext>
            </a:extLst>
          </p:cNvPr>
          <p:cNvSpPr txBox="1"/>
          <p:nvPr/>
        </p:nvSpPr>
        <p:spPr>
          <a:xfrm>
            <a:off x="2542022" y="3632063"/>
            <a:ext cx="374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</a:t>
            </a: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CA9C775F-EE64-1180-6D13-5CAD0DBE1F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4178" y="2240689"/>
            <a:ext cx="4687480" cy="2383854"/>
          </a:xfrm>
          <a:prstGeom prst="rect">
            <a:avLst/>
          </a:prstGeom>
        </p:spPr>
      </p:pic>
      <p:sp>
        <p:nvSpPr>
          <p:cNvPr id="41" name="ZoneTexte 40">
            <a:extLst>
              <a:ext uri="{FF2B5EF4-FFF2-40B4-BE49-F238E27FC236}">
                <a16:creationId xmlns:a16="http://schemas.microsoft.com/office/drawing/2014/main" id="{6451806F-416A-66EF-51D9-830E1B1D0BA8}"/>
              </a:ext>
            </a:extLst>
          </p:cNvPr>
          <p:cNvSpPr txBox="1"/>
          <p:nvPr/>
        </p:nvSpPr>
        <p:spPr>
          <a:xfrm>
            <a:off x="4913964" y="6449606"/>
            <a:ext cx="411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dirty="0"/>
              <a:t>Redexpert (Würth </a:t>
            </a:r>
            <a:r>
              <a:rPr lang="fr-FR" sz="1400" i="1" dirty="0" err="1"/>
              <a:t>Elektronik</a:t>
            </a:r>
            <a:r>
              <a:rPr lang="fr-FR" sz="1400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3651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15585-47FA-9B89-B7E0-F6E396351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77209-F083-72A5-B3A8-033A2C48349A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8F9E9D-6DF2-04B8-C5AC-02FD96E8F2F7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E7669144-2BEA-585F-1D48-BC77EFFC2F84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Capacitors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6990F16-62F4-38B6-3A14-94C265744929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D19BAF2E-46F6-1AF4-4676-512E7FB64F31}"/>
              </a:ext>
            </a:extLst>
          </p:cNvPr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rgbClr val="FF0000"/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0ED4DAF4-66E9-48B9-DBA0-1C2D826D62D6}"/>
              </a:ext>
            </a:extLst>
          </p:cNvPr>
          <p:cNvSpPr txBox="1"/>
          <p:nvPr/>
        </p:nvSpPr>
        <p:spPr>
          <a:xfrm>
            <a:off x="3744257" y="6036333"/>
            <a:ext cx="61406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i="1" dirty="0" err="1"/>
              <a:t>Capacitor</a:t>
            </a:r>
            <a:r>
              <a:rPr lang="fr-FR" sz="1400" i="1" dirty="0"/>
              <a:t> </a:t>
            </a:r>
            <a:r>
              <a:rPr lang="fr-FR" sz="1400" i="1" dirty="0" err="1"/>
              <a:t>Selection</a:t>
            </a:r>
            <a:r>
              <a:rPr lang="fr-FR" sz="1400" i="1" dirty="0"/>
              <a:t> Guidelines for </a:t>
            </a:r>
            <a:r>
              <a:rPr lang="fr-FR" sz="1400" i="1" dirty="0" err="1"/>
              <a:t>Analog</a:t>
            </a:r>
            <a:r>
              <a:rPr lang="fr-FR" sz="1400" i="1" dirty="0"/>
              <a:t> </a:t>
            </a:r>
            <a:r>
              <a:rPr lang="fr-FR" sz="1400" i="1" dirty="0" err="1"/>
              <a:t>Devices</a:t>
            </a:r>
            <a:r>
              <a:rPr lang="fr-FR" sz="1400" i="1" dirty="0"/>
              <a:t> </a:t>
            </a:r>
            <a:br>
              <a:rPr lang="fr-FR" sz="1400" i="1" dirty="0"/>
            </a:br>
            <a:r>
              <a:rPr lang="en-US" sz="1400" i="1" dirty="0"/>
              <a:t>Fundamentals of Capacitor Technology and their Applications (Würth Elektronik)</a:t>
            </a:r>
            <a:br>
              <a:rPr lang="en-US" sz="1400" i="1" dirty="0"/>
            </a:br>
            <a:r>
              <a:rPr lang="en-US" sz="1400" i="1" dirty="0"/>
              <a:t>Capacitor Selection Guide (Murata)</a:t>
            </a:r>
            <a:endParaRPr lang="fr-FR" sz="1400" i="1" dirty="0"/>
          </a:p>
        </p:txBody>
      </p:sp>
      <p:graphicFrame>
        <p:nvGraphicFramePr>
          <p:cNvPr id="46" name="Tableau 45">
            <a:extLst>
              <a:ext uri="{FF2B5EF4-FFF2-40B4-BE49-F238E27FC236}">
                <a16:creationId xmlns:a16="http://schemas.microsoft.com/office/drawing/2014/main" id="{22A278C4-AEB1-DCBF-5073-7C0F8CDDF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781011"/>
              </p:ext>
            </p:extLst>
          </p:nvPr>
        </p:nvGraphicFramePr>
        <p:xfrm>
          <a:off x="3041993" y="1027311"/>
          <a:ext cx="8128002" cy="5095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048">
                  <a:extLst>
                    <a:ext uri="{9D8B030D-6E8A-4147-A177-3AD203B41FA5}">
                      <a16:colId xmlns:a16="http://schemas.microsoft.com/office/drawing/2014/main" val="691543291"/>
                    </a:ext>
                  </a:extLst>
                </a:gridCol>
                <a:gridCol w="1495910">
                  <a:extLst>
                    <a:ext uri="{9D8B030D-6E8A-4147-A177-3AD203B41FA5}">
                      <a16:colId xmlns:a16="http://schemas.microsoft.com/office/drawing/2014/main" val="2550594890"/>
                    </a:ext>
                  </a:extLst>
                </a:gridCol>
                <a:gridCol w="2677887">
                  <a:extLst>
                    <a:ext uri="{9D8B030D-6E8A-4147-A177-3AD203B41FA5}">
                      <a16:colId xmlns:a16="http://schemas.microsoft.com/office/drawing/2014/main" val="3855302790"/>
                    </a:ext>
                  </a:extLst>
                </a:gridCol>
                <a:gridCol w="1620157">
                  <a:extLst>
                    <a:ext uri="{9D8B030D-6E8A-4147-A177-3AD203B41FA5}">
                      <a16:colId xmlns:a16="http://schemas.microsoft.com/office/drawing/2014/main" val="110200455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solidFill>
                            <a:schemeClr val="tx1"/>
                          </a:solidFill>
                        </a:rPr>
                        <a:t>Polarized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A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solidFill>
                            <a:schemeClr val="tx1"/>
                          </a:solidFill>
                        </a:rPr>
                        <a:t>Unpolarized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276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sz="2400" b="1" noProof="0" dirty="0">
                          <a:solidFill>
                            <a:schemeClr val="tx1"/>
                          </a:solidFill>
                        </a:rPr>
                        <a:t>Aluminum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noProof="0">
                          <a:solidFill>
                            <a:schemeClr val="tx1"/>
                          </a:solidFill>
                        </a:rPr>
                        <a:t>Solid Tantalum</a:t>
                      </a:r>
                      <a:endParaRPr lang="en-CA" sz="24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noProof="0" dirty="0">
                          <a:solidFill>
                            <a:schemeClr val="tx1"/>
                          </a:solidFill>
                        </a:rPr>
                        <a:t>MLCC : </a:t>
                      </a:r>
                      <a:r>
                        <a:rPr lang="en-CA" sz="2400" b="1" dirty="0"/>
                        <a:t>Multilayer ceramic capacitors</a:t>
                      </a:r>
                      <a:endParaRPr lang="en-CA" sz="2400" b="1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b="1" noProof="0" dirty="0">
                          <a:solidFill>
                            <a:schemeClr val="tx1"/>
                          </a:solidFill>
                        </a:rPr>
                        <a:t>Film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975092"/>
                  </a:ext>
                </a:extLst>
              </a:tr>
              <a:tr h="1254691">
                <a:tc>
                  <a:txBody>
                    <a:bodyPr/>
                    <a:lstStyle/>
                    <a:p>
                      <a:pPr algn="ctr"/>
                      <a:endParaRPr lang="en-CA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03032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solidFill>
                            <a:srgbClr val="00B050"/>
                          </a:solidFill>
                        </a:rPr>
                        <a:t>High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A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solidFill>
                            <a:srgbClr val="00B050"/>
                          </a:solidFill>
                        </a:rPr>
                        <a:t>High voltage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A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11010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noProof="0" dirty="0">
                          <a:solidFill>
                            <a:srgbClr val="00B050"/>
                          </a:solidFill>
                        </a:rPr>
                        <a:t>High capacitance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solidFill>
                            <a:srgbClr val="00B050"/>
                          </a:solidFill>
                        </a:rPr>
                        <a:t>Small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solidFill>
                            <a:srgbClr val="00B050"/>
                          </a:solidFill>
                        </a:rPr>
                        <a:t>Self healing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87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noProof="0" dirty="0">
                          <a:solidFill>
                            <a:srgbClr val="FF0000"/>
                          </a:solidFill>
                        </a:rPr>
                        <a:t>Lifetime depends on temperature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noProof="0" dirty="0">
                          <a:solidFill>
                            <a:srgbClr val="FF0000"/>
                          </a:solidFill>
                        </a:rPr>
                        <a:t>More expensive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solidFill>
                            <a:srgbClr val="00B050"/>
                          </a:solidFill>
                        </a:rPr>
                        <a:t>Low ESR &amp; ESL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011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noProof="0" dirty="0">
                          <a:solidFill>
                            <a:srgbClr val="00B050"/>
                          </a:solidFill>
                        </a:rPr>
                        <a:t>Small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noProof="0" dirty="0">
                          <a:solidFill>
                            <a:srgbClr val="FF0000"/>
                          </a:solidFill>
                        </a:rPr>
                        <a:t>“lower” capacitance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428950"/>
                  </a:ext>
                </a:extLst>
              </a:tr>
            </a:tbl>
          </a:graphicData>
        </a:graphic>
      </p:graphicFrame>
      <p:pic>
        <p:nvPicPr>
          <p:cNvPr id="48" name="Image 47">
            <a:extLst>
              <a:ext uri="{FF2B5EF4-FFF2-40B4-BE49-F238E27FC236}">
                <a16:creationId xmlns:a16="http://schemas.microsoft.com/office/drawing/2014/main" id="{039B950A-86B3-D340-9FF9-CEE877B38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452" y="2345776"/>
            <a:ext cx="1368323" cy="1137170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EB927937-C721-2BDD-DECA-E38008549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220" y="2387921"/>
            <a:ext cx="1368323" cy="1124380"/>
          </a:xfrm>
          <a:prstGeom prst="rect">
            <a:avLst/>
          </a:prstGeom>
        </p:spPr>
      </p:pic>
      <p:pic>
        <p:nvPicPr>
          <p:cNvPr id="53" name="Image 52">
            <a:extLst>
              <a:ext uri="{FF2B5EF4-FFF2-40B4-BE49-F238E27FC236}">
                <a16:creationId xmlns:a16="http://schemas.microsoft.com/office/drawing/2014/main" id="{034FC1DA-A219-F893-B17C-051998DF81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924" t="11918" r="5336" b="991"/>
          <a:stretch>
            <a:fillRect/>
          </a:stretch>
        </p:blipFill>
        <p:spPr>
          <a:xfrm>
            <a:off x="9723609" y="2430065"/>
            <a:ext cx="1282500" cy="1124380"/>
          </a:xfrm>
          <a:prstGeom prst="rect">
            <a:avLst/>
          </a:prstGeom>
        </p:spPr>
      </p:pic>
      <p:pic>
        <p:nvPicPr>
          <p:cNvPr id="58" name="Image 57">
            <a:extLst>
              <a:ext uri="{FF2B5EF4-FFF2-40B4-BE49-F238E27FC236}">
                <a16:creationId xmlns:a16="http://schemas.microsoft.com/office/drawing/2014/main" id="{0585BE45-68D8-1A8E-45EF-8E19DCB893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3" t="8435" r="24554" b="16608"/>
          <a:stretch>
            <a:fillRect/>
          </a:stretch>
        </p:blipFill>
        <p:spPr>
          <a:xfrm>
            <a:off x="5473427" y="2345776"/>
            <a:ext cx="811015" cy="116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6099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9F4EF-FECE-987D-4E7B-BFE733ED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EB5118F-3682-640A-08D4-F05CA7576EEC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29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D1E3AA-0F8D-4F28-8874-D23DBA447C8D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859366F2-9657-A8E5-8948-0BB6B0F8D322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Capacitors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5F874BD7-6B58-CB05-32E4-BC0D67F9887E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5789A568-A594-F4A6-A246-AAE5460AD0ED}"/>
              </a:ext>
            </a:extLst>
          </p:cNvPr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rgbClr val="FF0000"/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749F6F7E-E949-307D-291B-7A5F5C03D915}"/>
              </a:ext>
            </a:extLst>
          </p:cNvPr>
          <p:cNvSpPr txBox="1"/>
          <p:nvPr/>
        </p:nvSpPr>
        <p:spPr>
          <a:xfrm>
            <a:off x="3744258" y="6239711"/>
            <a:ext cx="61406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i="1" dirty="0"/>
              <a:t>MLCC Application Notes (TDK)</a:t>
            </a:r>
            <a:br>
              <a:rPr lang="fr-FR" sz="1400" i="1" dirty="0"/>
            </a:br>
            <a:r>
              <a:rPr lang="en-US" sz="1400" i="1" dirty="0"/>
              <a:t>Fundamentals of Capacitor Technology and their Applications (Würth Elektronik)</a:t>
            </a:r>
            <a:endParaRPr lang="fr-FR" sz="1400" i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4DFE945-1446-4233-4810-39390B889338}"/>
              </a:ext>
            </a:extLst>
          </p:cNvPr>
          <p:cNvSpPr txBox="1"/>
          <p:nvPr/>
        </p:nvSpPr>
        <p:spPr>
          <a:xfrm>
            <a:off x="2538260" y="1351508"/>
            <a:ext cx="935420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u="sng" noProof="0" dirty="0"/>
              <a:t>MLCC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noProof="0" dirty="0"/>
              <a:t>Class I ceramic capacitor (NP0, C0G …)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 dirty="0"/>
              <a:t>Made from ceramic material </a:t>
            </a:r>
            <a:r>
              <a:rPr lang="en-CA" sz="2400" b="1" dirty="0">
                <a:solidFill>
                  <a:srgbClr val="00B050"/>
                </a:solidFill>
              </a:rPr>
              <a:t>not sensitive to temperature </a:t>
            </a:r>
            <a:r>
              <a:rPr lang="en-CA" sz="2400" dirty="0"/>
              <a:t>(TiO2 …)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 noProof="0" dirty="0"/>
              <a:t>Low permittivity -&gt; </a:t>
            </a:r>
            <a:r>
              <a:rPr lang="en-CA" sz="2400" b="1" noProof="0" dirty="0">
                <a:solidFill>
                  <a:srgbClr val="FF0000"/>
                </a:solidFill>
              </a:rPr>
              <a:t>low capacitance 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 noProof="0" dirty="0"/>
              <a:t>Next to no aging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2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400" noProof="0" dirty="0"/>
              <a:t>Class II ceramic capacitor (X5R, X7R, Y5V …)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 dirty="0"/>
              <a:t>Made from </a:t>
            </a:r>
            <a:r>
              <a:rPr lang="en-US" sz="2400" dirty="0"/>
              <a:t>ceramic materials that are derived from a barium titanate (BaTiO</a:t>
            </a:r>
            <a:r>
              <a:rPr lang="en-US" sz="2400" baseline="-25000" dirty="0"/>
              <a:t>3</a:t>
            </a:r>
            <a:r>
              <a:rPr lang="en-US" sz="2400" dirty="0"/>
              <a:t>) base : </a:t>
            </a:r>
            <a:r>
              <a:rPr lang="en-US" sz="2400" b="1" dirty="0">
                <a:solidFill>
                  <a:srgbClr val="FF0000"/>
                </a:solidFill>
              </a:rPr>
              <a:t>sensitive to temperature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High permittivity : </a:t>
            </a:r>
            <a:r>
              <a:rPr lang="en-US" sz="2400" b="1" dirty="0">
                <a:solidFill>
                  <a:srgbClr val="00B050"/>
                </a:solidFill>
              </a:rPr>
              <a:t>high capacitance 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2400" noProof="0" dirty="0"/>
              <a:t>High voltage dependency</a:t>
            </a:r>
          </a:p>
        </p:txBody>
      </p:sp>
    </p:spTree>
    <p:extLst>
      <p:ext uri="{BB962C8B-B14F-4D97-AF65-F5344CB8AC3E}">
        <p14:creationId xmlns:p14="http://schemas.microsoft.com/office/powerpoint/2010/main" val="16513188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3397D-7860-72C2-6BA4-515872E5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877847B-DA30-EDB8-AA9C-9E56EB56BC66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145BA-9FE4-D944-D25B-07C0294196F0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BFFEA4CD-FE67-EC77-D1BD-7796D3970B48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Capacitors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B67565B6-9B98-DE06-6776-AE3008082B1B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C737C7D1-10E5-C6AC-5777-0ED184F054A7}"/>
              </a:ext>
            </a:extLst>
          </p:cNvPr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rgbClr val="FF0000"/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7E948DF4-BAC8-B0EF-B16B-DD3431833CB2}"/>
              </a:ext>
            </a:extLst>
          </p:cNvPr>
          <p:cNvSpPr txBox="1"/>
          <p:nvPr/>
        </p:nvSpPr>
        <p:spPr>
          <a:xfrm>
            <a:off x="3744258" y="6239711"/>
            <a:ext cx="61406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i="1" dirty="0"/>
              <a:t>MLCC Application Notes (TDK)</a:t>
            </a:r>
            <a:br>
              <a:rPr lang="fr-FR" sz="1400" i="1" dirty="0"/>
            </a:br>
            <a:r>
              <a:rPr lang="en-US" sz="1400" i="1" dirty="0"/>
              <a:t>Fundamentals of Capacitor Technology and their Applications (Würth Elektronik)</a:t>
            </a:r>
            <a:endParaRPr lang="fr-FR" sz="1400" i="1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742589D-53C5-E9DD-8698-D095FEF50B56}"/>
              </a:ext>
            </a:extLst>
          </p:cNvPr>
          <p:cNvSpPr txBox="1"/>
          <p:nvPr/>
        </p:nvSpPr>
        <p:spPr>
          <a:xfrm>
            <a:off x="2538260" y="1351508"/>
            <a:ext cx="9354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u="sng" noProof="0" dirty="0"/>
              <a:t>MLCC :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6C55956-A782-8991-7D04-348142301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286" y="2360100"/>
            <a:ext cx="4392127" cy="2994633"/>
          </a:xfrm>
          <a:prstGeom prst="rect">
            <a:avLst/>
          </a:prstGeom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1605B72F-BF4B-28E2-D971-A13FC9276878}"/>
              </a:ext>
            </a:extLst>
          </p:cNvPr>
          <p:cNvGrpSpPr/>
          <p:nvPr/>
        </p:nvGrpSpPr>
        <p:grpSpPr>
          <a:xfrm>
            <a:off x="6803415" y="2098031"/>
            <a:ext cx="5213879" cy="3653262"/>
            <a:chOff x="6803415" y="2098031"/>
            <a:chExt cx="5213879" cy="3653262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EC085991-B7F2-D724-0613-ED42D6202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03415" y="2098031"/>
              <a:ext cx="5213879" cy="3653262"/>
            </a:xfrm>
            <a:prstGeom prst="rect">
              <a:avLst/>
            </a:prstGeom>
          </p:spPr>
        </p:pic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FBCF5B25-38DD-8BED-69B4-8E0A48DED311}"/>
                </a:ext>
              </a:extLst>
            </p:cNvPr>
            <p:cNvSpPr txBox="1"/>
            <p:nvPr/>
          </p:nvSpPr>
          <p:spPr>
            <a:xfrm>
              <a:off x="10568983" y="2465767"/>
              <a:ext cx="11157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solidFill>
                    <a:srgbClr val="0070C0"/>
                  </a:solidFill>
                </a:rPr>
                <a:t>NP0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7E7D15C0-DC00-3336-AC49-F2FEC418CB93}"/>
                </a:ext>
              </a:extLst>
            </p:cNvPr>
            <p:cNvSpPr txBox="1"/>
            <p:nvPr/>
          </p:nvSpPr>
          <p:spPr>
            <a:xfrm>
              <a:off x="10568982" y="3212290"/>
              <a:ext cx="11157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solidFill>
                    <a:schemeClr val="accent4"/>
                  </a:solidFill>
                </a:rPr>
                <a:t>X7R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0B0DA0E4-0317-A4EE-ADEA-D95590425BAF}"/>
                </a:ext>
              </a:extLst>
            </p:cNvPr>
            <p:cNvSpPr txBox="1"/>
            <p:nvPr/>
          </p:nvSpPr>
          <p:spPr>
            <a:xfrm>
              <a:off x="9410354" y="3626583"/>
              <a:ext cx="11157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b="1" dirty="0">
                  <a:solidFill>
                    <a:srgbClr val="00B050"/>
                  </a:solidFill>
                </a:rPr>
                <a:t>X5R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9026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0EB9A94-FC2B-E02A-0684-F909EB7BA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195" y="1514581"/>
            <a:ext cx="6443087" cy="4393013"/>
          </a:xfrm>
          <a:prstGeom prst="rect">
            <a:avLst/>
          </a:prstGeom>
        </p:spPr>
      </p:pic>
      <p:sp>
        <p:nvSpPr>
          <p:cNvPr id="4" name="Sous-titre 2">
            <a:extLst>
              <a:ext uri="{FF2B5EF4-FFF2-40B4-BE49-F238E27FC236}">
                <a16:creationId xmlns:a16="http://schemas.microsoft.com/office/drawing/2014/main" id="{1756CFE0-23CE-C91A-B205-B73834132F33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Capacitors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658A8F7-A5EA-8A11-EBC8-EBB7C26BB3D3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B9B2724B-25DF-B130-95EF-8D0CBE8915C0}"/>
              </a:ext>
            </a:extLst>
          </p:cNvPr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rgbClr val="FF0000"/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DDF285-C056-A80E-EE9D-9FFCF5307B8E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61E42BC-8E4E-4966-414A-8CB026B48C48}"/>
              </a:ext>
            </a:extLst>
          </p:cNvPr>
          <p:cNvSpPr txBox="1"/>
          <p:nvPr/>
        </p:nvSpPr>
        <p:spPr>
          <a:xfrm>
            <a:off x="4054614" y="6060104"/>
            <a:ext cx="61406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Input and Output Capacitor Selection (Texas Instrument)</a:t>
            </a:r>
            <a:endParaRPr lang="fr-FR" sz="1400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714EAD-3404-ABBD-DAFC-38A53AF6AB05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49C1732-031B-E056-54E4-2E441AAD1327}"/>
              </a:ext>
            </a:extLst>
          </p:cNvPr>
          <p:cNvSpPr txBox="1"/>
          <p:nvPr/>
        </p:nvSpPr>
        <p:spPr>
          <a:xfrm>
            <a:off x="5556279" y="1073734"/>
            <a:ext cx="3137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noProof="0" dirty="0"/>
              <a:t>ESR and ESL variations</a:t>
            </a:r>
          </a:p>
        </p:txBody>
      </p:sp>
    </p:spTree>
    <p:extLst>
      <p:ext uri="{BB962C8B-B14F-4D97-AF65-F5344CB8AC3E}">
        <p14:creationId xmlns:p14="http://schemas.microsoft.com/office/powerpoint/2010/main" val="19948489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41A4-EE66-6732-C3F0-C6581E23E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2">
            <a:extLst>
              <a:ext uri="{FF2B5EF4-FFF2-40B4-BE49-F238E27FC236}">
                <a16:creationId xmlns:a16="http://schemas.microsoft.com/office/drawing/2014/main" id="{3E292D48-7F47-4BEB-D4EB-E1E226CC93A9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Capacitors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C61C102F-078A-4FE8-6D36-50865CE3400F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DC49886C-38A5-8F92-A087-51EE338746B0}"/>
              </a:ext>
            </a:extLst>
          </p:cNvPr>
          <p:cNvSpPr txBox="1"/>
          <p:nvPr/>
        </p:nvSpPr>
        <p:spPr>
          <a:xfrm>
            <a:off x="0" y="0"/>
            <a:ext cx="247996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Passive components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Inductor</a:t>
            </a:r>
          </a:p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Transformer</a:t>
            </a:r>
          </a:p>
          <a:p>
            <a:r>
              <a:rPr lang="en-US" b="1" dirty="0">
                <a:solidFill>
                  <a:srgbClr val="FF0000"/>
                </a:solidFill>
              </a:rPr>
              <a:t>Capacitor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436697-B93D-8332-3968-86862F3D5513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2BC774F-A1D5-1D00-E3E6-6E15F2FB1A9B}"/>
              </a:ext>
            </a:extLst>
          </p:cNvPr>
          <p:cNvSpPr txBox="1"/>
          <p:nvPr/>
        </p:nvSpPr>
        <p:spPr>
          <a:xfrm>
            <a:off x="4054614" y="6060104"/>
            <a:ext cx="61406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Input and Output Capacitor Selection (Texas Instrument)</a:t>
            </a:r>
            <a:endParaRPr lang="fr-FR" sz="1400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CFA577-1539-5B5B-BE42-ABDC799D3D57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DAEE69B-E325-3537-B817-40230291A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464" y="1556217"/>
            <a:ext cx="6685120" cy="4452871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54F7628-AD4A-D9A2-0E2C-A45025024A33}"/>
              </a:ext>
            </a:extLst>
          </p:cNvPr>
          <p:cNvSpPr txBox="1"/>
          <p:nvPr/>
        </p:nvSpPr>
        <p:spPr>
          <a:xfrm>
            <a:off x="4787039" y="1094552"/>
            <a:ext cx="4639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noProof="0" dirty="0"/>
              <a:t>Multiple technologies in parallel</a:t>
            </a:r>
          </a:p>
        </p:txBody>
      </p:sp>
    </p:spTree>
    <p:extLst>
      <p:ext uri="{BB962C8B-B14F-4D97-AF65-F5344CB8AC3E}">
        <p14:creationId xmlns:p14="http://schemas.microsoft.com/office/powerpoint/2010/main" val="1549837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>
                <a:solidFill>
                  <a:prstClr val="white"/>
                </a:solidFill>
                <a:latin typeface="Myriad Pro" charset="0"/>
                <a:cs typeface="Myriad Pro" charset="0"/>
              </a:rPr>
              <a:t>Active components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/>
          <p:cNvSpPr txBox="1"/>
          <p:nvPr/>
        </p:nvSpPr>
        <p:spPr>
          <a:xfrm>
            <a:off x="0" y="0"/>
            <a:ext cx="24799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5602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Active components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649890" y="1765981"/>
            <a:ext cx="1368425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fr-FR" sz="1800" b="1">
                <a:solidFill>
                  <a:srgbClr val="FF3300"/>
                </a:solidFill>
                <a:latin typeface="Times New Roman" panose="02020603050405020304" pitchFamily="18" charset="0"/>
              </a:rPr>
              <a:t>PN junction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553" y="1527856"/>
            <a:ext cx="2943225" cy="1381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990" y="3472543"/>
            <a:ext cx="2714625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3813403" y="3688443"/>
            <a:ext cx="7524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fr-FR" sz="1800" b="1">
                <a:solidFill>
                  <a:srgbClr val="FF3300"/>
                </a:solidFill>
                <a:latin typeface="Times New Roman" panose="02020603050405020304" pitchFamily="18" charset="0"/>
              </a:rPr>
              <a:t>Diode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4743582" y="5554980"/>
                <a:ext cx="3617016" cy="762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d>
                        <m:dPr>
                          <m:ctrlPr>
                            <a:rPr lang="fr-FR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3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fr-F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36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fr-FR" sz="3600" b="0" i="1" smtClean="0">
                                      <a:latin typeface="Cambria Math" panose="02040503050406030204" pitchFamily="18" charset="0"/>
                                    </a:rPr>
                                    <m:t>. </m:t>
                                  </m:r>
                                  <m:sSub>
                                    <m:sSubPr>
                                      <m:ctrlPr>
                                        <a:rPr lang="fr-FR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36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fr-FR" sz="3600" b="0" i="1" smtClean="0">
                                          <a:latin typeface="Cambria Math" panose="02040503050406030204" pitchFamily="18" charset="0"/>
                                        </a:rPr>
                                        <m:t>𝐴𝐾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3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fr-FR" sz="3600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fr-FR" sz="3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p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fr-FR" sz="3600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3582" y="5554980"/>
                <a:ext cx="3617016" cy="7620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/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MOS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1016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Diode : static characteristic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2"/>
          <p:cNvGrpSpPr>
            <a:grpSpLocks/>
          </p:cNvGrpSpPr>
          <p:nvPr/>
        </p:nvGrpSpPr>
        <p:grpSpPr bwMode="auto">
          <a:xfrm>
            <a:off x="8063035" y="113030"/>
            <a:ext cx="3681413" cy="4373563"/>
            <a:chOff x="3112" y="196"/>
            <a:chExt cx="2319" cy="2755"/>
          </a:xfrm>
        </p:grpSpPr>
        <p:sp>
          <p:nvSpPr>
            <p:cNvPr id="7" name="Freeform 3"/>
            <p:cNvSpPr>
              <a:spLocks noChangeArrowheads="1"/>
            </p:cNvSpPr>
            <p:nvPr/>
          </p:nvSpPr>
          <p:spPr bwMode="auto">
            <a:xfrm>
              <a:off x="4257" y="1264"/>
              <a:ext cx="71" cy="71"/>
            </a:xfrm>
            <a:custGeom>
              <a:avLst/>
              <a:gdLst>
                <a:gd name="T0" fmla="*/ 0 w 9"/>
                <a:gd name="T1" fmla="*/ 560 h 9"/>
                <a:gd name="T2" fmla="*/ 308 w 9"/>
                <a:gd name="T3" fmla="*/ 560 h 9"/>
                <a:gd name="T4" fmla="*/ 560 w 9"/>
                <a:gd name="T5" fmla="*/ 560 h 9"/>
                <a:gd name="T6" fmla="*/ 308 w 9"/>
                <a:gd name="T7" fmla="*/ 0 h 9"/>
                <a:gd name="T8" fmla="*/ 0 w 9"/>
                <a:gd name="T9" fmla="*/ 56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0" y="9"/>
                  </a:moveTo>
                  <a:cubicBezTo>
                    <a:pt x="2" y="9"/>
                    <a:pt x="3" y="9"/>
                    <a:pt x="5" y="9"/>
                  </a:cubicBezTo>
                  <a:cubicBezTo>
                    <a:pt x="6" y="9"/>
                    <a:pt x="7" y="9"/>
                    <a:pt x="9" y="9"/>
                  </a:cubicBezTo>
                  <a:lnTo>
                    <a:pt x="5" y="0"/>
                  </a:lnTo>
                  <a:lnTo>
                    <a:pt x="0" y="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" name="Line 4"/>
            <p:cNvSpPr>
              <a:spLocks noChangeShapeType="1"/>
            </p:cNvSpPr>
            <p:nvPr/>
          </p:nvSpPr>
          <p:spPr bwMode="auto">
            <a:xfrm>
              <a:off x="4289" y="1328"/>
              <a:ext cx="0" cy="1567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5"/>
            <p:cNvSpPr>
              <a:spLocks noChangeArrowheads="1"/>
            </p:cNvSpPr>
            <p:nvPr/>
          </p:nvSpPr>
          <p:spPr bwMode="auto">
            <a:xfrm>
              <a:off x="5081" y="2360"/>
              <a:ext cx="87" cy="71"/>
            </a:xfrm>
            <a:custGeom>
              <a:avLst/>
              <a:gdLst>
                <a:gd name="T0" fmla="*/ 63 w 11"/>
                <a:gd name="T1" fmla="*/ 0 h 9"/>
                <a:gd name="T2" fmla="*/ 63 w 11"/>
                <a:gd name="T3" fmla="*/ 252 h 9"/>
                <a:gd name="T4" fmla="*/ 63 w 11"/>
                <a:gd name="T5" fmla="*/ 560 h 9"/>
                <a:gd name="T6" fmla="*/ 688 w 11"/>
                <a:gd name="T7" fmla="*/ 308 h 9"/>
                <a:gd name="T8" fmla="*/ 63 w 11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9">
                  <a:moveTo>
                    <a:pt x="1" y="0"/>
                  </a:moveTo>
                  <a:cubicBezTo>
                    <a:pt x="1" y="2"/>
                    <a:pt x="1" y="3"/>
                    <a:pt x="1" y="4"/>
                  </a:cubicBezTo>
                  <a:cubicBezTo>
                    <a:pt x="0" y="6"/>
                    <a:pt x="1" y="7"/>
                    <a:pt x="1" y="9"/>
                  </a:cubicBezTo>
                  <a:lnTo>
                    <a:pt x="11" y="5"/>
                  </a:lnTo>
                  <a:lnTo>
                    <a:pt x="1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" name="Line 6"/>
            <p:cNvSpPr>
              <a:spLocks noChangeShapeType="1"/>
            </p:cNvSpPr>
            <p:nvPr/>
          </p:nvSpPr>
          <p:spPr bwMode="auto">
            <a:xfrm flipH="1">
              <a:off x="3112" y="2400"/>
              <a:ext cx="19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4177" y="1152"/>
              <a:ext cx="53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24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5217" y="2152"/>
              <a:ext cx="95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2400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5329" y="2280"/>
              <a:ext cx="102" cy="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900">
                  <a:latin typeface="Times New Roman" panose="02020603050405020304" pitchFamily="18" charset="0"/>
                </a:rPr>
                <a:t>AK</a:t>
              </a: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4153" y="2256"/>
              <a:ext cx="56" cy="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1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7" name="AutoShape 11"/>
            <p:cNvSpPr>
              <a:spLocks noChangeArrowheads="1"/>
            </p:cNvSpPr>
            <p:nvPr/>
          </p:nvSpPr>
          <p:spPr bwMode="auto">
            <a:xfrm>
              <a:off x="3852" y="1872"/>
              <a:ext cx="617" cy="55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10782 w 21600"/>
                <a:gd name="T19" fmla="*/ 10781 h 21600"/>
                <a:gd name="T20" fmla="*/ 17469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 stroke="0">
                  <a:moveTo>
                    <a:pt x="17348" y="19387"/>
                  </a:moveTo>
                  <a:cubicBezTo>
                    <a:pt x="15467" y="20822"/>
                    <a:pt x="13166" y="21599"/>
                    <a:pt x="10800" y="21599"/>
                  </a:cubicBezTo>
                  <a:lnTo>
                    <a:pt x="10800" y="10800"/>
                  </a:lnTo>
                  <a:lnTo>
                    <a:pt x="17348" y="19387"/>
                  </a:lnTo>
                  <a:close/>
                </a:path>
                <a:path w="21600" h="21600" fill="none">
                  <a:moveTo>
                    <a:pt x="17348" y="19387"/>
                  </a:moveTo>
                  <a:cubicBezTo>
                    <a:pt x="15467" y="20822"/>
                    <a:pt x="13166" y="21599"/>
                    <a:pt x="10800" y="21599"/>
                  </a:cubicBezTo>
                </a:path>
              </a:pathLst>
            </a:cu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" name="AutoShape 12"/>
            <p:cNvSpPr>
              <a:spLocks noChangeArrowheads="1"/>
            </p:cNvSpPr>
            <p:nvPr/>
          </p:nvSpPr>
          <p:spPr bwMode="auto">
            <a:xfrm>
              <a:off x="3908" y="196"/>
              <a:ext cx="719" cy="22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10785 w 21600"/>
                <a:gd name="T19" fmla="*/ 10604 h 21600"/>
                <a:gd name="T20" fmla="*/ 21600 w 21600"/>
                <a:gd name="T21" fmla="*/ 21305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 stroke="0">
                  <a:moveTo>
                    <a:pt x="21599" y="10759"/>
                  </a:moveTo>
                  <a:cubicBezTo>
                    <a:pt x="21599" y="10773"/>
                    <a:pt x="21600" y="10786"/>
                    <a:pt x="21600" y="10800"/>
                  </a:cubicBezTo>
                  <a:cubicBezTo>
                    <a:pt x="21600" y="15886"/>
                    <a:pt x="18050" y="20283"/>
                    <a:pt x="13079" y="21356"/>
                  </a:cubicBezTo>
                  <a:lnTo>
                    <a:pt x="10800" y="10800"/>
                  </a:lnTo>
                  <a:lnTo>
                    <a:pt x="21599" y="10759"/>
                  </a:lnTo>
                  <a:close/>
                </a:path>
                <a:path w="21600" h="21600" fill="none">
                  <a:moveTo>
                    <a:pt x="21599" y="10759"/>
                  </a:moveTo>
                  <a:cubicBezTo>
                    <a:pt x="21599" y="10773"/>
                    <a:pt x="21600" y="10786"/>
                    <a:pt x="21600" y="10800"/>
                  </a:cubicBezTo>
                  <a:cubicBezTo>
                    <a:pt x="21600" y="15886"/>
                    <a:pt x="18050" y="20283"/>
                    <a:pt x="13079" y="21356"/>
                  </a:cubicBezTo>
                </a:path>
              </a:pathLst>
            </a:cu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 flipH="1">
              <a:off x="3279" y="2424"/>
              <a:ext cx="905" cy="1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AutoShape 14"/>
            <p:cNvSpPr>
              <a:spLocks noChangeArrowheads="1"/>
            </p:cNvSpPr>
            <p:nvPr/>
          </p:nvSpPr>
          <p:spPr bwMode="auto">
            <a:xfrm>
              <a:off x="3177" y="2436"/>
              <a:ext cx="255" cy="20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0 h 21600"/>
                <a:gd name="T20" fmla="*/ 10758 w 21600"/>
                <a:gd name="T21" fmla="*/ 10748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 stroke="0">
                  <a:moveTo>
                    <a:pt x="0" y="10733"/>
                  </a:moveTo>
                  <a:cubicBezTo>
                    <a:pt x="36" y="4815"/>
                    <a:pt x="4828" y="29"/>
                    <a:pt x="10746" y="0"/>
                  </a:cubicBezTo>
                  <a:lnTo>
                    <a:pt x="10800" y="10800"/>
                  </a:lnTo>
                  <a:lnTo>
                    <a:pt x="0" y="10733"/>
                  </a:lnTo>
                  <a:close/>
                </a:path>
                <a:path w="21600" h="21600" fill="none">
                  <a:moveTo>
                    <a:pt x="0" y="10733"/>
                  </a:moveTo>
                  <a:cubicBezTo>
                    <a:pt x="36" y="4815"/>
                    <a:pt x="4828" y="29"/>
                    <a:pt x="10746" y="0"/>
                  </a:cubicBezTo>
                </a:path>
              </a:pathLst>
            </a:cu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" name="Line 15"/>
            <p:cNvSpPr>
              <a:spLocks noChangeShapeType="1"/>
            </p:cNvSpPr>
            <p:nvPr/>
          </p:nvSpPr>
          <p:spPr bwMode="auto">
            <a:xfrm>
              <a:off x="3177" y="2544"/>
              <a:ext cx="0" cy="407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Line 16"/>
            <p:cNvSpPr>
              <a:spLocks noChangeShapeType="1"/>
            </p:cNvSpPr>
            <p:nvPr/>
          </p:nvSpPr>
          <p:spPr bwMode="auto">
            <a:xfrm>
              <a:off x="3177" y="2376"/>
              <a:ext cx="0" cy="5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>
              <a:off x="4273" y="1624"/>
              <a:ext cx="3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>
              <a:off x="4513" y="2376"/>
              <a:ext cx="0" cy="47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4273" y="2448"/>
              <a:ext cx="3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Rectangle 20"/>
            <p:cNvSpPr>
              <a:spLocks noChangeArrowheads="1"/>
            </p:cNvSpPr>
            <p:nvPr/>
          </p:nvSpPr>
          <p:spPr bwMode="auto">
            <a:xfrm>
              <a:off x="4121" y="2448"/>
              <a:ext cx="29" cy="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12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7" name="Rectangle 21"/>
            <p:cNvSpPr>
              <a:spLocks noChangeArrowheads="1"/>
            </p:cNvSpPr>
            <p:nvPr/>
          </p:nvSpPr>
          <p:spPr bwMode="auto">
            <a:xfrm>
              <a:off x="4169" y="2488"/>
              <a:ext cx="27" cy="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900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4097" y="1536"/>
              <a:ext cx="29" cy="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120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4153" y="1576"/>
              <a:ext cx="36" cy="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9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0" name="Rectangle 24"/>
            <p:cNvSpPr>
              <a:spLocks noChangeArrowheads="1"/>
            </p:cNvSpPr>
            <p:nvPr/>
          </p:nvSpPr>
          <p:spPr bwMode="auto">
            <a:xfrm>
              <a:off x="4497" y="2440"/>
              <a:ext cx="69" cy="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1200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31" name="Rectangle 25"/>
            <p:cNvSpPr>
              <a:spLocks noChangeArrowheads="1"/>
            </p:cNvSpPr>
            <p:nvPr/>
          </p:nvSpPr>
          <p:spPr bwMode="auto">
            <a:xfrm>
              <a:off x="4569" y="2480"/>
              <a:ext cx="36" cy="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9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2" name="Rectangle 26"/>
            <p:cNvSpPr>
              <a:spLocks noChangeArrowheads="1"/>
            </p:cNvSpPr>
            <p:nvPr/>
          </p:nvSpPr>
          <p:spPr bwMode="auto">
            <a:xfrm>
              <a:off x="3193" y="2216"/>
              <a:ext cx="69" cy="1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1200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33" name="Rectangle 27"/>
            <p:cNvSpPr>
              <a:spLocks noChangeArrowheads="1"/>
            </p:cNvSpPr>
            <p:nvPr/>
          </p:nvSpPr>
          <p:spPr bwMode="auto">
            <a:xfrm>
              <a:off x="3265" y="2272"/>
              <a:ext cx="95" cy="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900">
                  <a:latin typeface="Times New Roman" panose="02020603050405020304" pitchFamily="18" charset="0"/>
                </a:rPr>
                <a:t>BR</a:t>
              </a:r>
            </a:p>
          </p:txBody>
        </p:sp>
      </p:grpSp>
      <p:sp>
        <p:nvSpPr>
          <p:cNvPr id="34" name="Text Box 28"/>
          <p:cNvSpPr txBox="1">
            <a:spLocks noChangeArrowheads="1"/>
          </p:cNvSpPr>
          <p:nvPr/>
        </p:nvSpPr>
        <p:spPr bwMode="auto">
          <a:xfrm>
            <a:off x="2759426" y="1670259"/>
            <a:ext cx="5215059" cy="1571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fr-FR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I</a:t>
            </a:r>
            <a:r>
              <a:rPr lang="en-CA" altLang="fr-FR" sz="2400" b="1" baseline="-25000" dirty="0">
                <a:solidFill>
                  <a:srgbClr val="009900"/>
                </a:solidFill>
                <a:latin typeface="Times New Roman" panose="02020603050405020304" pitchFamily="18" charset="0"/>
              </a:rPr>
              <a:t>0</a:t>
            </a:r>
            <a:r>
              <a:rPr lang="en-CA" altLang="fr-FR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 : Average forward current, or I</a:t>
            </a:r>
            <a:r>
              <a:rPr lang="en-CA" altLang="fr-FR" sz="2400" b="1" baseline="-25000" dirty="0">
                <a:solidFill>
                  <a:srgbClr val="009900"/>
                </a:solidFill>
                <a:latin typeface="Times New Roman" panose="02020603050405020304" pitchFamily="18" charset="0"/>
              </a:rPr>
              <a:t>F</a:t>
            </a:r>
            <a:r>
              <a:rPr lang="en-CA" altLang="fr-FR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, I</a:t>
            </a:r>
            <a:r>
              <a:rPr lang="en-CA" altLang="fr-FR" sz="2400" b="1" baseline="-25000" dirty="0">
                <a:solidFill>
                  <a:srgbClr val="009900"/>
                </a:solidFill>
                <a:latin typeface="Times New Roman" panose="02020603050405020304" pitchFamily="18" charset="0"/>
              </a:rPr>
              <a:t>AV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fr-FR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I</a:t>
            </a:r>
            <a:r>
              <a:rPr lang="en-CA" altLang="fr-FR" sz="2400" b="1" baseline="-25000" dirty="0">
                <a:solidFill>
                  <a:srgbClr val="009900"/>
                </a:solidFill>
                <a:latin typeface="Times New Roman" panose="02020603050405020304" pitchFamily="18" charset="0"/>
              </a:rPr>
              <a:t>FM</a:t>
            </a:r>
            <a:r>
              <a:rPr lang="en-CA" altLang="fr-FR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 : Peak forward current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fr-FR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I</a:t>
            </a:r>
            <a:r>
              <a:rPr lang="en-CA" altLang="fr-FR" sz="2400" b="1" baseline="-25000" dirty="0">
                <a:solidFill>
                  <a:srgbClr val="009900"/>
                </a:solidFill>
                <a:latin typeface="Times New Roman" panose="02020603050405020304" pitchFamily="18" charset="0"/>
              </a:rPr>
              <a:t>FSM</a:t>
            </a:r>
            <a:r>
              <a:rPr lang="en-CA" altLang="fr-FR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 : Peak forward surge current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fr-FR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I</a:t>
            </a:r>
            <a:r>
              <a:rPr lang="en-CA" altLang="fr-FR" sz="2400" b="1" baseline="-25000" dirty="0">
                <a:solidFill>
                  <a:srgbClr val="009900"/>
                </a:solidFill>
                <a:latin typeface="Times New Roman" panose="02020603050405020304" pitchFamily="18" charset="0"/>
              </a:rPr>
              <a:t>RRM</a:t>
            </a:r>
            <a:r>
              <a:rPr lang="en-CA" altLang="fr-FR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 : Reverse repetitive current</a:t>
            </a:r>
          </a:p>
        </p:txBody>
      </p:sp>
      <p:sp>
        <p:nvSpPr>
          <p:cNvPr id="35" name="Text Box 29"/>
          <p:cNvSpPr txBox="1">
            <a:spLocks noChangeArrowheads="1"/>
          </p:cNvSpPr>
          <p:nvPr/>
        </p:nvSpPr>
        <p:spPr bwMode="auto">
          <a:xfrm>
            <a:off x="2903889" y="4767471"/>
            <a:ext cx="5159146" cy="1202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fr-FR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V</a:t>
            </a:r>
            <a:r>
              <a:rPr lang="en-CA" altLang="fr-FR" sz="2400" b="1" baseline="-25000" dirty="0">
                <a:solidFill>
                  <a:srgbClr val="009900"/>
                </a:solidFill>
                <a:latin typeface="Times New Roman" panose="02020603050405020304" pitchFamily="18" charset="0"/>
              </a:rPr>
              <a:t>0</a:t>
            </a:r>
            <a:r>
              <a:rPr lang="en-CA" altLang="fr-FR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 : Forward voltage or V</a:t>
            </a:r>
            <a:r>
              <a:rPr lang="en-CA" altLang="fr-FR" sz="2400" b="1" baseline="-25000" dirty="0">
                <a:solidFill>
                  <a:srgbClr val="009900"/>
                </a:solidFill>
                <a:latin typeface="Times New Roman" panose="02020603050405020304" pitchFamily="18" charset="0"/>
              </a:rPr>
              <a:t>FM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fr-FR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V</a:t>
            </a:r>
            <a:r>
              <a:rPr lang="en-CA" altLang="fr-FR" sz="2400" b="1" baseline="-25000" dirty="0">
                <a:solidFill>
                  <a:srgbClr val="009900"/>
                </a:solidFill>
                <a:latin typeface="Times New Roman" panose="02020603050405020304" pitchFamily="18" charset="0"/>
              </a:rPr>
              <a:t>BR</a:t>
            </a:r>
            <a:r>
              <a:rPr lang="en-CA" altLang="fr-FR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 : Breakdown reverse voltage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fr-FR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V</a:t>
            </a:r>
            <a:r>
              <a:rPr lang="en-CA" altLang="fr-FR" sz="2400" b="1" baseline="-25000" dirty="0">
                <a:solidFill>
                  <a:srgbClr val="009900"/>
                </a:solidFill>
                <a:latin typeface="Times New Roman" panose="02020603050405020304" pitchFamily="18" charset="0"/>
              </a:rPr>
              <a:t>RRM</a:t>
            </a:r>
            <a:r>
              <a:rPr lang="en-CA" altLang="fr-FR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 : Peak repetitive reverse voltage</a:t>
            </a:r>
          </a:p>
        </p:txBody>
      </p:sp>
      <p:pic>
        <p:nvPicPr>
          <p:cNvPr id="36" name="Picture 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8245" y="5003064"/>
            <a:ext cx="2875594" cy="1372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7" name="ZoneTexte 36"/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MOS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3445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Diode : simplified static characteristics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Line 2"/>
          <p:cNvSpPr>
            <a:spLocks noChangeShapeType="1"/>
          </p:cNvSpPr>
          <p:nvPr/>
        </p:nvSpPr>
        <p:spPr bwMode="auto">
          <a:xfrm>
            <a:off x="3407682" y="4003675"/>
            <a:ext cx="3527425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 flipV="1">
            <a:off x="5352370" y="1914525"/>
            <a:ext cx="1587" cy="3603625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" name="Line 4"/>
          <p:cNvSpPr>
            <a:spLocks noChangeShapeType="1"/>
          </p:cNvSpPr>
          <p:nvPr/>
        </p:nvSpPr>
        <p:spPr bwMode="auto">
          <a:xfrm flipV="1">
            <a:off x="5566682" y="1985963"/>
            <a:ext cx="360363" cy="2019300"/>
          </a:xfrm>
          <a:prstGeom prst="line">
            <a:avLst/>
          </a:prstGeom>
          <a:noFill/>
          <a:ln w="28440" cap="sq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3695020" y="4003675"/>
            <a:ext cx="1871662" cy="1588"/>
          </a:xfrm>
          <a:prstGeom prst="line">
            <a:avLst/>
          </a:prstGeom>
          <a:noFill/>
          <a:ln w="28440" cap="sq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Line 6"/>
          <p:cNvSpPr>
            <a:spLocks noChangeShapeType="1"/>
          </p:cNvSpPr>
          <p:nvPr/>
        </p:nvSpPr>
        <p:spPr bwMode="auto">
          <a:xfrm>
            <a:off x="3695020" y="4003675"/>
            <a:ext cx="1587" cy="1439863"/>
          </a:xfrm>
          <a:prstGeom prst="line">
            <a:avLst/>
          </a:prstGeom>
          <a:noFill/>
          <a:ln w="28440" cap="sq">
            <a:solidFill>
              <a:srgbClr val="00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5382532" y="1700213"/>
            <a:ext cx="2444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6593795" y="3567113"/>
            <a:ext cx="485775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v</a:t>
            </a:r>
            <a:r>
              <a:rPr lang="fr-FR" altLang="fr-FR" sz="1800" baseline="-25000">
                <a:latin typeface="Times New Roman" panose="02020603050405020304" pitchFamily="18" charset="0"/>
              </a:rPr>
              <a:t>AK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5095195" y="3998913"/>
            <a:ext cx="2952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6" name="AutoShape 10"/>
          <p:cNvSpPr>
            <a:spLocks/>
          </p:cNvSpPr>
          <p:nvPr/>
        </p:nvSpPr>
        <p:spPr bwMode="auto">
          <a:xfrm>
            <a:off x="7043057" y="1946275"/>
            <a:ext cx="2957286" cy="403225"/>
          </a:xfrm>
          <a:prstGeom prst="borderCallout1">
            <a:avLst>
              <a:gd name="adj1" fmla="val 28347"/>
              <a:gd name="adj2" fmla="val -3787"/>
              <a:gd name="adj3" fmla="val 256578"/>
              <a:gd name="adj4" fmla="val -39608"/>
            </a:avLst>
          </a:prstGeom>
          <a:noFill/>
          <a:ln w="936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fr-FR" altLang="fr-FR" sz="2400" b="1" dirty="0">
                <a:latin typeface="Times New Roman" panose="02020603050405020304" pitchFamily="18" charset="0"/>
              </a:rPr>
              <a:t>V</a:t>
            </a:r>
            <a:r>
              <a:rPr lang="fr-FR" altLang="fr-FR" sz="2400" b="1" baseline="-25000" dirty="0">
                <a:latin typeface="Times New Roman" panose="02020603050405020304" pitchFamily="18" charset="0"/>
              </a:rPr>
              <a:t>AK</a:t>
            </a:r>
            <a:r>
              <a:rPr lang="fr-FR" altLang="fr-FR" sz="2400" b="1" dirty="0">
                <a:latin typeface="Times New Roman" panose="02020603050405020304" pitchFamily="18" charset="0"/>
              </a:rPr>
              <a:t> = </a:t>
            </a:r>
            <a:r>
              <a:rPr lang="fr-FR" altLang="fr-FR" sz="2400" b="1" dirty="0" err="1">
                <a:latin typeface="Times New Roman" panose="02020603050405020304" pitchFamily="18" charset="0"/>
              </a:rPr>
              <a:t>r</a:t>
            </a:r>
            <a:r>
              <a:rPr lang="fr-FR" altLang="fr-FR" sz="2400" b="1" baseline="-25000" dirty="0" err="1">
                <a:latin typeface="Times New Roman" panose="02020603050405020304" pitchFamily="18" charset="0"/>
              </a:rPr>
              <a:t>on</a:t>
            </a:r>
            <a:r>
              <a:rPr lang="fr-FR" altLang="fr-FR" sz="2400" b="1" dirty="0" err="1">
                <a:latin typeface="Times New Roman" panose="02020603050405020304" pitchFamily="18" charset="0"/>
              </a:rPr>
              <a:t>.i</a:t>
            </a:r>
            <a:r>
              <a:rPr lang="fr-FR" altLang="fr-FR" sz="2400" b="1" dirty="0">
                <a:latin typeface="Times New Roman" panose="02020603050405020304" pitchFamily="18" charset="0"/>
              </a:rPr>
              <a:t> + V</a:t>
            </a:r>
            <a:r>
              <a:rPr lang="fr-FR" altLang="fr-FR" sz="2400" b="1" baseline="-25000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7" name="AutoShape 11"/>
          <p:cNvSpPr>
            <a:spLocks/>
          </p:cNvSpPr>
          <p:nvPr/>
        </p:nvSpPr>
        <p:spPr bwMode="auto">
          <a:xfrm>
            <a:off x="5742895" y="4797425"/>
            <a:ext cx="936625" cy="403225"/>
          </a:xfrm>
          <a:prstGeom prst="borderCallout1">
            <a:avLst>
              <a:gd name="adj1" fmla="val 28347"/>
              <a:gd name="adj2" fmla="val -8134"/>
              <a:gd name="adj3" fmla="val -156411"/>
              <a:gd name="adj4" fmla="val -101866"/>
            </a:avLst>
          </a:prstGeom>
          <a:noFill/>
          <a:ln w="9360" cap="sq">
            <a:solidFill>
              <a:srgbClr val="3399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i = 0</a:t>
            </a:r>
          </a:p>
        </p:txBody>
      </p:sp>
      <p:sp>
        <p:nvSpPr>
          <p:cNvPr id="18" name="AutoShape 12"/>
          <p:cNvSpPr>
            <a:spLocks/>
          </p:cNvSpPr>
          <p:nvPr/>
        </p:nvSpPr>
        <p:spPr bwMode="auto">
          <a:xfrm>
            <a:off x="5742895" y="5734050"/>
            <a:ext cx="1584325" cy="403225"/>
          </a:xfrm>
          <a:prstGeom prst="borderCallout1">
            <a:avLst>
              <a:gd name="adj1" fmla="val 28347"/>
              <a:gd name="adj2" fmla="val -4810"/>
              <a:gd name="adj3" fmla="val -174296"/>
              <a:gd name="adj4" fmla="val -121943"/>
            </a:avLst>
          </a:prstGeom>
          <a:noFill/>
          <a:ln w="9360" cap="sq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v</a:t>
            </a:r>
            <a:r>
              <a:rPr lang="fr-FR" altLang="fr-FR" sz="1800" b="1" baseline="-25000">
                <a:latin typeface="Times New Roman" panose="02020603050405020304" pitchFamily="18" charset="0"/>
              </a:rPr>
              <a:t>AK</a:t>
            </a:r>
            <a:r>
              <a:rPr lang="fr-FR" altLang="fr-FR" sz="1800" b="1">
                <a:latin typeface="Times New Roman" panose="02020603050405020304" pitchFamily="18" charset="0"/>
              </a:rPr>
              <a:t> = V</a:t>
            </a:r>
            <a:r>
              <a:rPr lang="fr-FR" altLang="fr-FR" sz="1800" b="1" baseline="-25000">
                <a:latin typeface="Times New Roman" panose="02020603050405020304" pitchFamily="18" charset="0"/>
              </a:rPr>
              <a:t>BR</a:t>
            </a:r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7897376" y="2708275"/>
            <a:ext cx="3333262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fr-FR" sz="2400" b="1" i="1">
                <a:solidFill>
                  <a:srgbClr val="0033CC"/>
                </a:solidFill>
                <a:latin typeface="Times New Roman" panose="02020603050405020304" pitchFamily="18" charset="0"/>
              </a:rPr>
              <a:t>Linearized characteristic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fr-FR" sz="2400" b="1" i="1">
                <a:solidFill>
                  <a:srgbClr val="0033CC"/>
                </a:solidFill>
                <a:latin typeface="Times New Roman" panose="02020603050405020304" pitchFamily="18" charset="0"/>
              </a:rPr>
              <a:t>3 segments</a:t>
            </a:r>
          </a:p>
        </p:txBody>
      </p:sp>
      <p:sp>
        <p:nvSpPr>
          <p:cNvPr id="20" name="Text Box 14"/>
          <p:cNvSpPr txBox="1">
            <a:spLocks noChangeArrowheads="1"/>
          </p:cNvSpPr>
          <p:nvPr/>
        </p:nvSpPr>
        <p:spPr bwMode="auto">
          <a:xfrm>
            <a:off x="7543120" y="4337505"/>
            <a:ext cx="4272272" cy="1017844"/>
          </a:xfrm>
          <a:prstGeom prst="rect">
            <a:avLst/>
          </a:prstGeom>
          <a:noFill/>
          <a:ln w="936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fr-FR" sz="28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Conduction loss calculation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fr-FR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P</a:t>
            </a:r>
            <a:r>
              <a:rPr lang="en-CA" altLang="fr-FR" b="1" i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c</a:t>
            </a:r>
            <a:r>
              <a:rPr lang="en-CA" altLang="fr-FR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 = r</a:t>
            </a:r>
            <a:r>
              <a:rPr lang="en-CA" altLang="fr-FR" b="1" i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on</a:t>
            </a:r>
            <a:r>
              <a:rPr lang="en-CA" altLang="fr-FR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.I</a:t>
            </a:r>
            <a:r>
              <a:rPr lang="en-CA" altLang="fr-FR" b="1" i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eff</a:t>
            </a:r>
            <a:r>
              <a:rPr lang="en-CA" altLang="fr-FR" b="1" i="1" baseline="30000" dirty="0">
                <a:solidFill>
                  <a:srgbClr val="FF3300"/>
                </a:solidFill>
                <a:latin typeface="Times New Roman" panose="02020603050405020304" pitchFamily="18" charset="0"/>
              </a:rPr>
              <a:t>2</a:t>
            </a:r>
            <a:r>
              <a:rPr lang="en-CA" altLang="fr-FR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 + V</a:t>
            </a:r>
            <a:r>
              <a:rPr lang="en-CA" altLang="fr-FR" b="1" i="1" baseline="-25000" dirty="0">
                <a:solidFill>
                  <a:srgbClr val="FF3300"/>
                </a:solidFill>
                <a:latin typeface="Times New Roman" panose="02020603050405020304" pitchFamily="18" charset="0"/>
              </a:rPr>
              <a:t>0</a:t>
            </a:r>
            <a:r>
              <a:rPr lang="en-CA" altLang="fr-FR" b="1" i="1" dirty="0">
                <a:solidFill>
                  <a:srgbClr val="FF3300"/>
                </a:solidFill>
                <a:latin typeface="Times New Roman" panose="02020603050405020304" pitchFamily="18" charset="0"/>
              </a:rPr>
              <a:t>. </a:t>
            </a:r>
            <a:r>
              <a:rPr lang="en-CA" altLang="fr-FR" b="1" i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I</a:t>
            </a:r>
            <a:r>
              <a:rPr lang="en-CA" altLang="fr-FR" b="1" i="1" baseline="-25000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av</a:t>
            </a:r>
            <a:endParaRPr lang="en-CA" altLang="fr-FR" b="1" i="1" baseline="-2500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AutoShape 15"/>
          <p:cNvSpPr>
            <a:spLocks noChangeArrowheads="1"/>
          </p:cNvSpPr>
          <p:nvPr/>
        </p:nvSpPr>
        <p:spPr bwMode="auto">
          <a:xfrm>
            <a:off x="9391919" y="3647815"/>
            <a:ext cx="287337" cy="504825"/>
          </a:xfrm>
          <a:prstGeom prst="downArrow">
            <a:avLst>
              <a:gd name="adj1" fmla="val 50000"/>
              <a:gd name="adj2" fmla="val 43923"/>
            </a:avLst>
          </a:prstGeom>
          <a:solidFill>
            <a:srgbClr val="0000FF"/>
          </a:solidFill>
          <a:ln w="9360" cap="sq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fr-FR" altLang="fr-FR"/>
          </a:p>
        </p:txBody>
      </p:sp>
      <p:sp>
        <p:nvSpPr>
          <p:cNvPr id="22" name="ZoneTexte 21"/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MOS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17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Heat sink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2" t="17381" r="40886" b="28439"/>
          <a:stretch/>
        </p:blipFill>
        <p:spPr bwMode="auto">
          <a:xfrm>
            <a:off x="7421879" y="2148840"/>
            <a:ext cx="2087881" cy="195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3" name="Group 7"/>
          <p:cNvGrpSpPr>
            <a:grpSpLocks/>
          </p:cNvGrpSpPr>
          <p:nvPr/>
        </p:nvGrpSpPr>
        <p:grpSpPr bwMode="auto">
          <a:xfrm>
            <a:off x="2784533" y="1388031"/>
            <a:ext cx="4539008" cy="2920066"/>
            <a:chOff x="350" y="1016"/>
            <a:chExt cx="1754" cy="1229"/>
          </a:xfrm>
        </p:grpSpPr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590" y="1637"/>
              <a:ext cx="181" cy="181"/>
            </a:xfrm>
            <a:prstGeom prst="ellips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fr-FR" altLang="fr-FR"/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998" y="1275"/>
              <a:ext cx="294" cy="89"/>
            </a:xfrm>
            <a:prstGeom prst="rect">
              <a:avLst/>
            </a:prstGeom>
            <a:solidFill>
              <a:srgbClr val="BBE0E3"/>
            </a:solidFill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fr-FR" altLang="fr-FR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1588" y="1569"/>
              <a:ext cx="90" cy="294"/>
            </a:xfrm>
            <a:prstGeom prst="rect">
              <a:avLst/>
            </a:prstGeom>
            <a:solidFill>
              <a:srgbClr val="BBE0E3"/>
            </a:solidFill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fr-FR" altLang="fr-FR"/>
            </a:p>
          </p:txBody>
        </p:sp>
        <p:sp>
          <p:nvSpPr>
            <p:cNvPr id="17" name="Line 11"/>
            <p:cNvSpPr>
              <a:spLocks noChangeShapeType="1"/>
            </p:cNvSpPr>
            <p:nvPr/>
          </p:nvSpPr>
          <p:spPr bwMode="auto">
            <a:xfrm flipV="1">
              <a:off x="1634" y="1319"/>
              <a:ext cx="0" cy="25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 flipH="1">
              <a:off x="1292" y="1320"/>
              <a:ext cx="342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 flipH="1">
              <a:off x="680" y="1320"/>
              <a:ext cx="31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 flipV="1">
              <a:off x="681" y="1319"/>
              <a:ext cx="0" cy="318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Line 15"/>
            <p:cNvSpPr>
              <a:spLocks noChangeShapeType="1"/>
            </p:cNvSpPr>
            <p:nvPr/>
          </p:nvSpPr>
          <p:spPr bwMode="auto">
            <a:xfrm flipV="1">
              <a:off x="681" y="1931"/>
              <a:ext cx="0" cy="11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Line 16"/>
            <p:cNvSpPr>
              <a:spLocks noChangeShapeType="1"/>
            </p:cNvSpPr>
            <p:nvPr/>
          </p:nvSpPr>
          <p:spPr bwMode="auto">
            <a:xfrm flipV="1">
              <a:off x="1634" y="1863"/>
              <a:ext cx="0" cy="183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Oval 17"/>
            <p:cNvSpPr>
              <a:spLocks noChangeArrowheads="1"/>
            </p:cNvSpPr>
            <p:nvPr/>
          </p:nvSpPr>
          <p:spPr bwMode="auto">
            <a:xfrm>
              <a:off x="590" y="1751"/>
              <a:ext cx="181" cy="181"/>
            </a:xfrm>
            <a:prstGeom prst="ellips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fr-FR" altLang="fr-FR"/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 flipH="1">
              <a:off x="952" y="1524"/>
              <a:ext cx="18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 flipH="1">
              <a:off x="680" y="2046"/>
              <a:ext cx="954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 flipH="1">
              <a:off x="1179" y="1524"/>
              <a:ext cx="160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1180" y="1433"/>
              <a:ext cx="0" cy="18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>
              <a:off x="1135" y="1433"/>
              <a:ext cx="0" cy="18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1339" y="1320"/>
              <a:ext cx="0" cy="20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>
              <a:off x="953" y="1320"/>
              <a:ext cx="0" cy="20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 flipH="1">
              <a:off x="1451" y="1524"/>
              <a:ext cx="18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Line 26"/>
            <p:cNvSpPr>
              <a:spLocks noChangeShapeType="1"/>
            </p:cNvSpPr>
            <p:nvPr/>
          </p:nvSpPr>
          <p:spPr bwMode="auto">
            <a:xfrm>
              <a:off x="1452" y="1524"/>
              <a:ext cx="0" cy="20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 flipH="1">
              <a:off x="1360" y="1728"/>
              <a:ext cx="18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Line 28"/>
            <p:cNvSpPr>
              <a:spLocks noChangeShapeType="1"/>
            </p:cNvSpPr>
            <p:nvPr/>
          </p:nvSpPr>
          <p:spPr bwMode="auto">
            <a:xfrm flipH="1">
              <a:off x="1360" y="1774"/>
              <a:ext cx="18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>
              <a:off x="1452" y="1774"/>
              <a:ext cx="0" cy="271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 flipV="1">
              <a:off x="681" y="1659"/>
              <a:ext cx="0" cy="228"/>
            </a:xfrm>
            <a:prstGeom prst="line">
              <a:avLst/>
            </a:prstGeom>
            <a:noFill/>
            <a:ln w="19080" cap="sq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 Box 31"/>
            <p:cNvSpPr txBox="1">
              <a:spLocks noChangeArrowheads="1"/>
            </p:cNvSpPr>
            <p:nvPr/>
          </p:nvSpPr>
          <p:spPr bwMode="auto">
            <a:xfrm>
              <a:off x="350" y="1652"/>
              <a:ext cx="158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>
                  <a:latin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38" name="Text Box 32"/>
            <p:cNvSpPr txBox="1">
              <a:spLocks noChangeArrowheads="1"/>
            </p:cNvSpPr>
            <p:nvPr/>
          </p:nvSpPr>
          <p:spPr bwMode="auto">
            <a:xfrm>
              <a:off x="499" y="1144"/>
              <a:ext cx="209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dirty="0">
                  <a:latin typeface="Symbol" panose="05050102010706020507" pitchFamily="18" charset="2"/>
                </a:rPr>
                <a:t></a:t>
              </a:r>
              <a:r>
                <a:rPr lang="fr-FR" altLang="fr-FR" baseline="-25000" dirty="0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39" name="Text Box 33"/>
            <p:cNvSpPr txBox="1">
              <a:spLocks noChangeArrowheads="1"/>
            </p:cNvSpPr>
            <p:nvPr/>
          </p:nvSpPr>
          <p:spPr bwMode="auto">
            <a:xfrm>
              <a:off x="560" y="1998"/>
              <a:ext cx="200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dirty="0">
                  <a:latin typeface="Symbol" panose="05050102010706020507" pitchFamily="18" charset="2"/>
                </a:rPr>
                <a:t></a:t>
              </a:r>
              <a:r>
                <a:rPr lang="fr-FR" altLang="fr-FR" baseline="-25000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0" name="Text Box 34"/>
            <p:cNvSpPr txBox="1">
              <a:spLocks noChangeArrowheads="1"/>
            </p:cNvSpPr>
            <p:nvPr/>
          </p:nvSpPr>
          <p:spPr bwMode="auto">
            <a:xfrm>
              <a:off x="1519" y="1049"/>
              <a:ext cx="200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>
                  <a:latin typeface="Symbol" panose="05050102010706020507" pitchFamily="18" charset="2"/>
                </a:rPr>
                <a:t></a:t>
              </a:r>
              <a:r>
                <a:rPr lang="fr-FR" altLang="fr-FR" baseline="-250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1" name="Text Box 35"/>
            <p:cNvSpPr txBox="1">
              <a:spLocks noChangeArrowheads="1"/>
            </p:cNvSpPr>
            <p:nvPr/>
          </p:nvSpPr>
          <p:spPr bwMode="auto">
            <a:xfrm>
              <a:off x="962" y="1016"/>
              <a:ext cx="405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dirty="0" err="1">
                  <a:latin typeface="Times New Roman" panose="02020603050405020304" pitchFamily="18" charset="0"/>
                </a:rPr>
                <a:t>Rth</a:t>
              </a:r>
              <a:r>
                <a:rPr lang="fr-FR" altLang="fr-FR" baseline="-25000" dirty="0" err="1">
                  <a:latin typeface="Times New Roman" panose="02020603050405020304" pitchFamily="18" charset="0"/>
                </a:rPr>
                <a:t>j</a:t>
              </a:r>
              <a:r>
                <a:rPr lang="fr-FR" altLang="fr-FR" baseline="-25000" dirty="0">
                  <a:latin typeface="Times New Roman" panose="02020603050405020304" pitchFamily="18" charset="0"/>
                </a:rPr>
                <a:t>/c</a:t>
              </a:r>
            </a:p>
          </p:txBody>
        </p:sp>
        <p:sp>
          <p:nvSpPr>
            <p:cNvPr id="42" name="Text Box 36"/>
            <p:cNvSpPr txBox="1">
              <a:spLocks noChangeArrowheads="1"/>
            </p:cNvSpPr>
            <p:nvPr/>
          </p:nvSpPr>
          <p:spPr bwMode="auto">
            <a:xfrm>
              <a:off x="1681" y="1585"/>
              <a:ext cx="423" cy="2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dirty="0" err="1">
                  <a:latin typeface="Times New Roman" panose="02020603050405020304" pitchFamily="18" charset="0"/>
                </a:rPr>
                <a:t>Rth</a:t>
              </a:r>
              <a:r>
                <a:rPr lang="fr-FR" altLang="fr-FR" baseline="-25000" dirty="0" err="1">
                  <a:latin typeface="Times New Roman" panose="02020603050405020304" pitchFamily="18" charset="0"/>
                </a:rPr>
                <a:t>c</a:t>
              </a:r>
              <a:r>
                <a:rPr lang="fr-FR" altLang="fr-FR" baseline="-25000" dirty="0">
                  <a:latin typeface="Times New Roman" panose="02020603050405020304" pitchFamily="18" charset="0"/>
                </a:rPr>
                <a:t>/a</a:t>
              </a:r>
            </a:p>
          </p:txBody>
        </p:sp>
      </p:grpSp>
      <p:sp>
        <p:nvSpPr>
          <p:cNvPr id="43" name="Text Box 37"/>
          <p:cNvSpPr txBox="1">
            <a:spLocks noChangeArrowheads="1"/>
          </p:cNvSpPr>
          <p:nvPr/>
        </p:nvSpPr>
        <p:spPr bwMode="auto">
          <a:xfrm>
            <a:off x="4368483" y="5266372"/>
            <a:ext cx="1584000" cy="612000"/>
          </a:xfrm>
          <a:prstGeom prst="rect">
            <a:avLst/>
          </a:prstGeom>
          <a:noFill/>
          <a:ln w="3810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fr-FR" altLang="fr-FR" sz="2800" b="1">
                <a:latin typeface="Symbol" panose="05050102010706020507" pitchFamily="18" charset="2"/>
              </a:rPr>
              <a:t></a:t>
            </a:r>
            <a:r>
              <a:rPr lang="fr-FR" altLang="fr-FR" sz="2800" b="1" baseline="-25000">
                <a:latin typeface="Times New Roman" panose="02020603050405020304" pitchFamily="18" charset="0"/>
              </a:rPr>
              <a:t>j</a:t>
            </a:r>
            <a:r>
              <a:rPr lang="fr-FR" altLang="fr-FR" sz="2800" b="1">
                <a:latin typeface="Times New Roman" panose="02020603050405020304" pitchFamily="18" charset="0"/>
              </a:rPr>
              <a:t> &lt; </a:t>
            </a:r>
            <a:r>
              <a:rPr lang="fr-FR" altLang="fr-FR" sz="2800" b="1">
                <a:latin typeface="Symbol" panose="05050102010706020507" pitchFamily="18" charset="2"/>
              </a:rPr>
              <a:t></a:t>
            </a:r>
            <a:r>
              <a:rPr lang="fr-FR" altLang="fr-FR" sz="2800" b="1" baseline="-25000">
                <a:latin typeface="Times New Roman" panose="02020603050405020304" pitchFamily="18" charset="0"/>
              </a:rPr>
              <a:t>jmax</a:t>
            </a:r>
          </a:p>
        </p:txBody>
      </p:sp>
      <p:sp>
        <p:nvSpPr>
          <p:cNvPr id="44" name="Text Box 38"/>
          <p:cNvSpPr txBox="1">
            <a:spLocks noChangeArrowheads="1"/>
          </p:cNvSpPr>
          <p:nvPr/>
        </p:nvSpPr>
        <p:spPr bwMode="auto">
          <a:xfrm>
            <a:off x="3936683" y="4186873"/>
            <a:ext cx="1758600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fr-FR" altLang="fr-FR" sz="2800" dirty="0">
                <a:latin typeface="Times New Roman" panose="02020603050405020304" pitchFamily="18" charset="0"/>
              </a:rPr>
              <a:t>P = P</a:t>
            </a:r>
            <a:r>
              <a:rPr lang="fr-FR" altLang="fr-FR" sz="2800" baseline="-25000" dirty="0">
                <a:latin typeface="Times New Roman" panose="02020603050405020304" pitchFamily="18" charset="0"/>
              </a:rPr>
              <a:t>c</a:t>
            </a:r>
            <a:r>
              <a:rPr lang="fr-FR" altLang="fr-FR" sz="2800" dirty="0">
                <a:latin typeface="Times New Roman" panose="02020603050405020304" pitchFamily="18" charset="0"/>
              </a:rPr>
              <a:t> + P</a:t>
            </a:r>
            <a:r>
              <a:rPr lang="fr-FR" altLang="fr-FR" sz="2800" baseline="-25000" dirty="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5" name="Text Box 39"/>
          <p:cNvSpPr txBox="1">
            <a:spLocks noChangeArrowheads="1"/>
          </p:cNvSpPr>
          <p:nvPr/>
        </p:nvSpPr>
        <p:spPr bwMode="auto">
          <a:xfrm>
            <a:off x="7271225" y="5034598"/>
            <a:ext cx="3493562" cy="64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CA" altLang="fr-FR" sz="3600" b="1" i="1" dirty="0" err="1">
                <a:solidFill>
                  <a:srgbClr val="0033CC"/>
                </a:solidFill>
                <a:latin typeface="Times New Roman" panose="02020603050405020304" pitchFamily="18" charset="0"/>
              </a:rPr>
              <a:t>Rth</a:t>
            </a:r>
            <a:r>
              <a:rPr lang="en-CA" altLang="fr-FR" sz="3600" b="1" i="1" baseline="-25000" dirty="0" err="1">
                <a:solidFill>
                  <a:srgbClr val="0033CC"/>
                </a:solidFill>
                <a:latin typeface="Times New Roman" panose="02020603050405020304" pitchFamily="18" charset="0"/>
              </a:rPr>
              <a:t>c</a:t>
            </a:r>
            <a:r>
              <a:rPr lang="en-CA" altLang="fr-FR" sz="3600" b="1" i="1" baseline="-25000" dirty="0">
                <a:solidFill>
                  <a:srgbClr val="0033CC"/>
                </a:solidFill>
                <a:latin typeface="Times New Roman" panose="02020603050405020304" pitchFamily="18" charset="0"/>
              </a:rPr>
              <a:t>/a</a:t>
            </a:r>
            <a:r>
              <a:rPr lang="en-CA" altLang="fr-FR" sz="3600" b="1" i="1" dirty="0">
                <a:solidFill>
                  <a:srgbClr val="0033CC"/>
                </a:solidFill>
                <a:latin typeface="Times New Roman" panose="02020603050405020304" pitchFamily="18" charset="0"/>
              </a:rPr>
              <a:t> calculation</a:t>
            </a:r>
          </a:p>
        </p:txBody>
      </p:sp>
      <p:pic>
        <p:nvPicPr>
          <p:cNvPr id="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21" t="28588" r="13585" b="37126"/>
          <a:stretch/>
        </p:blipFill>
        <p:spPr bwMode="auto">
          <a:xfrm>
            <a:off x="9819399" y="2581910"/>
            <a:ext cx="1343898" cy="1234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7" name="ZoneTexte 46"/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MOS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14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 additive="repl">
                                        <p:cTn id="1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2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Specific diode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137128" y="2299717"/>
            <a:ext cx="8216900" cy="277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lnSpc>
                <a:spcPct val="145000"/>
              </a:lnSpc>
              <a:spcBef>
                <a:spcPct val="0"/>
              </a:spcBef>
              <a:buClr>
                <a:srgbClr val="0033CC"/>
              </a:buClr>
              <a:buFont typeface="Times New Roman" panose="02020603050405020304" pitchFamily="18" charset="0"/>
              <a:buChar char="•"/>
            </a:pP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 Low threshold diode: </a:t>
            </a:r>
            <a:r>
              <a:rPr lang="en-CA" altLang="fr-FR" sz="2400" b="1" i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Schottky</a:t>
            </a: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 diode</a:t>
            </a:r>
          </a:p>
          <a:p>
            <a:pPr eaLnBrk="1" hangingPunct="1">
              <a:lnSpc>
                <a:spcPct val="145000"/>
              </a:lnSpc>
              <a:spcBef>
                <a:spcPct val="0"/>
              </a:spcBef>
              <a:buClr>
                <a:srgbClr val="0033CC"/>
              </a:buClr>
              <a:buFont typeface="Times New Roman" panose="02020603050405020304" pitchFamily="18" charset="0"/>
              <a:buChar char="•"/>
            </a:pP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 High voltage diode</a:t>
            </a:r>
          </a:p>
          <a:p>
            <a:pPr eaLnBrk="1" hangingPunct="1">
              <a:lnSpc>
                <a:spcPct val="145000"/>
              </a:lnSpc>
              <a:spcBef>
                <a:spcPct val="0"/>
              </a:spcBef>
              <a:buClr>
                <a:srgbClr val="0033CC"/>
              </a:buClr>
              <a:buFont typeface="Times New Roman" panose="02020603050405020304" pitchFamily="18" charset="0"/>
              <a:buChar char="•"/>
            </a:pP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 Power </a:t>
            </a:r>
            <a:r>
              <a:rPr lang="en-CA" altLang="fr-FR" sz="2400" b="1" i="1" dirty="0" err="1">
                <a:solidFill>
                  <a:schemeClr val="tx1"/>
                </a:solidFill>
                <a:latin typeface="Times New Roman" panose="02020603050405020304" pitchFamily="18" charset="0"/>
              </a:rPr>
              <a:t>Zener</a:t>
            </a: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 diodes (« Transient-voltage-suppression diode »)</a:t>
            </a:r>
          </a:p>
          <a:p>
            <a:pPr eaLnBrk="1" hangingPunct="1">
              <a:lnSpc>
                <a:spcPct val="145000"/>
              </a:lnSpc>
              <a:spcBef>
                <a:spcPct val="0"/>
              </a:spcBef>
              <a:buClr>
                <a:srgbClr val="0033CC"/>
              </a:buClr>
              <a:buFont typeface="Times New Roman" panose="02020603050405020304" pitchFamily="18" charset="0"/>
              <a:buChar char="•"/>
            </a:pP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 Fast diodes (low Q</a:t>
            </a:r>
            <a:r>
              <a:rPr lang="en-CA" altLang="fr-FR" sz="2400" b="1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R</a:t>
            </a: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45000"/>
              </a:lnSpc>
              <a:spcBef>
                <a:spcPct val="0"/>
              </a:spcBef>
              <a:buClr>
                <a:srgbClr val="0033CC"/>
              </a:buClr>
              <a:buFont typeface="Times New Roman" panose="02020603050405020304" pitchFamily="18" charset="0"/>
              <a:buChar char="•"/>
            </a:pPr>
            <a:r>
              <a:rPr lang="en-CA" altLang="fr-FR" sz="2400" b="1" i="1" dirty="0">
                <a:solidFill>
                  <a:schemeClr val="tx1"/>
                </a:solidFill>
                <a:latin typeface="Times New Roman" panose="02020603050405020304" pitchFamily="18" charset="0"/>
              </a:rPr>
              <a:t> Light-emitting diodes (high threshold)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MOS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8248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39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Schottky diode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471" y="451091"/>
            <a:ext cx="4968875" cy="593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2489" y="1417517"/>
            <a:ext cx="4160569" cy="1781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ZoneTexte 9"/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MOS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AD93DB3-7C55-CB12-987F-5C0C88B8BA06}"/>
              </a:ext>
            </a:extLst>
          </p:cNvPr>
          <p:cNvSpPr txBox="1"/>
          <p:nvPr/>
        </p:nvSpPr>
        <p:spPr>
          <a:xfrm>
            <a:off x="2877954" y="3723223"/>
            <a:ext cx="32180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noProof="0" dirty="0"/>
              <a:t>Low V</a:t>
            </a:r>
            <a:r>
              <a:rPr lang="en-CA" baseline="-25000" noProof="0" dirty="0"/>
              <a:t>F</a:t>
            </a:r>
            <a:r>
              <a:rPr lang="en-CA" noProof="0" dirty="0"/>
              <a:t> -&gt; Low conduction losses</a:t>
            </a:r>
          </a:p>
          <a:p>
            <a:endParaRPr lang="en-CA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noProof="0" dirty="0"/>
              <a:t>Used as diodes in converters (instead of PN diodes)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CA" noProof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“low” voltage (max  ̴100V)</a:t>
            </a:r>
            <a:endParaRPr lang="en-CA" noProof="0" dirty="0"/>
          </a:p>
        </p:txBody>
      </p:sp>
    </p:spTree>
    <p:extLst>
      <p:ext uri="{BB962C8B-B14F-4D97-AF65-F5344CB8AC3E}">
        <p14:creationId xmlns:p14="http://schemas.microsoft.com/office/powerpoint/2010/main" val="34021433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16B07-DE80-A46D-18FF-C369E050A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2F1D55-DD58-FA0A-730D-21EA9280F2BE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053784-FFA6-1C2B-503D-F168F085BBF1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E636336A-CA73-9924-1B5C-E50292CF4EE7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Zener diode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D63CF88-FE70-F15B-A320-543464A029CC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E88917F6-9A4E-C4A4-FF91-E804D1EE5DE7}"/>
              </a:ext>
            </a:extLst>
          </p:cNvPr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MOS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AAD5D8B-DAFA-F0BF-6A8E-6C4C289207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46" t="17081" r="19715" b="21275"/>
          <a:stretch>
            <a:fillRect/>
          </a:stretch>
        </p:blipFill>
        <p:spPr>
          <a:xfrm>
            <a:off x="3296314" y="1790586"/>
            <a:ext cx="2414678" cy="1265085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7A0895B4-EEE4-6B51-0886-D734E44FCB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98" b="6287"/>
          <a:stretch>
            <a:fillRect/>
          </a:stretch>
        </p:blipFill>
        <p:spPr>
          <a:xfrm>
            <a:off x="7328947" y="263949"/>
            <a:ext cx="4486445" cy="4088750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057AADE-CFBB-F3AE-97B4-C5C2A00FADD3}"/>
              </a:ext>
            </a:extLst>
          </p:cNvPr>
          <p:cNvSpPr txBox="1"/>
          <p:nvPr/>
        </p:nvSpPr>
        <p:spPr>
          <a:xfrm>
            <a:off x="5060521" y="6507134"/>
            <a:ext cx="4273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dirty="0"/>
              <a:t>AN90031 (</a:t>
            </a:r>
            <a:r>
              <a:rPr lang="fr-FR" sz="1400" i="1" dirty="0" err="1"/>
              <a:t>Nexperia</a:t>
            </a:r>
            <a:r>
              <a:rPr lang="fr-FR" sz="1400" i="1" dirty="0"/>
              <a:t>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DC13273-C51A-3D62-452F-AA935756220F}"/>
              </a:ext>
            </a:extLst>
          </p:cNvPr>
          <p:cNvSpPr txBox="1"/>
          <p:nvPr/>
        </p:nvSpPr>
        <p:spPr>
          <a:xfrm>
            <a:off x="7643506" y="4257449"/>
            <a:ext cx="3857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noProof="0" dirty="0"/>
              <a:t>I-V characteristic of a Zener diode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D1088D2-3286-E1FB-DFF7-C60B9AF5DC37}"/>
              </a:ext>
            </a:extLst>
          </p:cNvPr>
          <p:cNvSpPr txBox="1"/>
          <p:nvPr/>
        </p:nvSpPr>
        <p:spPr>
          <a:xfrm>
            <a:off x="5269222" y="1938992"/>
            <a:ext cx="1065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cathode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1FD3DB5-C3E6-CC11-A9BC-0BAE588C59C2}"/>
              </a:ext>
            </a:extLst>
          </p:cNvPr>
          <p:cNvSpPr txBox="1"/>
          <p:nvPr/>
        </p:nvSpPr>
        <p:spPr>
          <a:xfrm>
            <a:off x="2931914" y="1938992"/>
            <a:ext cx="815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anode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427CFCB-7195-236D-369C-B6A9FCC49710}"/>
              </a:ext>
            </a:extLst>
          </p:cNvPr>
          <p:cNvSpPr txBox="1"/>
          <p:nvPr/>
        </p:nvSpPr>
        <p:spPr>
          <a:xfrm>
            <a:off x="4140666" y="3268592"/>
            <a:ext cx="1310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noProof="0" dirty="0"/>
              <a:t>Stable V</a:t>
            </a:r>
            <a:r>
              <a:rPr lang="en-CA" baseline="-25000" noProof="0" dirty="0"/>
              <a:t>BR</a:t>
            </a:r>
            <a:endParaRPr lang="en-CA" noProof="0" dirty="0"/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B3086B16-C710-02A7-23CB-96FB9ED56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1914" y="4594327"/>
            <a:ext cx="2953162" cy="1991003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637A31F7-EF17-9715-BC84-2D747BC05EA0}"/>
              </a:ext>
            </a:extLst>
          </p:cNvPr>
          <p:cNvSpPr txBox="1"/>
          <p:nvPr/>
        </p:nvSpPr>
        <p:spPr>
          <a:xfrm>
            <a:off x="2599730" y="3914037"/>
            <a:ext cx="4725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noProof="0" dirty="0"/>
              <a:t>Low-cost stabilized voltage</a:t>
            </a:r>
            <a:endParaRPr lang="en-CA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noProof="0" dirty="0"/>
              <a:t>Signal overvoltage clamping </a:t>
            </a:r>
          </a:p>
          <a:p>
            <a:r>
              <a:rPr lang="en-CA" dirty="0"/>
              <a:t>		</a:t>
            </a:r>
            <a:r>
              <a:rPr lang="en-CA" noProof="0" dirty="0"/>
              <a:t>(    low reverse current)</a:t>
            </a:r>
            <a:endParaRPr lang="fr-FR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D9F75E87-8C13-52C4-9CA6-F1836E789B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7556" y="4647089"/>
            <a:ext cx="4725059" cy="1171739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06442AFA-9697-41C9-65EA-14A2FF96A3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8031" y="5820071"/>
            <a:ext cx="4744112" cy="533474"/>
          </a:xfrm>
          <a:prstGeom prst="rect">
            <a:avLst/>
          </a:prstGeom>
        </p:spPr>
      </p:pic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1BA060F-97B8-AD8D-3D35-B69169A3842D}"/>
              </a:ext>
            </a:extLst>
          </p:cNvPr>
          <p:cNvSpPr/>
          <p:nvPr/>
        </p:nvSpPr>
        <p:spPr>
          <a:xfrm>
            <a:off x="8256671" y="5239934"/>
            <a:ext cx="3394519" cy="35613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3" name="Graphique 32" descr="Avertissement contour">
            <a:extLst>
              <a:ext uri="{FF2B5EF4-FFF2-40B4-BE49-F238E27FC236}">
                <a16:creationId xmlns:a16="http://schemas.microsoft.com/office/drawing/2014/main" id="{AA36D8A4-67BF-D3B9-ECE2-AC8C124E45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63374" y="4528594"/>
            <a:ext cx="234473" cy="23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80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7FD3B-366A-D77A-E92D-5EE6AD076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0CCBA3-807A-278D-A2B5-B1E6276B6C8D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498A00-602F-CB4C-AAD0-B5A6A7EF16C9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7CECAADA-BB1F-AA9E-C906-10513A6B2556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TVS diode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821EF46-CAC6-E92B-31C9-EC4F0726A21C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5BE24871-D6BF-86A9-A2BE-D9850295C840}"/>
              </a:ext>
            </a:extLst>
          </p:cNvPr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MOS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D5A5864-5767-711A-B1F8-F6C46BBFE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964" y="991095"/>
            <a:ext cx="5315692" cy="2448267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67242651-21F8-CC27-320D-8D17F785A19C}"/>
              </a:ext>
            </a:extLst>
          </p:cNvPr>
          <p:cNvSpPr txBox="1"/>
          <p:nvPr/>
        </p:nvSpPr>
        <p:spPr>
          <a:xfrm>
            <a:off x="5552993" y="6501196"/>
            <a:ext cx="2479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i="1" dirty="0"/>
              <a:t>ANP143 (Würth </a:t>
            </a:r>
            <a:r>
              <a:rPr lang="fr-FR" sz="1400" i="1" dirty="0" err="1"/>
              <a:t>Elektronik</a:t>
            </a:r>
            <a:r>
              <a:rPr lang="fr-FR" sz="1400" i="1" dirty="0"/>
              <a:t>) 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420A00E3-F84C-05BB-2A34-C2643297B1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70" r="2525"/>
          <a:stretch>
            <a:fillRect/>
          </a:stretch>
        </p:blipFill>
        <p:spPr>
          <a:xfrm>
            <a:off x="2445625" y="3596501"/>
            <a:ext cx="2598014" cy="2915057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BF128E95-0726-E054-9FB7-1EF4E6EB9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33" y="3439362"/>
            <a:ext cx="3315163" cy="2857899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E7F09AB5-DD23-8D13-C49B-820694032D7F}"/>
              </a:ext>
            </a:extLst>
          </p:cNvPr>
          <p:cNvSpPr txBox="1"/>
          <p:nvPr/>
        </p:nvSpPr>
        <p:spPr>
          <a:xfrm>
            <a:off x="7968543" y="1348432"/>
            <a:ext cx="40822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u="sng" dirty="0"/>
              <a:t>TVS : Transient Voltage Suppressors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CA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noProof="0" dirty="0"/>
              <a:t>Protection against high voltage spikes</a:t>
            </a:r>
            <a:endParaRPr lang="en-CA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ESD protection (USB …)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noProof="0" dirty="0"/>
              <a:t>Overvoltage clamping (high peak pulse current)</a:t>
            </a:r>
            <a:endParaRPr lang="fr-FR" dirty="0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09ADD774-E35A-B58F-4D99-7CCD0B971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6679" y="3585980"/>
            <a:ext cx="3915321" cy="2057687"/>
          </a:xfrm>
          <a:prstGeom prst="rect">
            <a:avLst/>
          </a:prstGeom>
        </p:spPr>
      </p:pic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D3FADE3E-CFB8-6516-D3B7-E173888D5C62}"/>
              </a:ext>
            </a:extLst>
          </p:cNvPr>
          <p:cNvSpPr/>
          <p:nvPr/>
        </p:nvSpPr>
        <p:spPr>
          <a:xfrm>
            <a:off x="8276679" y="4543123"/>
            <a:ext cx="3915321" cy="35613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81861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61DCB-B419-0E7D-5B64-33DB11CA6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612AF6-8095-7B60-591A-E80639210AE8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42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10F43-533B-3570-2B58-2D221514AEC9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15215F15-CDF6-A183-AA5B-D98D9FF79E21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LED diode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2EEB4A22-8A8E-BFC7-8E32-FCE98BF62824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5FA732C0-80CE-F070-46A2-4767D4B61BA5}"/>
              </a:ext>
            </a:extLst>
          </p:cNvPr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rgbClr val="FF0000"/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MOS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3FA6B21-9DA5-A9C2-6E3C-6FC8BC9C922F}"/>
              </a:ext>
            </a:extLst>
          </p:cNvPr>
          <p:cNvGrpSpPr/>
          <p:nvPr/>
        </p:nvGrpSpPr>
        <p:grpSpPr>
          <a:xfrm>
            <a:off x="2709001" y="1232692"/>
            <a:ext cx="1834791" cy="1779697"/>
            <a:chOff x="2831746" y="1094552"/>
            <a:chExt cx="1834791" cy="1779697"/>
          </a:xfrm>
        </p:grpSpPr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6CCFA9C8-56CF-DA01-CB79-784DAC181E7B}"/>
                </a:ext>
              </a:extLst>
            </p:cNvPr>
            <p:cNvSpPr txBox="1"/>
            <p:nvPr/>
          </p:nvSpPr>
          <p:spPr>
            <a:xfrm>
              <a:off x="2831746" y="2566472"/>
              <a:ext cx="183479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400" i="1" dirty="0"/>
                <a:t>LM301B (Samsung)</a:t>
              </a:r>
              <a:endParaRPr lang="fr-FR" i="1" dirty="0"/>
            </a:p>
          </p:txBody>
        </p:sp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E8C8C746-F811-4F09-F596-F4D535441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01860" y="1094552"/>
              <a:ext cx="1494561" cy="1426934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AA9E1760-CD35-F6EE-E646-B161D112E488}"/>
              </a:ext>
            </a:extLst>
          </p:cNvPr>
          <p:cNvGrpSpPr/>
          <p:nvPr/>
        </p:nvGrpSpPr>
        <p:grpSpPr>
          <a:xfrm>
            <a:off x="2618513" y="3012389"/>
            <a:ext cx="8173591" cy="3270050"/>
            <a:chOff x="2688871" y="3220170"/>
            <a:chExt cx="8173591" cy="3270050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2D9194EC-B354-06FB-5B52-CF01F0C11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7716"/>
            <a:stretch>
              <a:fillRect/>
            </a:stretch>
          </p:blipFill>
          <p:spPr>
            <a:xfrm>
              <a:off x="2688871" y="3535031"/>
              <a:ext cx="8173591" cy="2955189"/>
            </a:xfrm>
            <a:prstGeom prst="rect">
              <a:avLst/>
            </a:prstGeom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DD8343DD-C2DA-9848-145D-312DB8AC0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5687" b="91798"/>
            <a:stretch>
              <a:fillRect/>
            </a:stretch>
          </p:blipFill>
          <p:spPr>
            <a:xfrm>
              <a:off x="2803161" y="3220170"/>
              <a:ext cx="3621979" cy="294553"/>
            </a:xfrm>
            <a:prstGeom prst="rect">
              <a:avLst/>
            </a:prstGeom>
          </p:spPr>
        </p:pic>
      </p:grp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DA561A9-BE22-5F43-CDB6-668E22C0EB80}"/>
              </a:ext>
            </a:extLst>
          </p:cNvPr>
          <p:cNvSpPr/>
          <p:nvPr/>
        </p:nvSpPr>
        <p:spPr>
          <a:xfrm>
            <a:off x="4876800" y="3002234"/>
            <a:ext cx="790575" cy="31486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8051BBA-B350-6F6C-6796-D37FA25C99AE}"/>
              </a:ext>
            </a:extLst>
          </p:cNvPr>
          <p:cNvSpPr/>
          <p:nvPr/>
        </p:nvSpPr>
        <p:spPr>
          <a:xfrm>
            <a:off x="2709001" y="3954825"/>
            <a:ext cx="8083103" cy="9754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8E809811-10B6-042C-5623-8781ACCD5832}"/>
              </a:ext>
            </a:extLst>
          </p:cNvPr>
          <p:cNvGrpSpPr/>
          <p:nvPr/>
        </p:nvGrpSpPr>
        <p:grpSpPr>
          <a:xfrm>
            <a:off x="5792505" y="757815"/>
            <a:ext cx="3105460" cy="2434444"/>
            <a:chOff x="7310576" y="682205"/>
            <a:chExt cx="3105460" cy="2434444"/>
          </a:xfrm>
        </p:grpSpPr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F968D944-61CD-3685-867E-9BE45FEE7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19696" y="682205"/>
              <a:ext cx="2663792" cy="2065112"/>
            </a:xfrm>
            <a:prstGeom prst="rect">
              <a:avLst/>
            </a:prstGeom>
          </p:spPr>
        </p:pic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20ECD8BA-FFB4-B848-BD4C-BDA260057CC3}"/>
                </a:ext>
              </a:extLst>
            </p:cNvPr>
            <p:cNvSpPr txBox="1"/>
            <p:nvPr/>
          </p:nvSpPr>
          <p:spPr>
            <a:xfrm>
              <a:off x="7310576" y="2747317"/>
              <a:ext cx="31054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dirty="0"/>
                <a:t>« White » LED</a:t>
              </a:r>
              <a:endParaRPr lang="fr-FR" sz="2400" dirty="0"/>
            </a:p>
          </p:txBody>
        </p:sp>
      </p:grpSp>
      <p:pic>
        <p:nvPicPr>
          <p:cNvPr id="51202" name="Picture 2">
            <a:extLst>
              <a:ext uri="{FF2B5EF4-FFF2-40B4-BE49-F238E27FC236}">
                <a16:creationId xmlns:a16="http://schemas.microsoft.com/office/drawing/2014/main" id="{3F86CB6D-DFEE-FF6B-AC7A-1E439903F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5454" y="648870"/>
            <a:ext cx="2033299" cy="228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96748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43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Power MOSFET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7510" y="1915887"/>
            <a:ext cx="2595003" cy="2798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" name="ZoneTexte 12"/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rgbClr val="FF0000"/>
                </a:solidFill>
              </a:rPr>
              <a:t>MOS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F572B062-2BBD-45E6-63EB-F302983D3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437" y="1043410"/>
            <a:ext cx="4256309" cy="4324518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8F937592-795F-AE28-50DC-704C9E78909E}"/>
              </a:ext>
            </a:extLst>
          </p:cNvPr>
          <p:cNvSpPr txBox="1"/>
          <p:nvPr/>
        </p:nvSpPr>
        <p:spPr>
          <a:xfrm>
            <a:off x="4305011" y="6316025"/>
            <a:ext cx="61457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400" i="1" noProof="0" dirty="0"/>
              <a:t>Designing with power MOSFETs (Infineon)</a:t>
            </a:r>
          </a:p>
        </p:txBody>
      </p:sp>
    </p:spTree>
    <p:extLst>
      <p:ext uri="{BB962C8B-B14F-4D97-AF65-F5344CB8AC3E}">
        <p14:creationId xmlns:p14="http://schemas.microsoft.com/office/powerpoint/2010/main" val="22795498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44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MOSFET characteristics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e 1"/>
          <p:cNvGrpSpPr/>
          <p:nvPr/>
        </p:nvGrpSpPr>
        <p:grpSpPr>
          <a:xfrm>
            <a:off x="4703584" y="1332012"/>
            <a:ext cx="6173916" cy="4676901"/>
            <a:chOff x="4646724" y="1402994"/>
            <a:chExt cx="4269078" cy="3617362"/>
          </a:xfrm>
        </p:grpSpPr>
        <p:sp>
          <p:nvSpPr>
            <p:cNvPr id="6" name="Freeform 2"/>
            <p:cNvSpPr>
              <a:spLocks noChangeArrowheads="1"/>
            </p:cNvSpPr>
            <p:nvPr/>
          </p:nvSpPr>
          <p:spPr bwMode="auto">
            <a:xfrm>
              <a:off x="4849492" y="1824718"/>
              <a:ext cx="1208087" cy="2943225"/>
            </a:xfrm>
            <a:custGeom>
              <a:avLst/>
              <a:gdLst>
                <a:gd name="T0" fmla="*/ 0 w 95"/>
                <a:gd name="T1" fmla="*/ 2147483646 h 232"/>
                <a:gd name="T2" fmla="*/ 161718341 w 95"/>
                <a:gd name="T3" fmla="*/ 2147483646 h 232"/>
                <a:gd name="T4" fmla="*/ 2147483646 w 95"/>
                <a:gd name="T5" fmla="*/ 160938588 h 232"/>
                <a:gd name="T6" fmla="*/ 2147483646 w 95"/>
                <a:gd name="T7" fmla="*/ 0 h 232"/>
                <a:gd name="T8" fmla="*/ 161718341 w 95"/>
                <a:gd name="T9" fmla="*/ 160938588 h 232"/>
                <a:gd name="T10" fmla="*/ 0 w 95"/>
                <a:gd name="T11" fmla="*/ 2147483646 h 2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5" h="232">
                  <a:moveTo>
                    <a:pt x="0" y="231"/>
                  </a:moveTo>
                  <a:cubicBezTo>
                    <a:pt x="1" y="231"/>
                    <a:pt x="1" y="231"/>
                    <a:pt x="1" y="231"/>
                  </a:cubicBezTo>
                  <a:cubicBezTo>
                    <a:pt x="53" y="232"/>
                    <a:pt x="95" y="128"/>
                    <a:pt x="95" y="1"/>
                  </a:cubicBezTo>
                  <a:cubicBezTo>
                    <a:pt x="95" y="1"/>
                    <a:pt x="94" y="1"/>
                    <a:pt x="94" y="0"/>
                  </a:cubicBezTo>
                  <a:lnTo>
                    <a:pt x="1" y="1"/>
                  </a:lnTo>
                  <a:lnTo>
                    <a:pt x="0" y="231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" name="Freeform 4"/>
            <p:cNvSpPr>
              <a:spLocks noChangeArrowheads="1"/>
            </p:cNvSpPr>
            <p:nvPr/>
          </p:nvSpPr>
          <p:spPr bwMode="auto">
            <a:xfrm>
              <a:off x="4760592" y="1888218"/>
              <a:ext cx="114300" cy="114300"/>
            </a:xfrm>
            <a:custGeom>
              <a:avLst/>
              <a:gdLst>
                <a:gd name="T0" fmla="*/ 0 w 9"/>
                <a:gd name="T1" fmla="*/ 1451610000 h 9"/>
                <a:gd name="T2" fmla="*/ 806450000 w 9"/>
                <a:gd name="T3" fmla="*/ 1451610000 h 9"/>
                <a:gd name="T4" fmla="*/ 1451610000 w 9"/>
                <a:gd name="T5" fmla="*/ 1451610000 h 9"/>
                <a:gd name="T6" fmla="*/ 806450000 w 9"/>
                <a:gd name="T7" fmla="*/ 0 h 9"/>
                <a:gd name="T8" fmla="*/ 0 w 9"/>
                <a:gd name="T9" fmla="*/ 145161000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0" y="9"/>
                  </a:moveTo>
                  <a:cubicBezTo>
                    <a:pt x="2" y="9"/>
                    <a:pt x="3" y="9"/>
                    <a:pt x="5" y="9"/>
                  </a:cubicBezTo>
                  <a:cubicBezTo>
                    <a:pt x="6" y="9"/>
                    <a:pt x="7" y="9"/>
                    <a:pt x="9" y="9"/>
                  </a:cubicBezTo>
                  <a:lnTo>
                    <a:pt x="5" y="0"/>
                  </a:lnTo>
                  <a:lnTo>
                    <a:pt x="0" y="9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4811392" y="1989818"/>
              <a:ext cx="1587" cy="285432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6"/>
            <p:cNvSpPr>
              <a:spLocks noChangeArrowheads="1"/>
            </p:cNvSpPr>
            <p:nvPr/>
          </p:nvSpPr>
          <p:spPr bwMode="auto">
            <a:xfrm>
              <a:off x="8726167" y="4704443"/>
              <a:ext cx="139700" cy="114300"/>
            </a:xfrm>
            <a:custGeom>
              <a:avLst/>
              <a:gdLst>
                <a:gd name="T0" fmla="*/ 161290000 w 11"/>
                <a:gd name="T1" fmla="*/ 0 h 9"/>
                <a:gd name="T2" fmla="*/ 161290000 w 11"/>
                <a:gd name="T3" fmla="*/ 645160000 h 9"/>
                <a:gd name="T4" fmla="*/ 161290000 w 11"/>
                <a:gd name="T5" fmla="*/ 1451610000 h 9"/>
                <a:gd name="T6" fmla="*/ 1774190000 w 11"/>
                <a:gd name="T7" fmla="*/ 806450000 h 9"/>
                <a:gd name="T8" fmla="*/ 161290000 w 11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9">
                  <a:moveTo>
                    <a:pt x="1" y="0"/>
                  </a:moveTo>
                  <a:cubicBezTo>
                    <a:pt x="1" y="2"/>
                    <a:pt x="1" y="3"/>
                    <a:pt x="1" y="4"/>
                  </a:cubicBezTo>
                  <a:cubicBezTo>
                    <a:pt x="0" y="6"/>
                    <a:pt x="1" y="7"/>
                    <a:pt x="1" y="9"/>
                  </a:cubicBezTo>
                  <a:lnTo>
                    <a:pt x="11" y="5"/>
                  </a:lnTo>
                  <a:lnTo>
                    <a:pt x="1" y="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4747892" y="4767943"/>
              <a:ext cx="4003675" cy="1588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4646724" y="1897746"/>
              <a:ext cx="172604" cy="214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1800" dirty="0" err="1">
                  <a:latin typeface="Times New Roman" panose="02020603050405020304" pitchFamily="18" charset="0"/>
                </a:rPr>
                <a:t>i</a:t>
              </a:r>
              <a:r>
                <a:rPr lang="fr-FR" altLang="fr-FR" sz="1800" baseline="-25000" dirty="0" err="1">
                  <a:latin typeface="Times New Roman" panose="02020603050405020304" pitchFamily="18" charset="0"/>
                </a:rPr>
                <a:t>D</a:t>
              </a:r>
              <a:endParaRPr lang="fr-FR" altLang="fr-FR" sz="1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8700767" y="4549418"/>
              <a:ext cx="215035" cy="214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1800" dirty="0" err="1">
                  <a:latin typeface="Times New Roman" panose="02020603050405020304" pitchFamily="18" charset="0"/>
                </a:rPr>
                <a:t>v</a:t>
              </a:r>
              <a:r>
                <a:rPr lang="fr-FR" altLang="fr-FR" sz="1800" baseline="-25000" dirty="0" err="1">
                  <a:latin typeface="Times New Roman" panose="02020603050405020304" pitchFamily="18" charset="0"/>
                </a:rPr>
                <a:t>DS</a:t>
              </a:r>
              <a:endParaRPr lang="fr-FR" altLang="fr-FR" sz="18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 flipV="1">
              <a:off x="4811392" y="2534331"/>
              <a:ext cx="723900" cy="22352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AutoShape 13"/>
            <p:cNvSpPr>
              <a:spLocks noChangeArrowheads="1"/>
            </p:cNvSpPr>
            <p:nvPr/>
          </p:nvSpPr>
          <p:spPr bwMode="auto">
            <a:xfrm>
              <a:off x="5493661" y="2179300"/>
              <a:ext cx="1095375" cy="11557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1 h 21600"/>
                <a:gd name="T20" fmla="*/ 10799 w 21600"/>
                <a:gd name="T21" fmla="*/ 10799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 stroke="0">
                  <a:moveTo>
                    <a:pt x="0" y="10786"/>
                  </a:moveTo>
                  <a:cubicBezTo>
                    <a:pt x="7" y="4849"/>
                    <a:pt x="4805" y="32"/>
                    <a:pt x="10742" y="0"/>
                  </a:cubicBezTo>
                  <a:lnTo>
                    <a:pt x="10800" y="10800"/>
                  </a:lnTo>
                  <a:lnTo>
                    <a:pt x="0" y="10786"/>
                  </a:lnTo>
                  <a:close/>
                </a:path>
                <a:path w="21600" h="21600" fill="none">
                  <a:moveTo>
                    <a:pt x="0" y="10786"/>
                  </a:moveTo>
                  <a:cubicBezTo>
                    <a:pt x="7" y="4849"/>
                    <a:pt x="4805" y="32"/>
                    <a:pt x="10742" y="0"/>
                  </a:cubicBezTo>
                </a:path>
              </a:pathLst>
            </a:cu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V="1">
              <a:off x="6006779" y="2115231"/>
              <a:ext cx="2173288" cy="6667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Oval 15"/>
            <p:cNvSpPr>
              <a:spLocks noChangeArrowheads="1"/>
            </p:cNvSpPr>
            <p:nvPr/>
          </p:nvSpPr>
          <p:spPr bwMode="auto">
            <a:xfrm>
              <a:off x="5638479" y="4198031"/>
              <a:ext cx="63500" cy="4048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fr-FR" altLang="fr-FR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V="1">
              <a:off x="4811392" y="3015343"/>
              <a:ext cx="903287" cy="1754188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AutoShape 17"/>
            <p:cNvSpPr>
              <a:spLocks noChangeArrowheads="1"/>
            </p:cNvSpPr>
            <p:nvPr/>
          </p:nvSpPr>
          <p:spPr bwMode="auto">
            <a:xfrm>
              <a:off x="5666462" y="2749213"/>
              <a:ext cx="1066800" cy="9144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1 h 21600"/>
                <a:gd name="T20" fmla="*/ 10799 w 21600"/>
                <a:gd name="T21" fmla="*/ 10799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 stroke="0">
                  <a:moveTo>
                    <a:pt x="0" y="10736"/>
                  </a:moveTo>
                  <a:cubicBezTo>
                    <a:pt x="35" y="4817"/>
                    <a:pt x="4826" y="30"/>
                    <a:pt x="10745" y="0"/>
                  </a:cubicBezTo>
                  <a:lnTo>
                    <a:pt x="10800" y="10800"/>
                  </a:lnTo>
                  <a:lnTo>
                    <a:pt x="0" y="10736"/>
                  </a:lnTo>
                  <a:close/>
                </a:path>
                <a:path w="21600" h="21600" fill="none">
                  <a:moveTo>
                    <a:pt x="0" y="10736"/>
                  </a:moveTo>
                  <a:cubicBezTo>
                    <a:pt x="35" y="4817"/>
                    <a:pt x="4826" y="30"/>
                    <a:pt x="10745" y="0"/>
                  </a:cubicBezTo>
                </a:path>
              </a:pathLst>
            </a:cu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 flipV="1">
              <a:off x="6146479" y="2634343"/>
              <a:ext cx="2008188" cy="11747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 flipV="1">
              <a:off x="4811392" y="3612243"/>
              <a:ext cx="852487" cy="1157288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AutoShape 21"/>
            <p:cNvSpPr>
              <a:spLocks noChangeArrowheads="1"/>
            </p:cNvSpPr>
            <p:nvPr/>
          </p:nvSpPr>
          <p:spPr bwMode="auto">
            <a:xfrm>
              <a:off x="5619429" y="3391581"/>
              <a:ext cx="1219200" cy="7366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1 h 21600"/>
                <a:gd name="T20" fmla="*/ 10799 w 21600"/>
                <a:gd name="T21" fmla="*/ 10799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 stroke="0">
                  <a:moveTo>
                    <a:pt x="0" y="10710"/>
                  </a:moveTo>
                  <a:cubicBezTo>
                    <a:pt x="49" y="4801"/>
                    <a:pt x="4837" y="29"/>
                    <a:pt x="10746" y="0"/>
                  </a:cubicBezTo>
                  <a:lnTo>
                    <a:pt x="10800" y="10800"/>
                  </a:lnTo>
                  <a:lnTo>
                    <a:pt x="0" y="10710"/>
                  </a:lnTo>
                  <a:close/>
                </a:path>
                <a:path w="21600" h="21600" fill="none">
                  <a:moveTo>
                    <a:pt x="0" y="10710"/>
                  </a:moveTo>
                  <a:cubicBezTo>
                    <a:pt x="49" y="4801"/>
                    <a:pt x="4837" y="29"/>
                    <a:pt x="10746" y="0"/>
                  </a:cubicBezTo>
                </a:path>
              </a:pathLst>
            </a:cu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V="1">
              <a:off x="6159179" y="3243943"/>
              <a:ext cx="1982788" cy="14287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Oval 23"/>
            <p:cNvSpPr>
              <a:spLocks noChangeArrowheads="1"/>
            </p:cNvSpPr>
            <p:nvPr/>
          </p:nvSpPr>
          <p:spPr bwMode="auto">
            <a:xfrm>
              <a:off x="5609904" y="3653643"/>
              <a:ext cx="114300" cy="1905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fr-FR" altLang="fr-FR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 flipV="1">
              <a:off x="4811392" y="4132943"/>
              <a:ext cx="877887" cy="636588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AutoShape 25"/>
            <p:cNvSpPr>
              <a:spLocks noChangeArrowheads="1"/>
            </p:cNvSpPr>
            <p:nvPr/>
          </p:nvSpPr>
          <p:spPr bwMode="auto">
            <a:xfrm>
              <a:off x="5638479" y="3990129"/>
              <a:ext cx="1143238" cy="47624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1 h 21600"/>
                <a:gd name="T20" fmla="*/ 10799 w 21600"/>
                <a:gd name="T21" fmla="*/ 10799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 stroke="0">
                  <a:moveTo>
                    <a:pt x="0" y="10704"/>
                  </a:moveTo>
                  <a:cubicBezTo>
                    <a:pt x="52" y="4798"/>
                    <a:pt x="4839" y="29"/>
                    <a:pt x="10746" y="0"/>
                  </a:cubicBezTo>
                  <a:lnTo>
                    <a:pt x="10800" y="10800"/>
                  </a:lnTo>
                  <a:lnTo>
                    <a:pt x="0" y="10704"/>
                  </a:lnTo>
                  <a:close/>
                </a:path>
                <a:path w="21600" h="21600" fill="none">
                  <a:moveTo>
                    <a:pt x="0" y="10704"/>
                  </a:moveTo>
                  <a:cubicBezTo>
                    <a:pt x="52" y="4798"/>
                    <a:pt x="4839" y="29"/>
                    <a:pt x="10746" y="0"/>
                  </a:cubicBezTo>
                </a:path>
              </a:pathLst>
            </a:cu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 flipV="1">
              <a:off x="6070279" y="3840843"/>
              <a:ext cx="2071688" cy="15557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Oval 27"/>
            <p:cNvSpPr>
              <a:spLocks noChangeArrowheads="1"/>
            </p:cNvSpPr>
            <p:nvPr/>
          </p:nvSpPr>
          <p:spPr bwMode="auto">
            <a:xfrm>
              <a:off x="5497192" y="4223431"/>
              <a:ext cx="280987" cy="32861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fr-FR" altLang="fr-FR"/>
            </a:p>
          </p:txBody>
        </p:sp>
        <p:sp>
          <p:nvSpPr>
            <p:cNvPr id="33" name="AutoShape 28"/>
            <p:cNvSpPr>
              <a:spLocks noChangeArrowheads="1"/>
            </p:cNvSpPr>
            <p:nvPr/>
          </p:nvSpPr>
          <p:spPr bwMode="auto">
            <a:xfrm>
              <a:off x="7916542" y="1645331"/>
              <a:ext cx="485775" cy="47783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10799 w 21600"/>
                <a:gd name="T19" fmla="*/ 10601 h 21600"/>
                <a:gd name="T20" fmla="*/ 21599 w 21600"/>
                <a:gd name="T21" fmla="*/ 21599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 stroke="0">
                  <a:moveTo>
                    <a:pt x="21599" y="10744"/>
                  </a:moveTo>
                  <a:cubicBezTo>
                    <a:pt x="21599" y="10763"/>
                    <a:pt x="21600" y="10781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10781" y="21599"/>
                    <a:pt x="10763" y="21599"/>
                    <a:pt x="10744" y="21599"/>
                  </a:cubicBezTo>
                  <a:lnTo>
                    <a:pt x="10800" y="10800"/>
                  </a:lnTo>
                  <a:lnTo>
                    <a:pt x="21599" y="10744"/>
                  </a:lnTo>
                  <a:close/>
                </a:path>
                <a:path w="21600" h="21600" fill="none">
                  <a:moveTo>
                    <a:pt x="21599" y="10744"/>
                  </a:moveTo>
                  <a:cubicBezTo>
                    <a:pt x="21599" y="10763"/>
                    <a:pt x="21600" y="10781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10781" y="21599"/>
                    <a:pt x="10763" y="21599"/>
                    <a:pt x="10744" y="21599"/>
                  </a:cubicBezTo>
                </a:path>
              </a:pathLst>
            </a:cu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" name="AutoShape 29"/>
            <p:cNvSpPr>
              <a:spLocks noChangeArrowheads="1"/>
            </p:cNvSpPr>
            <p:nvPr/>
          </p:nvSpPr>
          <p:spPr bwMode="auto">
            <a:xfrm>
              <a:off x="7903842" y="2162400"/>
              <a:ext cx="485775" cy="4730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10799 w 21600"/>
                <a:gd name="T19" fmla="*/ 10601 h 21600"/>
                <a:gd name="T20" fmla="*/ 21599 w 21600"/>
                <a:gd name="T21" fmla="*/ 21599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 stroke="0">
                  <a:moveTo>
                    <a:pt x="21599" y="10743"/>
                  </a:moveTo>
                  <a:cubicBezTo>
                    <a:pt x="21599" y="10762"/>
                    <a:pt x="21600" y="10781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10781" y="21599"/>
                    <a:pt x="10763" y="21599"/>
                    <a:pt x="10744" y="21599"/>
                  </a:cubicBezTo>
                  <a:lnTo>
                    <a:pt x="10800" y="10800"/>
                  </a:lnTo>
                  <a:lnTo>
                    <a:pt x="21599" y="10743"/>
                  </a:lnTo>
                  <a:close/>
                </a:path>
                <a:path w="21600" h="21600" fill="none">
                  <a:moveTo>
                    <a:pt x="21599" y="10743"/>
                  </a:moveTo>
                  <a:cubicBezTo>
                    <a:pt x="21599" y="10762"/>
                    <a:pt x="21600" y="10781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10781" y="21599"/>
                    <a:pt x="10763" y="21599"/>
                    <a:pt x="10744" y="21599"/>
                  </a:cubicBezTo>
                </a:path>
              </a:pathLst>
            </a:cu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5" name="AutoShape 30"/>
            <p:cNvSpPr>
              <a:spLocks noChangeArrowheads="1"/>
            </p:cNvSpPr>
            <p:nvPr/>
          </p:nvSpPr>
          <p:spPr bwMode="auto">
            <a:xfrm>
              <a:off x="7891142" y="2763843"/>
              <a:ext cx="485775" cy="47625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10799 w 21600"/>
                <a:gd name="T19" fmla="*/ 10601 h 21600"/>
                <a:gd name="T20" fmla="*/ 21599 w 21600"/>
                <a:gd name="T21" fmla="*/ 21599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 stroke="0">
                  <a:moveTo>
                    <a:pt x="21599" y="10744"/>
                  </a:moveTo>
                  <a:cubicBezTo>
                    <a:pt x="21599" y="10763"/>
                    <a:pt x="21600" y="10781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10781" y="21599"/>
                    <a:pt x="10763" y="21599"/>
                    <a:pt x="10744" y="21599"/>
                  </a:cubicBezTo>
                  <a:lnTo>
                    <a:pt x="10800" y="10800"/>
                  </a:lnTo>
                  <a:lnTo>
                    <a:pt x="21599" y="10744"/>
                  </a:lnTo>
                  <a:close/>
                </a:path>
                <a:path w="21600" h="21600" fill="none">
                  <a:moveTo>
                    <a:pt x="21599" y="10744"/>
                  </a:moveTo>
                  <a:cubicBezTo>
                    <a:pt x="21599" y="10763"/>
                    <a:pt x="21600" y="10781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10781" y="21599"/>
                    <a:pt x="10763" y="21599"/>
                    <a:pt x="10744" y="21599"/>
                  </a:cubicBezTo>
                </a:path>
              </a:pathLst>
            </a:cu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" name="AutoShape 31"/>
            <p:cNvSpPr>
              <a:spLocks noChangeArrowheads="1"/>
            </p:cNvSpPr>
            <p:nvPr/>
          </p:nvSpPr>
          <p:spPr bwMode="auto">
            <a:xfrm>
              <a:off x="7903842" y="3359155"/>
              <a:ext cx="485775" cy="4778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10799 w 21600"/>
                <a:gd name="T19" fmla="*/ 10601 h 21600"/>
                <a:gd name="T20" fmla="*/ 21599 w 21600"/>
                <a:gd name="T21" fmla="*/ 21599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 stroke="0">
                  <a:moveTo>
                    <a:pt x="21599" y="10744"/>
                  </a:moveTo>
                  <a:cubicBezTo>
                    <a:pt x="21599" y="10763"/>
                    <a:pt x="21600" y="10781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10781" y="21599"/>
                    <a:pt x="10763" y="21599"/>
                    <a:pt x="10744" y="21599"/>
                  </a:cubicBezTo>
                  <a:lnTo>
                    <a:pt x="10800" y="10800"/>
                  </a:lnTo>
                  <a:lnTo>
                    <a:pt x="21599" y="10744"/>
                  </a:lnTo>
                  <a:close/>
                </a:path>
                <a:path w="21600" h="21600" fill="none">
                  <a:moveTo>
                    <a:pt x="21599" y="10744"/>
                  </a:moveTo>
                  <a:cubicBezTo>
                    <a:pt x="21599" y="10763"/>
                    <a:pt x="21600" y="10781"/>
                    <a:pt x="21600" y="10800"/>
                  </a:cubicBezTo>
                  <a:cubicBezTo>
                    <a:pt x="21600" y="16764"/>
                    <a:pt x="16764" y="21600"/>
                    <a:pt x="10800" y="21600"/>
                  </a:cubicBezTo>
                  <a:cubicBezTo>
                    <a:pt x="10781" y="21599"/>
                    <a:pt x="10763" y="21599"/>
                    <a:pt x="10744" y="21599"/>
                  </a:cubicBezTo>
                </a:path>
              </a:pathLst>
            </a:cu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" name="Rectangle 32"/>
            <p:cNvSpPr>
              <a:spLocks noChangeArrowheads="1"/>
            </p:cNvSpPr>
            <p:nvPr/>
          </p:nvSpPr>
          <p:spPr bwMode="auto">
            <a:xfrm>
              <a:off x="8421367" y="1723118"/>
              <a:ext cx="12700" cy="3108325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fr-FR" altLang="fr-FR"/>
            </a:p>
          </p:txBody>
        </p:sp>
        <p:sp>
          <p:nvSpPr>
            <p:cNvPr id="39" name="Rectangle 34"/>
            <p:cNvSpPr>
              <a:spLocks noChangeArrowheads="1"/>
            </p:cNvSpPr>
            <p:nvPr/>
          </p:nvSpPr>
          <p:spPr bwMode="auto">
            <a:xfrm>
              <a:off x="8345167" y="4806043"/>
              <a:ext cx="111125" cy="182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1200">
                  <a:latin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40" name="Rectangle 35"/>
            <p:cNvSpPr>
              <a:spLocks noChangeArrowheads="1"/>
            </p:cNvSpPr>
            <p:nvPr/>
          </p:nvSpPr>
          <p:spPr bwMode="auto">
            <a:xfrm>
              <a:off x="8459467" y="4882243"/>
              <a:ext cx="363537" cy="138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900" dirty="0">
                  <a:latin typeface="Times New Roman" panose="02020603050405020304" pitchFamily="18" charset="0"/>
                </a:rPr>
                <a:t>BRDSS</a:t>
              </a: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6540179" y="2966131"/>
              <a:ext cx="1054558" cy="2380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CA" altLang="fr-FR" sz="2000" b="1" dirty="0">
                  <a:latin typeface="Times New Roman" panose="02020603050405020304" pitchFamily="18" charset="0"/>
                </a:rPr>
                <a:t>Linear area</a:t>
              </a:r>
            </a:p>
          </p:txBody>
        </p: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6876116" y="4381836"/>
              <a:ext cx="778131" cy="2380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fr-FR" altLang="fr-FR" sz="2000" b="1" dirty="0">
                  <a:latin typeface="Times New Roman" panose="02020603050405020304" pitchFamily="18" charset="0"/>
                </a:rPr>
                <a:t>Off state</a:t>
              </a:r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>
              <a:off x="4870091" y="1402994"/>
              <a:ext cx="838200" cy="714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CA" altLang="fr-FR" sz="2000" b="1" dirty="0">
                  <a:latin typeface="Times New Roman" panose="02020603050405020304" pitchFamily="18" charset="0"/>
                </a:rPr>
                <a:t>Variable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CA" altLang="fr-FR" sz="2000" b="1" dirty="0">
                  <a:latin typeface="Times New Roman" panose="02020603050405020304" pitchFamily="18" charset="0"/>
                </a:rPr>
                <a:t>Linear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CA" altLang="fr-FR" sz="2000" b="1" dirty="0">
                  <a:latin typeface="Times New Roman" panose="02020603050405020304" pitchFamily="18" charset="0"/>
                </a:rPr>
                <a:t>resistance</a:t>
              </a:r>
            </a:p>
          </p:txBody>
        </p:sp>
      </p:grpSp>
      <p:sp>
        <p:nvSpPr>
          <p:cNvPr id="44" name="Oval 23"/>
          <p:cNvSpPr>
            <a:spLocks noChangeArrowheads="1"/>
          </p:cNvSpPr>
          <p:nvPr/>
        </p:nvSpPr>
        <p:spPr bwMode="auto">
          <a:xfrm>
            <a:off x="6110302" y="4900070"/>
            <a:ext cx="165300" cy="24629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fr-FR" altLang="fr-FR"/>
          </a:p>
        </p:txBody>
      </p:sp>
      <p:sp>
        <p:nvSpPr>
          <p:cNvPr id="45" name="Oval 23"/>
          <p:cNvSpPr>
            <a:spLocks noChangeArrowheads="1"/>
          </p:cNvSpPr>
          <p:nvPr/>
        </p:nvSpPr>
        <p:spPr bwMode="auto">
          <a:xfrm>
            <a:off x="6156165" y="3522619"/>
            <a:ext cx="165300" cy="24629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fr-FR" altLang="fr-FR"/>
          </a:p>
        </p:txBody>
      </p:sp>
      <p:sp>
        <p:nvSpPr>
          <p:cNvPr id="46" name="Oval 23"/>
          <p:cNvSpPr>
            <a:spLocks noChangeArrowheads="1"/>
          </p:cNvSpPr>
          <p:nvPr/>
        </p:nvSpPr>
        <p:spPr bwMode="auto">
          <a:xfrm>
            <a:off x="5910012" y="2937503"/>
            <a:ext cx="165300" cy="246298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fr-FR" altLang="fr-FR"/>
          </a:p>
        </p:txBody>
      </p:sp>
      <p:sp>
        <p:nvSpPr>
          <p:cNvPr id="47" name="AutoShape 3"/>
          <p:cNvSpPr>
            <a:spLocks noChangeArrowheads="1"/>
          </p:cNvSpPr>
          <p:nvPr/>
        </p:nvSpPr>
        <p:spPr bwMode="auto">
          <a:xfrm>
            <a:off x="3171551" y="-1538514"/>
            <a:ext cx="3592546" cy="7224091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w 21600"/>
              <a:gd name="T9" fmla="*/ 0 h 21600"/>
              <a:gd name="T10" fmla="*/ 0 w 21600"/>
              <a:gd name="T11" fmla="*/ 0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10799 w 21600"/>
              <a:gd name="T19" fmla="*/ 10601 h 21600"/>
              <a:gd name="T20" fmla="*/ 21599 w 21600"/>
              <a:gd name="T21" fmla="*/ 21599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 stroke="0">
                <a:moveTo>
                  <a:pt x="21599" y="10775"/>
                </a:moveTo>
                <a:cubicBezTo>
                  <a:pt x="21599" y="10783"/>
                  <a:pt x="21600" y="10791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10775" y="21599"/>
                  <a:pt x="10750" y="21599"/>
                  <a:pt x="10725" y="21599"/>
                </a:cubicBezTo>
                <a:lnTo>
                  <a:pt x="10800" y="10800"/>
                </a:lnTo>
                <a:lnTo>
                  <a:pt x="21599" y="10775"/>
                </a:lnTo>
                <a:close/>
              </a:path>
              <a:path w="21600" h="21600" fill="none">
                <a:moveTo>
                  <a:pt x="21599" y="10775"/>
                </a:moveTo>
                <a:cubicBezTo>
                  <a:pt x="21599" y="10783"/>
                  <a:pt x="21600" y="10791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10775" y="21599"/>
                  <a:pt x="10750" y="21599"/>
                  <a:pt x="10725" y="21599"/>
                </a:cubicBezTo>
              </a:path>
            </a:pathLst>
          </a:custGeom>
          <a:noFill/>
          <a:ln w="12600" cap="sq">
            <a:solidFill>
              <a:srgbClr val="3F3F3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sp>
        <p:nvSpPr>
          <p:cNvPr id="48" name="ZoneTexte 47"/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rgbClr val="FF0000"/>
                </a:solidFill>
              </a:rPr>
              <a:t>MOS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996D9CAC-31AD-C1A5-174F-54AC4F20E1F3}"/>
              </a:ext>
            </a:extLst>
          </p:cNvPr>
          <p:cNvSpPr/>
          <p:nvPr/>
        </p:nvSpPr>
        <p:spPr>
          <a:xfrm rot="1081086">
            <a:off x="5354780" y="2209608"/>
            <a:ext cx="443483" cy="363700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88114EA4-A300-5474-C2D3-6CB34320AA97}"/>
              </a:ext>
            </a:extLst>
          </p:cNvPr>
          <p:cNvSpPr/>
          <p:nvPr/>
        </p:nvSpPr>
        <p:spPr>
          <a:xfrm rot="5400000">
            <a:off x="6818875" y="3872149"/>
            <a:ext cx="353760" cy="363700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C8486B58-8BC9-B9C2-9743-59AAE3698FC7}"/>
              </a:ext>
            </a:extLst>
          </p:cNvPr>
          <p:cNvSpPr/>
          <p:nvPr/>
        </p:nvSpPr>
        <p:spPr>
          <a:xfrm>
            <a:off x="4515979" y="4379240"/>
            <a:ext cx="2724671" cy="2171173"/>
          </a:xfrm>
          <a:prstGeom prst="arc">
            <a:avLst/>
          </a:prstGeom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8">
            <a:extLst>
              <a:ext uri="{FF2B5EF4-FFF2-40B4-BE49-F238E27FC236}">
                <a16:creationId xmlns:a16="http://schemas.microsoft.com/office/drawing/2014/main" id="{7F53371E-BA53-1A01-F75E-8578E4021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2463" y="4143290"/>
            <a:ext cx="72639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fr-FR" altLang="fr-FR" sz="1800" dirty="0">
                <a:latin typeface="Times New Roman" panose="02020603050405020304" pitchFamily="18" charset="0"/>
              </a:rPr>
              <a:t>v</a:t>
            </a:r>
            <a:r>
              <a:rPr lang="fr-FR" altLang="fr-FR" sz="1800" baseline="-25000" dirty="0">
                <a:latin typeface="Times New Roman" panose="02020603050405020304" pitchFamily="18" charset="0"/>
              </a:rPr>
              <a:t>GS1</a:t>
            </a:r>
          </a:p>
        </p:txBody>
      </p:sp>
      <p:sp>
        <p:nvSpPr>
          <p:cNvPr id="52" name="Rectangle 8">
            <a:extLst>
              <a:ext uri="{FF2B5EF4-FFF2-40B4-BE49-F238E27FC236}">
                <a16:creationId xmlns:a16="http://schemas.microsoft.com/office/drawing/2014/main" id="{310176DE-CA74-5C97-7021-69E2BD361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9995" y="3351767"/>
            <a:ext cx="72639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fr-FR" altLang="fr-FR" sz="1800" dirty="0">
                <a:latin typeface="Times New Roman" panose="02020603050405020304" pitchFamily="18" charset="0"/>
              </a:rPr>
              <a:t>v</a:t>
            </a:r>
            <a:r>
              <a:rPr lang="fr-FR" altLang="fr-FR" sz="1800" baseline="-25000" dirty="0">
                <a:latin typeface="Times New Roman" panose="02020603050405020304" pitchFamily="18" charset="0"/>
              </a:rPr>
              <a:t>GS2</a:t>
            </a:r>
          </a:p>
        </p:txBody>
      </p:sp>
    </p:spTree>
    <p:extLst>
      <p:ext uri="{BB962C8B-B14F-4D97-AF65-F5344CB8AC3E}">
        <p14:creationId xmlns:p14="http://schemas.microsoft.com/office/powerpoint/2010/main" val="19392781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MOS safety area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7122" y="1283493"/>
            <a:ext cx="5616177" cy="4554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rgbClr val="FF0000"/>
                </a:solidFill>
              </a:rPr>
              <a:t>MOS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4763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Control specificity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MOS transistor</a:t>
            </a:r>
          </a:p>
          <a:p>
            <a:r>
              <a:rPr lang="en-US" b="1" dirty="0">
                <a:solidFill>
                  <a:srgbClr val="FF0000"/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6D0E4C15-9B80-186B-9460-2BB9EC0B2AC7}"/>
              </a:ext>
            </a:extLst>
          </p:cNvPr>
          <p:cNvGrpSpPr/>
          <p:nvPr/>
        </p:nvGrpSpPr>
        <p:grpSpPr>
          <a:xfrm>
            <a:off x="2784182" y="1557633"/>
            <a:ext cx="3428238" cy="2324100"/>
            <a:chOff x="4015740" y="1243063"/>
            <a:chExt cx="3428238" cy="2324100"/>
          </a:xfrm>
        </p:grpSpPr>
        <p:pic>
          <p:nvPicPr>
            <p:cNvPr id="2" name="Picture 3">
              <a:extLst>
                <a:ext uri="{FF2B5EF4-FFF2-40B4-BE49-F238E27FC236}">
                  <a16:creationId xmlns:a16="http://schemas.microsoft.com/office/drawing/2014/main" id="{788D280B-9D28-DA25-212F-08864A3CCD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7337" y="1557961"/>
              <a:ext cx="1606641" cy="17328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D344D97-F668-599B-F204-4B920162A8B4}"/>
                </a:ext>
              </a:extLst>
            </p:cNvPr>
            <p:cNvSpPr/>
            <p:nvPr/>
          </p:nvSpPr>
          <p:spPr>
            <a:xfrm>
              <a:off x="4015740" y="2018970"/>
              <a:ext cx="1327559" cy="8108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</a:rPr>
                <a:t>µC</a:t>
              </a:r>
            </a:p>
          </p:txBody>
        </p: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A331CB9F-E22C-4F7D-10B1-25AFE228EAA3}"/>
                </a:ext>
              </a:extLst>
            </p:cNvPr>
            <p:cNvCxnSpPr>
              <a:endCxn id="3" idx="3"/>
            </p:cNvCxnSpPr>
            <p:nvPr/>
          </p:nvCxnSpPr>
          <p:spPr>
            <a:xfrm flipH="1">
              <a:off x="5343299" y="2424398"/>
              <a:ext cx="752701" cy="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74256E9E-4D76-5548-5C05-64AF27236271}"/>
                </a:ext>
              </a:extLst>
            </p:cNvPr>
            <p:cNvCxnSpPr/>
            <p:nvPr/>
          </p:nvCxnSpPr>
          <p:spPr>
            <a:xfrm>
              <a:off x="4554975" y="1243063"/>
              <a:ext cx="2324100" cy="23241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FBA23961-CC45-5273-461B-5A359FF345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4151" y="1243063"/>
              <a:ext cx="2264924" cy="23241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03DB253E-34DC-5936-D15D-14B784E2B22F}"/>
              </a:ext>
            </a:extLst>
          </p:cNvPr>
          <p:cNvGrpSpPr/>
          <p:nvPr/>
        </p:nvGrpSpPr>
        <p:grpSpPr>
          <a:xfrm>
            <a:off x="4733805" y="4410395"/>
            <a:ext cx="5315018" cy="2016351"/>
            <a:chOff x="6664617" y="3463997"/>
            <a:chExt cx="5315018" cy="2016351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2176" y="3463997"/>
              <a:ext cx="3987459" cy="2016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5A5C4AA-10BB-FABB-533E-FF452EDE925D}"/>
                </a:ext>
              </a:extLst>
            </p:cNvPr>
            <p:cNvSpPr/>
            <p:nvPr/>
          </p:nvSpPr>
          <p:spPr>
            <a:xfrm>
              <a:off x="6664617" y="4066745"/>
              <a:ext cx="1327559" cy="81085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</a:rPr>
                <a:t>µC</a:t>
              </a:r>
            </a:p>
          </p:txBody>
        </p: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3D484CA1-B9CB-A569-A945-FCFA38F31D09}"/>
                </a:ext>
              </a:extLst>
            </p:cNvPr>
            <p:cNvCxnSpPr>
              <a:cxnSpLocks/>
              <a:endCxn id="22" idx="3"/>
            </p:cNvCxnSpPr>
            <p:nvPr/>
          </p:nvCxnSpPr>
          <p:spPr>
            <a:xfrm flipH="1" flipV="1">
              <a:off x="7992176" y="4472174"/>
              <a:ext cx="435943" cy="65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9" name="Image 58">
            <a:extLst>
              <a:ext uri="{FF2B5EF4-FFF2-40B4-BE49-F238E27FC236}">
                <a16:creationId xmlns:a16="http://schemas.microsoft.com/office/drawing/2014/main" id="{C4A63C61-4C00-062E-5743-8E24D5DED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703" y="431254"/>
            <a:ext cx="3607313" cy="4199869"/>
          </a:xfrm>
          <a:prstGeom prst="rect">
            <a:avLst/>
          </a:prstGeom>
        </p:spPr>
      </p:pic>
      <p:sp>
        <p:nvSpPr>
          <p:cNvPr id="61" name="ZoneTexte 60">
            <a:extLst>
              <a:ext uri="{FF2B5EF4-FFF2-40B4-BE49-F238E27FC236}">
                <a16:creationId xmlns:a16="http://schemas.microsoft.com/office/drawing/2014/main" id="{8608D1B0-7F09-A421-4794-FC96E62B5B6C}"/>
              </a:ext>
            </a:extLst>
          </p:cNvPr>
          <p:cNvSpPr txBox="1"/>
          <p:nvPr/>
        </p:nvSpPr>
        <p:spPr>
          <a:xfrm>
            <a:off x="3253740" y="3955057"/>
            <a:ext cx="2958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Low </a:t>
            </a:r>
            <a:r>
              <a:rPr lang="fr-FR" dirty="0" err="1"/>
              <a:t>V</a:t>
            </a:r>
            <a:r>
              <a:rPr lang="fr-FR" baseline="-25000" dirty="0" err="1"/>
              <a:t>gs</a:t>
            </a:r>
            <a:r>
              <a:rPr lang="fr-FR" dirty="0"/>
              <a:t> =&gt; high </a:t>
            </a:r>
            <a:r>
              <a:rPr lang="fr-FR" dirty="0" err="1"/>
              <a:t>losses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28799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74CD8-FED5-B5DB-1B36-7AEB0B5B0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3434689-B061-EBA5-6937-20AC74901F7C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F244B6-E830-9A2B-A0E5-6F534E49FD62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8E5DE071-903A-13E1-7D30-9D549CEC8F63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758575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MOSFET Gate Driver LTC7065 (Analog Devices)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CC3252B-0F75-73A8-B9FE-7DD12C9D9C72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D72E0C83-A60E-82DC-AFFC-1B74076FC333}"/>
              </a:ext>
            </a:extLst>
          </p:cNvPr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MOS transistor</a:t>
            </a:r>
          </a:p>
          <a:p>
            <a:r>
              <a:rPr lang="en-US" b="1" dirty="0">
                <a:solidFill>
                  <a:srgbClr val="FF0000"/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86AD931-4942-4508-AA5F-C7D260269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999" y="1094552"/>
            <a:ext cx="4646445" cy="265613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53599EA-E217-C686-116B-ABE2A30CC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409" y="3847799"/>
            <a:ext cx="6634368" cy="262211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4183710-55B0-86F6-672B-AA8D0FAE2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926" y="1874296"/>
            <a:ext cx="1589628" cy="1711907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D01C1478-D965-6D3A-DA8C-5AB493373014}"/>
              </a:ext>
            </a:extLst>
          </p:cNvPr>
          <p:cNvSpPr txBox="1"/>
          <p:nvPr/>
        </p:nvSpPr>
        <p:spPr>
          <a:xfrm>
            <a:off x="9491517" y="1438937"/>
            <a:ext cx="2479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10-LEAD MSOP Package</a:t>
            </a:r>
          </a:p>
        </p:txBody>
      </p:sp>
    </p:spTree>
    <p:extLst>
      <p:ext uri="{BB962C8B-B14F-4D97-AF65-F5344CB8AC3E}">
        <p14:creationId xmlns:p14="http://schemas.microsoft.com/office/powerpoint/2010/main" val="23260235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Power IGBT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673" y="1597464"/>
            <a:ext cx="2676525" cy="2360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674" y="4460988"/>
            <a:ext cx="2676525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525" y="2626519"/>
            <a:ext cx="6373789" cy="1834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" name="ZoneTexte 10"/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MOS transistor</a:t>
            </a:r>
          </a:p>
          <a:p>
            <a:r>
              <a:rPr lang="en-US" b="1" dirty="0">
                <a:solidFill>
                  <a:srgbClr val="FF0000"/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7395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49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Modules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407" y="2615366"/>
            <a:ext cx="4207543" cy="2307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006" y="3937765"/>
            <a:ext cx="2643187" cy="2344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6785655" y="5126802"/>
            <a:ext cx="4854801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1125"/>
              </a:spcBef>
              <a:buClrTx/>
              <a:buFontTx/>
              <a:buNone/>
            </a:pPr>
            <a:r>
              <a:rPr lang="fr-FR" altLang="fr-FR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1200 V – 231 A at 25°C – </a:t>
            </a:r>
            <a:r>
              <a:rPr lang="fr-FR" altLang="fr-FR" sz="2400" b="1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t</a:t>
            </a:r>
            <a:r>
              <a:rPr lang="fr-FR" altLang="fr-FR" sz="2400" b="1" baseline="-25000" dirty="0" err="1">
                <a:solidFill>
                  <a:srgbClr val="FF3300"/>
                </a:solidFill>
                <a:latin typeface="Times New Roman" panose="02020603050405020304" pitchFamily="18" charset="0"/>
              </a:rPr>
              <a:t>f</a:t>
            </a:r>
            <a:r>
              <a:rPr lang="fr-FR" altLang="fr-FR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 &lt; 500ns</a:t>
            </a:r>
          </a:p>
        </p:txBody>
      </p:sp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3617006" y="1094552"/>
            <a:ext cx="8197849" cy="2317750"/>
            <a:chOff x="907" y="278"/>
            <a:chExt cx="5164" cy="1460"/>
          </a:xfrm>
        </p:grpSpPr>
        <p:pic>
          <p:nvPicPr>
            <p:cNvPr id="12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7" y="278"/>
              <a:ext cx="1644" cy="1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2993" y="867"/>
              <a:ext cx="307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Microsoft YaHei" panose="020B0503020204020204" pitchFamily="34" charset="-122"/>
                </a:defRPr>
              </a:lvl9pPr>
            </a:lstStyle>
            <a:p>
              <a:pPr eaLnBrk="1" hangingPunct="1">
                <a:spcBef>
                  <a:spcPts val="1125"/>
                </a:spcBef>
                <a:buClrTx/>
                <a:buFontTx/>
                <a:buNone/>
              </a:pPr>
              <a:r>
                <a:rPr lang="fr-FR" altLang="fr-FR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1200 V – 39 A at 25°C – </a:t>
              </a:r>
              <a:r>
                <a:rPr lang="fr-FR" altLang="fr-FR" sz="2400" b="1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t</a:t>
              </a:r>
              <a:r>
                <a:rPr lang="fr-FR" altLang="fr-FR" sz="2400" b="1" baseline="-25000" dirty="0" err="1">
                  <a:solidFill>
                    <a:srgbClr val="FF3300"/>
                  </a:solidFill>
                  <a:latin typeface="Times New Roman" panose="02020603050405020304" pitchFamily="18" charset="0"/>
                </a:rPr>
                <a:t>f</a:t>
              </a:r>
              <a:r>
                <a:rPr lang="fr-FR" altLang="fr-FR" sz="2400" b="1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 &lt; 200ns</a:t>
              </a:r>
            </a:p>
          </p:txBody>
        </p:sp>
      </p:grpSp>
      <p:sp>
        <p:nvSpPr>
          <p:cNvPr id="14" name="ZoneTexte 13"/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MOS transistor</a:t>
            </a:r>
          </a:p>
          <a:p>
            <a:r>
              <a:rPr lang="en-US" b="1" dirty="0">
                <a:solidFill>
                  <a:srgbClr val="FF0000"/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72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 additive="repl"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1A68E-BB32-446E-8B64-B4D081392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DAEB6D-B4DD-72C3-9E83-6B726CCBDE76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50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753449-F60A-92FF-4197-5EA415B3CC32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300BCBF8-0AD4-102D-95B5-FD3C7F24B4B4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Control specificity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B5F1916-DDA7-6585-0755-00B4FB327B0A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>
            <a:extLst>
              <a:ext uri="{FF2B5EF4-FFF2-40B4-BE49-F238E27FC236}">
                <a16:creationId xmlns:a16="http://schemas.microsoft.com/office/drawing/2014/main" id="{6E8DF1A0-D979-6CE7-683A-44DD1F5F8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3140" y="2694451"/>
            <a:ext cx="4614470" cy="2330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39A32C12-9126-6F95-6996-67810FB19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730" y="2879116"/>
            <a:ext cx="4061922" cy="2264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7E30B61-A0CA-2C04-58B7-C7341D8EAE29}"/>
              </a:ext>
            </a:extLst>
          </p:cNvPr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MOS transistor</a:t>
            </a:r>
          </a:p>
          <a:p>
            <a:r>
              <a:rPr lang="en-US" b="1" dirty="0">
                <a:solidFill>
                  <a:srgbClr val="FF0000"/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0026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51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/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IGBT Gate Driver MC33153 (</a:t>
            </a:r>
            <a:r>
              <a:rPr lang="en-US" sz="2000" dirty="0" err="1">
                <a:solidFill>
                  <a:srgbClr val="9E003B"/>
                </a:solidFill>
                <a:latin typeface="Myriad Pro"/>
                <a:cs typeface="Myriad Pro"/>
              </a:rPr>
              <a:t>Onsemi</a:t>
            </a: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)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/>
        </p:nvSpPr>
        <p:spPr>
          <a:xfrm>
            <a:off x="0" y="0"/>
            <a:ext cx="247996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Active components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Diodes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Bipolar transistor</a:t>
            </a:r>
          </a:p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MOS transistor</a:t>
            </a:r>
          </a:p>
          <a:p>
            <a:r>
              <a:rPr lang="en-US" b="1" dirty="0">
                <a:solidFill>
                  <a:srgbClr val="FF0000"/>
                </a:solidFill>
              </a:rPr>
              <a:t>IGBT transistor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65000"/>
                  </a:schemeClr>
                </a:solidFill>
              </a:rPr>
              <a:t>Protections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A0C173B-E10B-38E2-8308-D36AD7EC12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3" t="4405"/>
          <a:stretch>
            <a:fillRect/>
          </a:stretch>
        </p:blipFill>
        <p:spPr>
          <a:xfrm>
            <a:off x="7468164" y="1213693"/>
            <a:ext cx="4701680" cy="315410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27537AA-FBDD-EF61-5DBE-ACEEFFCC3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625" y="1048832"/>
            <a:ext cx="4883990" cy="565191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61D3D2C-20B1-C499-C434-FA5F5FE5B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388" y="4868957"/>
            <a:ext cx="1945887" cy="171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010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AFCA7-7D71-062B-CC6F-268A61FF6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99FF51-AC75-FCA5-34B5-F4C51DE5172B}"/>
              </a:ext>
            </a:extLst>
          </p:cNvPr>
          <p:cNvSpPr/>
          <p:nvPr/>
        </p:nvSpPr>
        <p:spPr>
          <a:xfrm>
            <a:off x="2900363" y="2794001"/>
            <a:ext cx="9291637" cy="1337733"/>
          </a:xfrm>
          <a:prstGeom prst="rect">
            <a:avLst/>
          </a:prstGeom>
          <a:solidFill>
            <a:srgbClr val="A60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98F2C7FF-37DF-1937-6D45-2D861C32235D}"/>
              </a:ext>
            </a:extLst>
          </p:cNvPr>
          <p:cNvSpPr txBox="1">
            <a:spLocks/>
          </p:cNvSpPr>
          <p:nvPr/>
        </p:nvSpPr>
        <p:spPr bwMode="auto">
          <a:xfrm>
            <a:off x="3438525" y="2760135"/>
            <a:ext cx="3984625" cy="133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lvl="0" defTabSz="457200" eaLnBrk="1" hangingPunct="1">
              <a:defRPr/>
            </a:pPr>
            <a:r>
              <a:rPr lang="en-US" sz="2200" dirty="0">
                <a:solidFill>
                  <a:prstClr val="white"/>
                </a:solidFill>
                <a:latin typeface="Myriad Pro" charset="0"/>
                <a:cs typeface="Myriad Pro" charset="0"/>
              </a:rPr>
              <a:t>Protections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B80EFDED-25D0-5FCC-2D6C-F05BDAAB2A1F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E68E3FD7-27D7-B9A0-D801-480A2B3BBBA5}"/>
              </a:ext>
            </a:extLst>
          </p:cNvPr>
          <p:cNvSpPr txBox="1"/>
          <p:nvPr/>
        </p:nvSpPr>
        <p:spPr>
          <a:xfrm>
            <a:off x="0" y="0"/>
            <a:ext cx="247996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Protections</a:t>
            </a:r>
          </a:p>
        </p:txBody>
      </p:sp>
    </p:spTree>
    <p:extLst>
      <p:ext uri="{BB962C8B-B14F-4D97-AF65-F5344CB8AC3E}">
        <p14:creationId xmlns:p14="http://schemas.microsoft.com/office/powerpoint/2010/main" val="40409492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2BBCBD67-B11D-C5CC-A3F6-340B0CBB761C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743EADD7-B1DE-DDB3-BDD5-4E44255223F1}"/>
              </a:ext>
            </a:extLst>
          </p:cNvPr>
          <p:cNvSpPr txBox="1"/>
          <p:nvPr/>
        </p:nvSpPr>
        <p:spPr>
          <a:xfrm>
            <a:off x="0" y="0"/>
            <a:ext cx="2479964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Protections</a:t>
            </a:r>
          </a:p>
          <a:p>
            <a:r>
              <a:rPr lang="en-US" b="1" dirty="0">
                <a:solidFill>
                  <a:srgbClr val="FF0000"/>
                </a:solidFill>
              </a:rPr>
              <a:t>Fuses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Thermistors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ESD protection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695C7C93-BBA7-1D6B-3244-27F49E4BB922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Fuses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99E5EB4-3868-3BFE-89A4-E96048C35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662" y="418026"/>
            <a:ext cx="1619476" cy="75258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C529F6C-DBF7-2F74-72D9-1AA597D32724}"/>
              </a:ext>
            </a:extLst>
          </p:cNvPr>
          <p:cNvSpPr txBox="1"/>
          <p:nvPr/>
        </p:nvSpPr>
        <p:spPr>
          <a:xfrm>
            <a:off x="2445625" y="1133362"/>
            <a:ext cx="3202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noProof="0" dirty="0"/>
              <a:t>Overcurrent protection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E54667B-17B9-F2B3-73AA-D1475E36347A}"/>
              </a:ext>
            </a:extLst>
          </p:cNvPr>
          <p:cNvSpPr txBox="1"/>
          <p:nvPr/>
        </p:nvSpPr>
        <p:spPr>
          <a:xfrm>
            <a:off x="4046975" y="6442847"/>
            <a:ext cx="614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400" i="1" dirty="0"/>
              <a:t>MAXI Series Blade Fuses – Rated 32V </a:t>
            </a:r>
            <a:r>
              <a:rPr lang="en-CA" sz="1400" i="1" noProof="0" dirty="0"/>
              <a:t>(</a:t>
            </a:r>
            <a:r>
              <a:rPr lang="en-CA" sz="1400" i="1" noProof="0" dirty="0" err="1"/>
              <a:t>Littlefuse</a:t>
            </a:r>
            <a:r>
              <a:rPr lang="en-CA" sz="1400" i="1" noProof="0" dirty="0"/>
              <a:t>)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A57E777-9863-B416-2B36-64954E140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348" y="4668760"/>
            <a:ext cx="4761382" cy="97338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70BEBD97-A38C-B533-5507-60880729E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624" y="5672118"/>
            <a:ext cx="9252888" cy="699608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A695AF0A-1363-5890-E1CB-A432ED72BB9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0000"/>
          <a:stretch>
            <a:fillRect/>
          </a:stretch>
        </p:blipFill>
        <p:spPr>
          <a:xfrm>
            <a:off x="7905831" y="275960"/>
            <a:ext cx="3958187" cy="3791479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418910B5-2B26-DD8D-FBC0-558F09DEF5F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877" t="53216" r="31390" b="33161"/>
          <a:stretch>
            <a:fillRect/>
          </a:stretch>
        </p:blipFill>
        <p:spPr>
          <a:xfrm>
            <a:off x="8721853" y="4138560"/>
            <a:ext cx="2943843" cy="973385"/>
          </a:xfrm>
          <a:prstGeom prst="rect">
            <a:avLst/>
          </a:prstGeom>
        </p:spPr>
      </p:pic>
      <p:grpSp>
        <p:nvGrpSpPr>
          <p:cNvPr id="26" name="Groupe 25">
            <a:extLst>
              <a:ext uri="{FF2B5EF4-FFF2-40B4-BE49-F238E27FC236}">
                <a16:creationId xmlns:a16="http://schemas.microsoft.com/office/drawing/2014/main" id="{B683455D-818C-059C-9F62-FF81293974BA}"/>
              </a:ext>
            </a:extLst>
          </p:cNvPr>
          <p:cNvGrpSpPr/>
          <p:nvPr/>
        </p:nvGrpSpPr>
        <p:grpSpPr>
          <a:xfrm>
            <a:off x="2693232" y="1532520"/>
            <a:ext cx="4083845" cy="3262240"/>
            <a:chOff x="2693232" y="1532520"/>
            <a:chExt cx="4083845" cy="3262240"/>
          </a:xfrm>
        </p:grpSpPr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51C76527-D259-4378-0D2F-327E688F2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093" b="3133"/>
            <a:stretch>
              <a:fillRect/>
            </a:stretch>
          </p:blipFill>
          <p:spPr>
            <a:xfrm>
              <a:off x="2941320" y="1532520"/>
              <a:ext cx="3835757" cy="3065119"/>
            </a:xfrm>
            <a:prstGeom prst="rect">
              <a:avLst/>
            </a:prstGeom>
          </p:spPr>
        </p:pic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DABE122C-1AD2-A12D-FCFD-75FF2FF6D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93232" y="1882578"/>
              <a:ext cx="216000" cy="2440802"/>
            </a:xfrm>
            <a:prstGeom prst="rect">
              <a:avLst/>
            </a:prstGeom>
          </p:spPr>
        </p:pic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CC3E0B24-2D48-5A90-079D-B8F0CEABA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107300" y="4542760"/>
              <a:ext cx="2091065" cy="25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792329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A372E-7B55-7C84-F220-9441594E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6A616A4D-728F-20EF-ED96-988B0532AD88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ous-titre 2">
            <a:extLst>
              <a:ext uri="{FF2B5EF4-FFF2-40B4-BE49-F238E27FC236}">
                <a16:creationId xmlns:a16="http://schemas.microsoft.com/office/drawing/2014/main" id="{1AC15539-F495-ADDC-CEF3-B3E6D4C4FB21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Fuses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4330820-E9AF-FBA9-FADE-0F57E6C25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662" y="418026"/>
            <a:ext cx="1619476" cy="75258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7FBDE935-4967-C75E-3C29-06C7A5B70D5A}"/>
              </a:ext>
            </a:extLst>
          </p:cNvPr>
          <p:cNvSpPr txBox="1"/>
          <p:nvPr/>
        </p:nvSpPr>
        <p:spPr>
          <a:xfrm>
            <a:off x="4046975" y="6442847"/>
            <a:ext cx="614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How to Select the Right Fuse </a:t>
            </a:r>
            <a:r>
              <a:rPr lang="en-CA" sz="1400" i="1" noProof="0" dirty="0"/>
              <a:t>(Vishay) + Fuse Fundamentals (</a:t>
            </a:r>
            <a:r>
              <a:rPr lang="en-CA" sz="1400" i="1" noProof="0" dirty="0" err="1"/>
              <a:t>Littlefuse</a:t>
            </a:r>
            <a:r>
              <a:rPr lang="en-CA" sz="1400" i="1" noProof="0" dirty="0"/>
              <a:t>)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E0C3F66-0F64-C176-552A-C418373D3544}"/>
              </a:ext>
            </a:extLst>
          </p:cNvPr>
          <p:cNvSpPr txBox="1"/>
          <p:nvPr/>
        </p:nvSpPr>
        <p:spPr>
          <a:xfrm>
            <a:off x="2572972" y="1397675"/>
            <a:ext cx="774530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noProof="0" dirty="0"/>
              <a:t>Depending on the reaction time needed, five classes are available on the market (IEC 60127-1 standard):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noProof="0" dirty="0"/>
              <a:t>FF: very quick acting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noProof="0" dirty="0"/>
              <a:t>F: quick acting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noProof="0" dirty="0"/>
              <a:t>M: medium time-lag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noProof="0" dirty="0"/>
              <a:t>T: time-lag / time delay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noProof="0" dirty="0"/>
              <a:t>TT: long time-lag</a:t>
            </a:r>
          </a:p>
        </p:txBody>
      </p:sp>
      <p:graphicFrame>
        <p:nvGraphicFramePr>
          <p:cNvPr id="24" name="Tableau 23">
            <a:extLst>
              <a:ext uri="{FF2B5EF4-FFF2-40B4-BE49-F238E27FC236}">
                <a16:creationId xmlns:a16="http://schemas.microsoft.com/office/drawing/2014/main" id="{DF116410-63C1-9191-420C-EDC6659D5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928596"/>
              </p:ext>
            </p:extLst>
          </p:nvPr>
        </p:nvGraphicFramePr>
        <p:xfrm>
          <a:off x="3056375" y="3944129"/>
          <a:ext cx="812800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7845055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97801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noProof="0" dirty="0">
                          <a:solidFill>
                            <a:schemeClr val="tx1"/>
                          </a:solidFill>
                        </a:rPr>
                        <a:t>Fast acting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noProof="0" dirty="0">
                          <a:solidFill>
                            <a:schemeClr val="tx1"/>
                          </a:solidFill>
                        </a:rPr>
                        <a:t>Time lag / time delay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815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noProof="0" dirty="0">
                          <a:solidFill>
                            <a:schemeClr val="tx1"/>
                          </a:solidFill>
                        </a:rPr>
                        <a:t>No intentional time-delay feature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noProof="0" dirty="0">
                          <a:solidFill>
                            <a:schemeClr val="tx1"/>
                          </a:solidFill>
                        </a:rPr>
                        <a:t>Fast acting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noProof="0" dirty="0">
                          <a:solidFill>
                            <a:schemeClr val="tx1"/>
                          </a:solidFill>
                        </a:rPr>
                        <a:t>Hundreds of milliseconds acting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noProof="0" dirty="0">
                          <a:solidFill>
                            <a:schemeClr val="tx1"/>
                          </a:solidFill>
                        </a:rPr>
                        <a:t>Non inductive loads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noProof="0" dirty="0">
                          <a:solidFill>
                            <a:schemeClr val="tx1"/>
                          </a:solidFill>
                        </a:rPr>
                        <a:t>Few seconds delay (motor start …)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noProof="0" dirty="0">
                          <a:solidFill>
                            <a:schemeClr val="tx1"/>
                          </a:solidFill>
                        </a:rPr>
                        <a:t>Motor and general protection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224364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F56B0515-0BE6-0863-CDA4-FB77B3C040BB}"/>
              </a:ext>
            </a:extLst>
          </p:cNvPr>
          <p:cNvSpPr txBox="1"/>
          <p:nvPr/>
        </p:nvSpPr>
        <p:spPr>
          <a:xfrm>
            <a:off x="0" y="0"/>
            <a:ext cx="2479964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Protections</a:t>
            </a:r>
          </a:p>
          <a:p>
            <a:r>
              <a:rPr lang="en-US" b="1" dirty="0">
                <a:solidFill>
                  <a:srgbClr val="FF0000"/>
                </a:solidFill>
              </a:rPr>
              <a:t>Fuses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Thermistors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ESD protection</a:t>
            </a:r>
          </a:p>
        </p:txBody>
      </p:sp>
    </p:spTree>
    <p:extLst>
      <p:ext uri="{BB962C8B-B14F-4D97-AF65-F5344CB8AC3E}">
        <p14:creationId xmlns:p14="http://schemas.microsoft.com/office/powerpoint/2010/main" val="11475462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092F4-8CAF-23B4-5AC5-27A8D226C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CCBED85-E7F9-8349-4C37-A8B2F6DEE354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B21C3DB-B8EE-FDE8-4430-C2BD9F509872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55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B5D67A-0197-FCF5-2488-23DBBF29E6C3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A49DC8BF-DC79-751D-B84C-BC84B454169B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NTC thermistors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B265CBF-9EB5-5EA8-1433-6A46AEDECCEE}"/>
              </a:ext>
            </a:extLst>
          </p:cNvPr>
          <p:cNvSpPr txBox="1"/>
          <p:nvPr/>
        </p:nvSpPr>
        <p:spPr>
          <a:xfrm>
            <a:off x="2307075" y="6118969"/>
            <a:ext cx="75457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400" i="1" noProof="0" dirty="0"/>
              <a:t>Technical Note ELX1247 (Eaton</a:t>
            </a:r>
            <a:r>
              <a:rPr lang="en-CA" sz="1400" i="1" dirty="0"/>
              <a:t>) + NTC Inrush Current Limiters Application notes (TDK)</a:t>
            </a:r>
            <a:endParaRPr lang="en-CA" sz="1400" i="1" noProof="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30AB1B1-F9DB-B33C-CFD5-6ED10A039699}"/>
              </a:ext>
            </a:extLst>
          </p:cNvPr>
          <p:cNvSpPr txBox="1"/>
          <p:nvPr/>
        </p:nvSpPr>
        <p:spPr>
          <a:xfrm>
            <a:off x="2445625" y="1338318"/>
            <a:ext cx="3202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noProof="0" dirty="0"/>
              <a:t>NTC : Negative Temperature Coefficient</a:t>
            </a:r>
          </a:p>
          <a:p>
            <a:endParaRPr lang="en-CA" dirty="0"/>
          </a:p>
          <a:p>
            <a:r>
              <a:rPr lang="en-US" dirty="0"/>
              <a:t>Commonly referred to as Inrush Current Limiters (ICLs)</a:t>
            </a:r>
            <a:endParaRPr lang="en-CA" noProof="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B0F3231-FC70-4140-5D7E-11F8CA2DD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281" y="90391"/>
            <a:ext cx="1472719" cy="116690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C878FCB-72C5-D8E0-0FE7-88BF753C8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964" y="3062014"/>
            <a:ext cx="5985445" cy="283234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C9BF9529-C783-57BF-52FB-E66E67529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363" y="1050962"/>
            <a:ext cx="3486637" cy="5068007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C0944C28-770F-950F-5E32-68C97DF384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8326" y="1176278"/>
            <a:ext cx="3057038" cy="208498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3691916-AEF3-D576-3675-8CB35FFFA81E}"/>
              </a:ext>
            </a:extLst>
          </p:cNvPr>
          <p:cNvSpPr txBox="1"/>
          <p:nvPr/>
        </p:nvSpPr>
        <p:spPr>
          <a:xfrm>
            <a:off x="0" y="0"/>
            <a:ext cx="2479964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Protections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Fuses</a:t>
            </a:r>
          </a:p>
          <a:p>
            <a:r>
              <a:rPr lang="en-US" b="1" dirty="0">
                <a:solidFill>
                  <a:srgbClr val="FF0000"/>
                </a:solidFill>
              </a:rPr>
              <a:t>Thermistors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ESD protection</a:t>
            </a:r>
          </a:p>
        </p:txBody>
      </p:sp>
    </p:spTree>
    <p:extLst>
      <p:ext uri="{BB962C8B-B14F-4D97-AF65-F5344CB8AC3E}">
        <p14:creationId xmlns:p14="http://schemas.microsoft.com/office/powerpoint/2010/main" val="41113545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C2390-5302-5FCC-C15D-52A3E3ADD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C34CB4E4-E435-608F-07FD-466D907BCEE5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4E3DE05-FF33-654F-7F3F-8B9FB5CDCCAD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56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18467E-F711-6454-2A36-F3963AE56A15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C8310AAD-8E5D-2D5C-E287-FC848B0F745B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PTC thermistors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F9F5418-363C-F875-8511-E9C6A08F9979}"/>
              </a:ext>
            </a:extLst>
          </p:cNvPr>
          <p:cNvSpPr txBox="1"/>
          <p:nvPr/>
        </p:nvSpPr>
        <p:spPr>
          <a:xfrm>
            <a:off x="2307075" y="6195053"/>
            <a:ext cx="79989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400" i="1" dirty="0"/>
              <a:t>PTC Thermistors Application notes (TDK)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EF674B9-FF6E-37BE-6848-4BFDF4B6A534}"/>
              </a:ext>
            </a:extLst>
          </p:cNvPr>
          <p:cNvSpPr txBox="1"/>
          <p:nvPr/>
        </p:nvSpPr>
        <p:spPr>
          <a:xfrm>
            <a:off x="2445625" y="1338318"/>
            <a:ext cx="32027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noProof="0" dirty="0"/>
              <a:t>PTC : Positive Temperature Coefficient</a:t>
            </a:r>
          </a:p>
          <a:p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Overcurrent protection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Temperature sensing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noProof="0" dirty="0"/>
              <a:t>High voltage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848AE12-AB44-565B-8F4E-252B4EAF2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281" y="90391"/>
            <a:ext cx="1472719" cy="1166909"/>
          </a:xfrm>
          <a:prstGeom prst="rect">
            <a:avLst/>
          </a:prstGeom>
        </p:spPr>
      </p:pic>
      <p:grpSp>
        <p:nvGrpSpPr>
          <p:cNvPr id="13" name="Groupe 12">
            <a:extLst>
              <a:ext uri="{FF2B5EF4-FFF2-40B4-BE49-F238E27FC236}">
                <a16:creationId xmlns:a16="http://schemas.microsoft.com/office/drawing/2014/main" id="{A45779E7-067B-594A-1F77-68B7047C2A72}"/>
              </a:ext>
            </a:extLst>
          </p:cNvPr>
          <p:cNvGrpSpPr/>
          <p:nvPr/>
        </p:nvGrpSpPr>
        <p:grpSpPr>
          <a:xfrm>
            <a:off x="3185569" y="3736364"/>
            <a:ext cx="7545927" cy="2254641"/>
            <a:chOff x="2852409" y="4014050"/>
            <a:chExt cx="4653633" cy="1208654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532DA0ED-9322-2EAF-03A4-01860417D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724" r="69724"/>
            <a:stretch>
              <a:fillRect/>
            </a:stretch>
          </p:blipFill>
          <p:spPr>
            <a:xfrm>
              <a:off x="2852409" y="4014050"/>
              <a:ext cx="1681491" cy="1208654"/>
            </a:xfrm>
            <a:prstGeom prst="rect">
              <a:avLst/>
            </a:prstGeom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D294962C-0830-5464-8671-6829F7370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8645" t="6911" b="30715"/>
            <a:stretch>
              <a:fillRect/>
            </a:stretch>
          </p:blipFill>
          <p:spPr>
            <a:xfrm>
              <a:off x="4653887" y="4249049"/>
              <a:ext cx="2852155" cy="825923"/>
            </a:xfrm>
            <a:prstGeom prst="rect">
              <a:avLst/>
            </a:prstGeom>
          </p:spPr>
        </p:pic>
      </p:grpSp>
      <p:pic>
        <p:nvPicPr>
          <p:cNvPr id="16" name="Image 15">
            <a:extLst>
              <a:ext uri="{FF2B5EF4-FFF2-40B4-BE49-F238E27FC236}">
                <a16:creationId xmlns:a16="http://schemas.microsoft.com/office/drawing/2014/main" id="{AD67B29B-EA83-5B32-48A1-3131E8BA4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873" y="396333"/>
            <a:ext cx="5536103" cy="345592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C4589E4-934E-D134-074F-838546B8DA38}"/>
              </a:ext>
            </a:extLst>
          </p:cNvPr>
          <p:cNvSpPr txBox="1"/>
          <p:nvPr/>
        </p:nvSpPr>
        <p:spPr>
          <a:xfrm>
            <a:off x="0" y="0"/>
            <a:ext cx="2479964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Protections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Fuses</a:t>
            </a:r>
          </a:p>
          <a:p>
            <a:r>
              <a:rPr lang="en-US" b="1" dirty="0">
                <a:solidFill>
                  <a:srgbClr val="FF0000"/>
                </a:solidFill>
              </a:rPr>
              <a:t>Thermistors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ESD protection</a:t>
            </a:r>
          </a:p>
        </p:txBody>
      </p:sp>
    </p:spTree>
    <p:extLst>
      <p:ext uri="{BB962C8B-B14F-4D97-AF65-F5344CB8AC3E}">
        <p14:creationId xmlns:p14="http://schemas.microsoft.com/office/powerpoint/2010/main" val="27144796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71835-3AF6-39E5-2B84-5499707D6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4152A60-FAC1-739B-59A4-5D421DA57A55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EFEF506-4580-AFCE-5384-EC0056D386F0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57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BCD78-5342-FB87-4B52-8B9E53DDB90F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41C410DD-AC2E-AFA3-E3AD-7C29D6B091AC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PPTC thermistors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9C4ABFC-0B0E-BD25-0399-D8EC0F0D802B}"/>
              </a:ext>
            </a:extLst>
          </p:cNvPr>
          <p:cNvSpPr txBox="1"/>
          <p:nvPr/>
        </p:nvSpPr>
        <p:spPr>
          <a:xfrm>
            <a:off x="1622220" y="6249998"/>
            <a:ext cx="95853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400" i="1" dirty="0"/>
              <a:t>Application notes K1467 (Bourns) + </a:t>
            </a:r>
            <a:r>
              <a:rPr lang="en-US" sz="1400" i="1" dirty="0"/>
              <a:t>POLY-FUSE® and </a:t>
            </a:r>
            <a:r>
              <a:rPr lang="en-US" sz="1400" i="1" dirty="0" err="1"/>
              <a:t>PolySwitch</a:t>
            </a:r>
            <a:r>
              <a:rPr lang="en-US" sz="1400" i="1" dirty="0"/>
              <a:t>® SMD PPTC Application (</a:t>
            </a:r>
            <a:r>
              <a:rPr lang="en-US" sz="1400" i="1" dirty="0" err="1"/>
              <a:t>Littlefuse</a:t>
            </a:r>
            <a:r>
              <a:rPr lang="en-US" sz="1400" i="1" dirty="0"/>
              <a:t>)</a:t>
            </a:r>
          </a:p>
          <a:p>
            <a:pPr algn="ctr"/>
            <a:r>
              <a:rPr lang="en-US" sz="1400" i="1" noProof="0" dirty="0"/>
              <a:t>+ </a:t>
            </a:r>
            <a:r>
              <a:rPr lang="en-US" sz="1400" i="1" dirty="0"/>
              <a:t>Applications of PPTC in Circuit Protections (Yageo)</a:t>
            </a:r>
            <a:endParaRPr lang="en-CA" sz="1400" i="1" noProof="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C545AF4-D7D6-E30F-A49A-2DB3803C6F1B}"/>
              </a:ext>
            </a:extLst>
          </p:cNvPr>
          <p:cNvSpPr txBox="1"/>
          <p:nvPr/>
        </p:nvSpPr>
        <p:spPr>
          <a:xfrm>
            <a:off x="2445625" y="1338318"/>
            <a:ext cx="3202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noProof="0" dirty="0"/>
              <a:t>PPTC : Polymeric Positive Temperature Coefficient</a:t>
            </a:r>
          </a:p>
          <a:p>
            <a:endParaRPr lang="en-CA" dirty="0"/>
          </a:p>
          <a:p>
            <a:r>
              <a:rPr lang="en-CA" dirty="0"/>
              <a:t>Also known as </a:t>
            </a:r>
            <a:r>
              <a:rPr lang="en-CA" b="1" u="sng" dirty="0"/>
              <a:t>polyfuse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19E72F43-363B-B982-1E67-E4B9E4E83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281" y="90391"/>
            <a:ext cx="1472719" cy="116690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175F017-46D1-5EE4-6C2B-094179293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829" y="431254"/>
            <a:ext cx="4953691" cy="2800741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5044C52-9B55-1B99-6AB3-A7F3B9962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597" y="1501522"/>
            <a:ext cx="1381318" cy="1095528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7D36F6C-B1EB-A62A-D4C4-3DCC3F0FA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9563" y="3775699"/>
            <a:ext cx="5017957" cy="1074305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1A0A726F-050B-990E-3A09-2919C3B3223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227" r="6372" b="13042"/>
          <a:stretch>
            <a:fillRect/>
          </a:stretch>
        </p:blipFill>
        <p:spPr>
          <a:xfrm>
            <a:off x="2517052" y="3429000"/>
            <a:ext cx="4052928" cy="245692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557B46F-9FCB-6D60-194C-4D2670CA540F}"/>
              </a:ext>
            </a:extLst>
          </p:cNvPr>
          <p:cNvSpPr txBox="1"/>
          <p:nvPr/>
        </p:nvSpPr>
        <p:spPr>
          <a:xfrm>
            <a:off x="0" y="0"/>
            <a:ext cx="2479964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Protections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Fuses</a:t>
            </a:r>
          </a:p>
          <a:p>
            <a:r>
              <a:rPr lang="en-US" b="1" dirty="0">
                <a:solidFill>
                  <a:srgbClr val="FF0000"/>
                </a:solidFill>
              </a:rPr>
              <a:t>Thermistors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ESD protection</a:t>
            </a:r>
          </a:p>
        </p:txBody>
      </p:sp>
    </p:spTree>
    <p:extLst>
      <p:ext uri="{BB962C8B-B14F-4D97-AF65-F5344CB8AC3E}">
        <p14:creationId xmlns:p14="http://schemas.microsoft.com/office/powerpoint/2010/main" val="34647875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04D7A-CB49-010E-5055-4319B10CB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FEFEBE-386B-A284-A932-1AD557353C5B}"/>
              </a:ext>
            </a:extLst>
          </p:cNvPr>
          <p:cNvSpPr/>
          <p:nvPr/>
        </p:nvSpPr>
        <p:spPr>
          <a:xfrm>
            <a:off x="8951592" y="6469914"/>
            <a:ext cx="294087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defTabSz="457200">
              <a:defRPr/>
            </a:pPr>
            <a:r>
              <a:rPr lang="it-IT" sz="900" dirty="0">
                <a:solidFill>
                  <a:srgbClr val="777877"/>
                </a:solidFill>
                <a:latin typeface="Myriad Pro"/>
                <a:cs typeface="Myriad Pro"/>
              </a:rPr>
              <a:t>Alexis MARTIN	</a:t>
            </a:r>
            <a:fld id="{0BAFF5FF-01D0-40AA-810D-4330AE8CA6B4}" type="slidenum">
              <a:rPr lang="it-IT" sz="900">
                <a:solidFill>
                  <a:srgbClr val="777877"/>
                </a:solidFill>
                <a:latin typeface="Myriad Pro"/>
                <a:cs typeface="Myriad Pro"/>
              </a:rPr>
              <a:pPr lvl="0" algn="r" defTabSz="457200">
                <a:defRPr/>
              </a:pPr>
              <a:t>58</a:t>
            </a:fld>
            <a:endParaRPr lang="it-IT" sz="900" dirty="0">
              <a:solidFill>
                <a:srgbClr val="777877"/>
              </a:solidFill>
              <a:latin typeface="Myriad Pro"/>
              <a:cs typeface="Myriad Pr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FB07AA-C72D-EECB-E336-BC2716805E91}"/>
              </a:ext>
            </a:extLst>
          </p:cNvPr>
          <p:cNvSpPr/>
          <p:nvPr/>
        </p:nvSpPr>
        <p:spPr>
          <a:xfrm flipV="1">
            <a:off x="10195282" y="6403887"/>
            <a:ext cx="1620110" cy="45719"/>
          </a:xfrm>
          <a:prstGeom prst="rect">
            <a:avLst/>
          </a:prstGeom>
          <a:solidFill>
            <a:srgbClr val="777877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F257E437-7CA9-F412-3F86-610466D24EB7}"/>
              </a:ext>
            </a:extLst>
          </p:cNvPr>
          <p:cNvSpPr txBox="1">
            <a:spLocks/>
          </p:cNvSpPr>
          <p:nvPr/>
        </p:nvSpPr>
        <p:spPr>
          <a:xfrm>
            <a:off x="2445625" y="620209"/>
            <a:ext cx="5229793" cy="474343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2000" dirty="0">
                <a:solidFill>
                  <a:srgbClr val="9E003B"/>
                </a:solidFill>
                <a:latin typeface="Myriad Pro"/>
                <a:cs typeface="Myriad Pro"/>
              </a:rPr>
              <a:t>ESD protection</a:t>
            </a:r>
            <a:endParaRPr kumimoji="0" lang="en-US" sz="2000" b="0" i="0" u="none" strike="noStrike" kern="1200" cap="none" spc="0" normalizeH="0" baseline="0" dirty="0">
              <a:ln>
                <a:noFill/>
              </a:ln>
              <a:solidFill>
                <a:srgbClr val="9E003B"/>
              </a:solidFill>
              <a:effectLst/>
              <a:uLnTx/>
              <a:uFillTx/>
              <a:latin typeface="Myriad Pro"/>
              <a:cs typeface="Myriad Pro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DFCC0AA-CAC1-BCFB-578B-DA450B97879A}"/>
              </a:ext>
            </a:extLst>
          </p:cNvPr>
          <p:cNvCxnSpPr/>
          <p:nvPr/>
        </p:nvCxnSpPr>
        <p:spPr>
          <a:xfrm>
            <a:off x="2307075" y="0"/>
            <a:ext cx="0" cy="685800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451FF27A-2F11-D4A7-E596-C76FE96FDA95}"/>
              </a:ext>
            </a:extLst>
          </p:cNvPr>
          <p:cNvSpPr txBox="1"/>
          <p:nvPr/>
        </p:nvSpPr>
        <p:spPr>
          <a:xfrm>
            <a:off x="5757945" y="6249998"/>
            <a:ext cx="2479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i="1" dirty="0"/>
              <a:t>ANP143 (Würth </a:t>
            </a:r>
            <a:r>
              <a:rPr lang="fr-FR" sz="1400" i="1" dirty="0" err="1"/>
              <a:t>Elektronik</a:t>
            </a:r>
            <a:r>
              <a:rPr lang="fr-FR" sz="1400" i="1" dirty="0"/>
              <a:t>)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41CA38A-C3AE-E48B-60CC-7F23D0ED8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523" y="1094552"/>
            <a:ext cx="8920602" cy="4575014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DA83BD0-A9C9-5233-1515-47DC867EDA8E}"/>
              </a:ext>
            </a:extLst>
          </p:cNvPr>
          <p:cNvSpPr txBox="1"/>
          <p:nvPr/>
        </p:nvSpPr>
        <p:spPr>
          <a:xfrm>
            <a:off x="0" y="0"/>
            <a:ext cx="2479964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Passive components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chemeClr val="bg2">
                    <a:lumMod val="75000"/>
                  </a:schemeClr>
                </a:solidFill>
              </a:rPr>
              <a:t>Active components</a:t>
            </a: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endParaRPr lang="en-US" sz="2400" b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Protections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Fuses</a:t>
            </a:r>
          </a:p>
          <a:p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Thermistors</a:t>
            </a:r>
          </a:p>
          <a:p>
            <a:r>
              <a:rPr lang="en-US" b="1" dirty="0">
                <a:solidFill>
                  <a:srgbClr val="FF0000"/>
                </a:solidFill>
              </a:rPr>
              <a:t>ESD protection</a:t>
            </a:r>
          </a:p>
        </p:txBody>
      </p:sp>
    </p:spTree>
    <p:extLst>
      <p:ext uri="{BB962C8B-B14F-4D97-AF65-F5344CB8AC3E}">
        <p14:creationId xmlns:p14="http://schemas.microsoft.com/office/powerpoint/2010/main" val="2996675936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16584</TotalTime>
  <Words>2180</Words>
  <Application>Microsoft Office PowerPoint</Application>
  <PresentationFormat>Grand écran</PresentationFormat>
  <Paragraphs>1074</Paragraphs>
  <Slides>58</Slides>
  <Notes>8</Notes>
  <HiddenSlides>0</HiddenSlides>
  <MMClips>0</MMClips>
  <ScaleCrop>false</ScaleCrop>
  <HeadingPairs>
    <vt:vector size="8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3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58</vt:i4>
      </vt:variant>
    </vt:vector>
  </HeadingPairs>
  <TitlesOfParts>
    <vt:vector size="72" baseType="lpstr">
      <vt:lpstr>Arial</vt:lpstr>
      <vt:lpstr>Calibri</vt:lpstr>
      <vt:lpstr>Cambria Math</vt:lpstr>
      <vt:lpstr>Myriad Pro</vt:lpstr>
      <vt:lpstr>Symbol</vt:lpstr>
      <vt:lpstr>Times</vt:lpstr>
      <vt:lpstr>Times New Roman</vt:lpstr>
      <vt:lpstr>Titillium Web</vt:lpstr>
      <vt:lpstr>Wingdings</vt:lpstr>
      <vt:lpstr>1_Thème Office</vt:lpstr>
      <vt:lpstr>Thème Office</vt:lpstr>
      <vt:lpstr>2_Thème Office</vt:lpstr>
      <vt:lpstr>Image</vt:lpstr>
      <vt:lpstr>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ENERGEN ENERGEN</dc:creator>
  <cp:lastModifiedBy>Alexis MARTIN</cp:lastModifiedBy>
  <cp:revision>165</cp:revision>
  <dcterms:created xsi:type="dcterms:W3CDTF">2021-03-25T13:34:06Z</dcterms:created>
  <dcterms:modified xsi:type="dcterms:W3CDTF">2026-06-25T13:45:33Z</dcterms:modified>
</cp:coreProperties>
</file>