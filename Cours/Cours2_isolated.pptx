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  <p:sldMasterId id="2147483664" r:id="rId3"/>
  </p:sldMasterIdLst>
  <p:notesMasterIdLst>
    <p:notesMasterId r:id="rId65"/>
  </p:notesMasterIdLst>
  <p:sldIdLst>
    <p:sldId id="257" r:id="rId4"/>
    <p:sldId id="256" r:id="rId5"/>
    <p:sldId id="258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307" r:id="rId14"/>
    <p:sldId id="330" r:id="rId15"/>
    <p:sldId id="270" r:id="rId16"/>
    <p:sldId id="271" r:id="rId17"/>
    <p:sldId id="321" r:id="rId18"/>
    <p:sldId id="272" r:id="rId19"/>
    <p:sldId id="273" r:id="rId20"/>
    <p:sldId id="274" r:id="rId21"/>
    <p:sldId id="275" r:id="rId22"/>
    <p:sldId id="276" r:id="rId23"/>
    <p:sldId id="309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308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22" r:id="rId53"/>
    <p:sldId id="304" r:id="rId54"/>
    <p:sldId id="326" r:id="rId55"/>
    <p:sldId id="327" r:id="rId56"/>
    <p:sldId id="328" r:id="rId57"/>
    <p:sldId id="305" r:id="rId58"/>
    <p:sldId id="311" r:id="rId59"/>
    <p:sldId id="314" r:id="rId60"/>
    <p:sldId id="325" r:id="rId61"/>
    <p:sldId id="323" r:id="rId62"/>
    <p:sldId id="324" r:id="rId63"/>
    <p:sldId id="329" r:id="rId6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74" autoAdjust="0"/>
    <p:restoredTop sz="89781" autoAdjust="0"/>
  </p:normalViewPr>
  <p:slideViewPr>
    <p:cSldViewPr snapToGrid="0">
      <p:cViewPr varScale="1">
        <p:scale>
          <a:sx n="65" d="100"/>
          <a:sy n="65" d="100"/>
        </p:scale>
        <p:origin x="1038" y="60"/>
      </p:cViewPr>
      <p:guideLst/>
    </p:cSldViewPr>
  </p:slideViewPr>
  <p:outlineViewPr>
    <p:cViewPr>
      <p:scale>
        <a:sx n="33" d="100"/>
        <a:sy n="33" d="100"/>
      </p:scale>
      <p:origin x="0" y="-286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7.wmf"/></Relationships>
</file>

<file path=ppt/drawings/_rels/vmlDrawing2.vml.rels><?xml version="1.0" encoding="UTF-8" standalone="yes"?>
<Relationships xmlns="http://schemas.openxmlformats.org/package/2006/relationships"><Relationship Id="rId2" Type="http://schemas.openxmlformats.org/officeDocument/2006/relationships/image" Target="../media/image20.wmf"/><Relationship Id="rId1" Type="http://schemas.openxmlformats.org/officeDocument/2006/relationships/image" Target="../media/image19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2" Type="http://schemas.openxmlformats.org/officeDocument/2006/relationships/image" Target="../media/image22.wmf"/><Relationship Id="rId1" Type="http://schemas.openxmlformats.org/officeDocument/2006/relationships/image" Target="../media/image21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3" Type="http://schemas.openxmlformats.org/officeDocument/2006/relationships/image" Target="../media/image27.wmf"/><Relationship Id="rId7" Type="http://schemas.openxmlformats.org/officeDocument/2006/relationships/image" Target="../media/image31.wmf"/><Relationship Id="rId2" Type="http://schemas.openxmlformats.org/officeDocument/2006/relationships/image" Target="../media/image26.wmf"/><Relationship Id="rId1" Type="http://schemas.openxmlformats.org/officeDocument/2006/relationships/image" Target="../media/image25.wmf"/><Relationship Id="rId6" Type="http://schemas.openxmlformats.org/officeDocument/2006/relationships/image" Target="../media/image30.wmf"/><Relationship Id="rId11" Type="http://schemas.openxmlformats.org/officeDocument/2006/relationships/image" Target="../media/image35.wmf"/><Relationship Id="rId5" Type="http://schemas.openxmlformats.org/officeDocument/2006/relationships/image" Target="../media/image29.wmf"/><Relationship Id="rId10" Type="http://schemas.openxmlformats.org/officeDocument/2006/relationships/image" Target="../media/image34.wmf"/><Relationship Id="rId4" Type="http://schemas.openxmlformats.org/officeDocument/2006/relationships/image" Target="../media/image28.wmf"/><Relationship Id="rId9" Type="http://schemas.openxmlformats.org/officeDocument/2006/relationships/image" Target="../media/image33.wmf"/></Relationships>
</file>

<file path=ppt/drawings/_rels/vmlDrawing6.v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mf"/><Relationship Id="rId2" Type="http://schemas.openxmlformats.org/officeDocument/2006/relationships/image" Target="../media/image37.wmf"/><Relationship Id="rId1" Type="http://schemas.openxmlformats.org/officeDocument/2006/relationships/image" Target="../media/image36.wmf"/><Relationship Id="rId6" Type="http://schemas.openxmlformats.org/officeDocument/2006/relationships/image" Target="../media/image40.wmf"/><Relationship Id="rId5" Type="http://schemas.openxmlformats.org/officeDocument/2006/relationships/image" Target="../media/image39.wmf"/><Relationship Id="rId4" Type="http://schemas.openxmlformats.org/officeDocument/2006/relationships/image" Target="../media/image38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45.wmf"/><Relationship Id="rId2" Type="http://schemas.openxmlformats.org/officeDocument/2006/relationships/image" Target="../media/image44.wmf"/><Relationship Id="rId1" Type="http://schemas.openxmlformats.org/officeDocument/2006/relationships/image" Target="../media/image43.wmf"/><Relationship Id="rId5" Type="http://schemas.openxmlformats.org/officeDocument/2006/relationships/image" Target="../media/image47.wmf"/><Relationship Id="rId4" Type="http://schemas.openxmlformats.org/officeDocument/2006/relationships/image" Target="../media/image46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55.wmf"/><Relationship Id="rId3" Type="http://schemas.openxmlformats.org/officeDocument/2006/relationships/image" Target="../media/image50.wmf"/><Relationship Id="rId7" Type="http://schemas.openxmlformats.org/officeDocument/2006/relationships/image" Target="../media/image54.wmf"/><Relationship Id="rId2" Type="http://schemas.openxmlformats.org/officeDocument/2006/relationships/image" Target="../media/image49.wmf"/><Relationship Id="rId1" Type="http://schemas.openxmlformats.org/officeDocument/2006/relationships/image" Target="../media/image48.wmf"/><Relationship Id="rId6" Type="http://schemas.openxmlformats.org/officeDocument/2006/relationships/image" Target="../media/image53.wmf"/><Relationship Id="rId5" Type="http://schemas.openxmlformats.org/officeDocument/2006/relationships/image" Target="../media/image52.wmf"/><Relationship Id="rId4" Type="http://schemas.openxmlformats.org/officeDocument/2006/relationships/image" Target="../media/image51.wmf"/></Relationships>
</file>

<file path=ppt/drawings/_rels/vmlDrawing9.vml.rels><?xml version="1.0" encoding="UTF-8" standalone="yes"?>
<Relationships xmlns="http://schemas.openxmlformats.org/package/2006/relationships"><Relationship Id="rId3" Type="http://schemas.openxmlformats.org/officeDocument/2006/relationships/image" Target="../media/image58.wmf"/><Relationship Id="rId7" Type="http://schemas.openxmlformats.org/officeDocument/2006/relationships/image" Target="../media/image60.wmf"/><Relationship Id="rId2" Type="http://schemas.openxmlformats.org/officeDocument/2006/relationships/image" Target="../media/image57.wmf"/><Relationship Id="rId1" Type="http://schemas.openxmlformats.org/officeDocument/2006/relationships/image" Target="../media/image56.wmf"/><Relationship Id="rId6" Type="http://schemas.openxmlformats.org/officeDocument/2006/relationships/image" Target="../media/image52.wmf"/><Relationship Id="rId5" Type="http://schemas.openxmlformats.org/officeDocument/2006/relationships/image" Target="../media/image51.wmf"/><Relationship Id="rId4" Type="http://schemas.openxmlformats.org/officeDocument/2006/relationships/image" Target="../media/image59.wmf"/></Relationships>
</file>

<file path=ppt/drawings/_rels/vmlDrawing10.vml.rels><?xml version="1.0" encoding="UTF-8" standalone="yes"?>
<Relationships xmlns="http://schemas.openxmlformats.org/package/2006/relationships"><Relationship Id="rId3" Type="http://schemas.openxmlformats.org/officeDocument/2006/relationships/image" Target="../media/image63.wmf"/><Relationship Id="rId2" Type="http://schemas.openxmlformats.org/officeDocument/2006/relationships/image" Target="../media/image62.wmf"/><Relationship Id="rId1" Type="http://schemas.openxmlformats.org/officeDocument/2006/relationships/image" Target="../media/image61.wmf"/><Relationship Id="rId5" Type="http://schemas.openxmlformats.org/officeDocument/2006/relationships/image" Target="../media/image65.wmf"/><Relationship Id="rId4" Type="http://schemas.openxmlformats.org/officeDocument/2006/relationships/image" Target="../media/image64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77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80.wmf"/><Relationship Id="rId2" Type="http://schemas.openxmlformats.org/officeDocument/2006/relationships/image" Target="../media/image79.wmf"/><Relationship Id="rId1" Type="http://schemas.openxmlformats.org/officeDocument/2006/relationships/image" Target="../media/image78.wmf"/><Relationship Id="rId6" Type="http://schemas.openxmlformats.org/officeDocument/2006/relationships/image" Target="../media/image83.wmf"/><Relationship Id="rId5" Type="http://schemas.openxmlformats.org/officeDocument/2006/relationships/image" Target="../media/image82.wmf"/><Relationship Id="rId4" Type="http://schemas.openxmlformats.org/officeDocument/2006/relationships/image" Target="../media/image81.wmf"/></Relationships>
</file>

<file path=ppt/drawings/_rels/vmlDrawing13.vml.rels><?xml version="1.0" encoding="UTF-8" standalone="yes"?>
<Relationships xmlns="http://schemas.openxmlformats.org/package/2006/relationships"><Relationship Id="rId3" Type="http://schemas.openxmlformats.org/officeDocument/2006/relationships/image" Target="../media/image86.wmf"/><Relationship Id="rId2" Type="http://schemas.openxmlformats.org/officeDocument/2006/relationships/image" Target="../media/image85.wmf"/><Relationship Id="rId1" Type="http://schemas.openxmlformats.org/officeDocument/2006/relationships/image" Target="../media/image84.wmf"/><Relationship Id="rId4" Type="http://schemas.openxmlformats.org/officeDocument/2006/relationships/image" Target="../media/image87.wmf"/></Relationships>
</file>

<file path=ppt/drawings/_rels/vmlDrawing14.vml.rels><?xml version="1.0" encoding="UTF-8" standalone="yes"?>
<Relationships xmlns="http://schemas.openxmlformats.org/package/2006/relationships"><Relationship Id="rId8" Type="http://schemas.openxmlformats.org/officeDocument/2006/relationships/image" Target="../media/image95.wmf"/><Relationship Id="rId13" Type="http://schemas.openxmlformats.org/officeDocument/2006/relationships/image" Target="../media/image100.wmf"/><Relationship Id="rId3" Type="http://schemas.openxmlformats.org/officeDocument/2006/relationships/image" Target="../media/image90.wmf"/><Relationship Id="rId7" Type="http://schemas.openxmlformats.org/officeDocument/2006/relationships/image" Target="../media/image94.wmf"/><Relationship Id="rId12" Type="http://schemas.openxmlformats.org/officeDocument/2006/relationships/image" Target="../media/image99.wmf"/><Relationship Id="rId2" Type="http://schemas.openxmlformats.org/officeDocument/2006/relationships/image" Target="../media/image89.wmf"/><Relationship Id="rId1" Type="http://schemas.openxmlformats.org/officeDocument/2006/relationships/image" Target="../media/image88.wmf"/><Relationship Id="rId6" Type="http://schemas.openxmlformats.org/officeDocument/2006/relationships/image" Target="../media/image93.wmf"/><Relationship Id="rId11" Type="http://schemas.openxmlformats.org/officeDocument/2006/relationships/image" Target="../media/image98.wmf"/><Relationship Id="rId5" Type="http://schemas.openxmlformats.org/officeDocument/2006/relationships/image" Target="../media/image92.wmf"/><Relationship Id="rId10" Type="http://schemas.openxmlformats.org/officeDocument/2006/relationships/image" Target="../media/image97.wmf"/><Relationship Id="rId4" Type="http://schemas.openxmlformats.org/officeDocument/2006/relationships/image" Target="../media/image91.wmf"/><Relationship Id="rId9" Type="http://schemas.openxmlformats.org/officeDocument/2006/relationships/image" Target="../media/image96.wmf"/></Relationships>
</file>

<file path=ppt/drawings/_rels/vmlDrawing1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wmf"/><Relationship Id="rId2" Type="http://schemas.openxmlformats.org/officeDocument/2006/relationships/image" Target="../media/image106.wmf"/><Relationship Id="rId1" Type="http://schemas.openxmlformats.org/officeDocument/2006/relationships/image" Target="../media/image105.wmf"/><Relationship Id="rId4" Type="http://schemas.openxmlformats.org/officeDocument/2006/relationships/image" Target="../media/image108.w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9.wmf"/></Relationships>
</file>

<file path=ppt/drawings/_rels/vmlDrawing17.vml.rels><?xml version="1.0" encoding="UTF-8" standalone="yes"?>
<Relationships xmlns="http://schemas.openxmlformats.org/package/2006/relationships"><Relationship Id="rId8" Type="http://schemas.openxmlformats.org/officeDocument/2006/relationships/image" Target="../media/image93.wmf"/><Relationship Id="rId3" Type="http://schemas.openxmlformats.org/officeDocument/2006/relationships/image" Target="../media/image116.wmf"/><Relationship Id="rId7" Type="http://schemas.openxmlformats.org/officeDocument/2006/relationships/image" Target="../media/image92.wmf"/><Relationship Id="rId2" Type="http://schemas.openxmlformats.org/officeDocument/2006/relationships/image" Target="../media/image115.wmf"/><Relationship Id="rId1" Type="http://schemas.openxmlformats.org/officeDocument/2006/relationships/image" Target="../media/image114.wmf"/><Relationship Id="rId6" Type="http://schemas.openxmlformats.org/officeDocument/2006/relationships/image" Target="../media/image119.wmf"/><Relationship Id="rId5" Type="http://schemas.openxmlformats.org/officeDocument/2006/relationships/image" Target="../media/image118.wmf"/><Relationship Id="rId4" Type="http://schemas.openxmlformats.org/officeDocument/2006/relationships/image" Target="../media/image117.wmf"/></Relationships>
</file>

<file path=ppt/drawings/_rels/vmlDrawing18.vml.rels><?xml version="1.0" encoding="UTF-8" standalone="yes"?>
<Relationships xmlns="http://schemas.openxmlformats.org/package/2006/relationships"><Relationship Id="rId3" Type="http://schemas.openxmlformats.org/officeDocument/2006/relationships/image" Target="../media/image98.wmf"/><Relationship Id="rId2" Type="http://schemas.openxmlformats.org/officeDocument/2006/relationships/image" Target="../media/image121.wmf"/><Relationship Id="rId1" Type="http://schemas.openxmlformats.org/officeDocument/2006/relationships/image" Target="../media/image120.wmf"/><Relationship Id="rId5" Type="http://schemas.openxmlformats.org/officeDocument/2006/relationships/image" Target="../media/image122.wmf"/><Relationship Id="rId4" Type="http://schemas.openxmlformats.org/officeDocument/2006/relationships/image" Target="../media/image99.w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45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1E26CE-A5EE-418B-98DF-F81A968CD86C}" type="datetimeFigureOut">
              <a:rPr lang="fr-FR" smtClean="0"/>
              <a:t>17/10/2025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4F6991-3A85-4424-A8A1-91662E3976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104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fr-FR" baseline="0" dirty="0" smtClean="0"/>
              <a:t>If</a:t>
            </a:r>
            <a:r>
              <a:rPr lang="fr-FR" dirty="0" smtClean="0"/>
              <a:t> D2 </a:t>
            </a:r>
            <a:r>
              <a:rPr lang="fr-FR" dirty="0" err="1" smtClean="0"/>
              <a:t>forward</a:t>
            </a:r>
            <a:r>
              <a:rPr lang="fr-FR" dirty="0" smtClean="0"/>
              <a:t> </a:t>
            </a:r>
            <a:r>
              <a:rPr lang="fr-FR" dirty="0" err="1" smtClean="0"/>
              <a:t>so</a:t>
            </a:r>
            <a:r>
              <a:rPr lang="fr-FR" dirty="0" smtClean="0"/>
              <a:t> D3 </a:t>
            </a:r>
            <a:r>
              <a:rPr lang="fr-FR" dirty="0" err="1" smtClean="0"/>
              <a:t>forward</a:t>
            </a:r>
            <a:r>
              <a:rPr lang="fr-FR" dirty="0" smtClean="0"/>
              <a:t> (voltage </a:t>
            </a:r>
            <a:r>
              <a:rPr lang="fr-FR" dirty="0" err="1" smtClean="0"/>
              <a:t>negative</a:t>
            </a:r>
            <a:r>
              <a:rPr lang="fr-FR" dirty="0" smtClean="0"/>
              <a:t>) and D4 reverse -&gt; not possible </a:t>
            </a:r>
            <a:r>
              <a:rPr lang="fr-FR" dirty="0" err="1" smtClean="0"/>
              <a:t>because</a:t>
            </a:r>
            <a:r>
              <a:rPr lang="fr-FR" dirty="0" smtClean="0"/>
              <a:t> il&gt;&gt;i0</a:t>
            </a:r>
          </a:p>
          <a:p>
            <a:pPr marL="171450" indent="-171450">
              <a:buFontTx/>
              <a:buChar char="-"/>
            </a:pPr>
            <a:r>
              <a:rPr lang="fr-FR" dirty="0" smtClean="0"/>
              <a:t>D4 </a:t>
            </a:r>
            <a:r>
              <a:rPr lang="fr-FR" dirty="0" err="1" smtClean="0"/>
              <a:t>forward</a:t>
            </a:r>
            <a:r>
              <a:rPr lang="fr-FR" baseline="0" dirty="0" smtClean="0"/>
              <a:t> </a:t>
            </a:r>
            <a:r>
              <a:rPr lang="fr-FR" baseline="0" dirty="0" err="1" smtClean="0"/>
              <a:t>because</a:t>
            </a:r>
            <a:r>
              <a:rPr lang="fr-FR" baseline="0" dirty="0" smtClean="0"/>
              <a:t> flux positive and D3 </a:t>
            </a:r>
            <a:r>
              <a:rPr lang="fr-FR" baseline="0" dirty="0" err="1" smtClean="0"/>
              <a:t>forward</a:t>
            </a:r>
            <a:r>
              <a:rPr lang="fr-FR" baseline="0" dirty="0" smtClean="0"/>
              <a:t> </a:t>
            </a:r>
            <a:r>
              <a:rPr lang="fr-FR" baseline="0" dirty="0" err="1" smtClean="0"/>
              <a:t>because</a:t>
            </a:r>
            <a:r>
              <a:rPr lang="fr-FR" baseline="0" dirty="0" smtClean="0"/>
              <a:t> il&gt;&gt;i0</a:t>
            </a:r>
            <a:endParaRPr lang="fr-FR" dirty="0" smtClean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56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62296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fr-FR" baseline="0" dirty="0" smtClean="0"/>
              <a:t>If</a:t>
            </a:r>
            <a:r>
              <a:rPr lang="fr-FR" dirty="0" smtClean="0"/>
              <a:t> D1 </a:t>
            </a:r>
            <a:r>
              <a:rPr lang="fr-FR" dirty="0" err="1" smtClean="0"/>
              <a:t>forward</a:t>
            </a:r>
            <a:r>
              <a:rPr lang="fr-FR" dirty="0" smtClean="0"/>
              <a:t> </a:t>
            </a:r>
            <a:r>
              <a:rPr lang="fr-FR" dirty="0" err="1" smtClean="0"/>
              <a:t>so</a:t>
            </a:r>
            <a:r>
              <a:rPr lang="fr-FR" dirty="0" smtClean="0"/>
              <a:t> D4 </a:t>
            </a:r>
            <a:r>
              <a:rPr lang="fr-FR" dirty="0" err="1" smtClean="0"/>
              <a:t>forward</a:t>
            </a:r>
            <a:r>
              <a:rPr lang="fr-FR" dirty="0" smtClean="0"/>
              <a:t> (voltage positive) and D3 reverse -&gt; not possible </a:t>
            </a:r>
            <a:r>
              <a:rPr lang="fr-FR" dirty="0" err="1" smtClean="0"/>
              <a:t>because</a:t>
            </a:r>
            <a:r>
              <a:rPr lang="fr-FR" dirty="0" smtClean="0"/>
              <a:t> il&gt;&gt;i0</a:t>
            </a:r>
          </a:p>
          <a:p>
            <a:pPr marL="171450" indent="-171450">
              <a:buFontTx/>
              <a:buChar char="-"/>
            </a:pPr>
            <a:r>
              <a:rPr lang="fr-FR" dirty="0" smtClean="0"/>
              <a:t>D3 </a:t>
            </a:r>
            <a:r>
              <a:rPr lang="fr-FR" dirty="0" err="1" smtClean="0"/>
              <a:t>forward</a:t>
            </a:r>
            <a:r>
              <a:rPr lang="fr-FR" baseline="0" dirty="0" smtClean="0"/>
              <a:t> </a:t>
            </a:r>
            <a:r>
              <a:rPr lang="fr-FR" baseline="0" dirty="0" err="1" smtClean="0"/>
              <a:t>because</a:t>
            </a:r>
            <a:r>
              <a:rPr lang="fr-FR" baseline="0" dirty="0" smtClean="0"/>
              <a:t> flux </a:t>
            </a:r>
            <a:r>
              <a:rPr lang="fr-FR" baseline="0" dirty="0" err="1" smtClean="0"/>
              <a:t>negative</a:t>
            </a:r>
            <a:r>
              <a:rPr lang="fr-FR" baseline="0" dirty="0" smtClean="0"/>
              <a:t> and D4 </a:t>
            </a:r>
            <a:r>
              <a:rPr lang="fr-FR" baseline="0" dirty="0" err="1" smtClean="0"/>
              <a:t>forward</a:t>
            </a:r>
            <a:r>
              <a:rPr lang="fr-FR" baseline="0" dirty="0" smtClean="0"/>
              <a:t> </a:t>
            </a:r>
            <a:r>
              <a:rPr lang="fr-FR" baseline="0" dirty="0" err="1" smtClean="0"/>
              <a:t>because</a:t>
            </a:r>
            <a:r>
              <a:rPr lang="fr-FR" baseline="0" dirty="0" smtClean="0"/>
              <a:t> il&gt;&gt;i0</a:t>
            </a:r>
            <a:endParaRPr lang="fr-FR" dirty="0" smtClean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58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4631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couv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798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5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0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83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6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0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29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59.png"/><Relationship Id="rId5" Type="http://schemas.openxmlformats.org/officeDocument/2006/relationships/image" Target="../media/image17.wmf"/><Relationship Id="rId4" Type="http://schemas.openxmlformats.org/officeDocument/2006/relationships/oleObject" Target="../embeddings/oleObject1.bin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20.png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20.w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19.w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wmf"/><Relationship Id="rId3" Type="http://schemas.openxmlformats.org/officeDocument/2006/relationships/oleObject" Target="../embeddings/oleObject4.bin"/><Relationship Id="rId7" Type="http://schemas.openxmlformats.org/officeDocument/2006/relationships/oleObject" Target="../embeddings/oleObject6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22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21.wmf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4.vml"/><Relationship Id="rId4" Type="http://schemas.openxmlformats.org/officeDocument/2006/relationships/image" Target="../media/image24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wmf"/><Relationship Id="rId13" Type="http://schemas.openxmlformats.org/officeDocument/2006/relationships/oleObject" Target="../embeddings/oleObject13.bin"/><Relationship Id="rId18" Type="http://schemas.openxmlformats.org/officeDocument/2006/relationships/image" Target="../media/image32.wmf"/><Relationship Id="rId3" Type="http://schemas.openxmlformats.org/officeDocument/2006/relationships/oleObject" Target="../embeddings/oleObject8.bin"/><Relationship Id="rId21" Type="http://schemas.openxmlformats.org/officeDocument/2006/relationships/oleObject" Target="../embeddings/oleObject17.bin"/><Relationship Id="rId7" Type="http://schemas.openxmlformats.org/officeDocument/2006/relationships/oleObject" Target="../embeddings/oleObject10.bin"/><Relationship Id="rId12" Type="http://schemas.openxmlformats.org/officeDocument/2006/relationships/image" Target="../media/image29.wmf"/><Relationship Id="rId17" Type="http://schemas.openxmlformats.org/officeDocument/2006/relationships/oleObject" Target="../embeddings/oleObject15.bin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31.wmf"/><Relationship Id="rId20" Type="http://schemas.openxmlformats.org/officeDocument/2006/relationships/image" Target="../media/image33.wmf"/><Relationship Id="rId1" Type="http://schemas.openxmlformats.org/officeDocument/2006/relationships/vmlDrawing" Target="../drawings/vmlDrawing5.vml"/><Relationship Id="rId6" Type="http://schemas.openxmlformats.org/officeDocument/2006/relationships/image" Target="../media/image26.wmf"/><Relationship Id="rId11" Type="http://schemas.openxmlformats.org/officeDocument/2006/relationships/oleObject" Target="../embeddings/oleObject12.bin"/><Relationship Id="rId24" Type="http://schemas.openxmlformats.org/officeDocument/2006/relationships/image" Target="../media/image35.wmf"/><Relationship Id="rId5" Type="http://schemas.openxmlformats.org/officeDocument/2006/relationships/oleObject" Target="../embeddings/oleObject9.bin"/><Relationship Id="rId15" Type="http://schemas.openxmlformats.org/officeDocument/2006/relationships/oleObject" Target="../embeddings/oleObject14.bin"/><Relationship Id="rId23" Type="http://schemas.openxmlformats.org/officeDocument/2006/relationships/oleObject" Target="../embeddings/oleObject18.bin"/><Relationship Id="rId10" Type="http://schemas.openxmlformats.org/officeDocument/2006/relationships/image" Target="../media/image28.wmf"/><Relationship Id="rId19" Type="http://schemas.openxmlformats.org/officeDocument/2006/relationships/oleObject" Target="../embeddings/oleObject16.bin"/><Relationship Id="rId4" Type="http://schemas.openxmlformats.org/officeDocument/2006/relationships/image" Target="../media/image25.wmf"/><Relationship Id="rId9" Type="http://schemas.openxmlformats.org/officeDocument/2006/relationships/oleObject" Target="../embeddings/oleObject11.bin"/><Relationship Id="rId14" Type="http://schemas.openxmlformats.org/officeDocument/2006/relationships/image" Target="../media/image30.wmf"/><Relationship Id="rId22" Type="http://schemas.openxmlformats.org/officeDocument/2006/relationships/image" Target="../media/image34.w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13" Type="http://schemas.openxmlformats.org/officeDocument/2006/relationships/oleObject" Target="../embeddings/oleObject24.bin"/><Relationship Id="rId3" Type="http://schemas.openxmlformats.org/officeDocument/2006/relationships/oleObject" Target="../embeddings/oleObject19.bin"/><Relationship Id="rId7" Type="http://schemas.openxmlformats.org/officeDocument/2006/relationships/oleObject" Target="../embeddings/oleObject21.bin"/><Relationship Id="rId12" Type="http://schemas.openxmlformats.org/officeDocument/2006/relationships/image" Target="../media/image39.wmf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37.wmf"/><Relationship Id="rId11" Type="http://schemas.openxmlformats.org/officeDocument/2006/relationships/oleObject" Target="../embeddings/oleObject23.bin"/><Relationship Id="rId5" Type="http://schemas.openxmlformats.org/officeDocument/2006/relationships/oleObject" Target="../embeddings/oleObject20.bin"/><Relationship Id="rId10" Type="http://schemas.openxmlformats.org/officeDocument/2006/relationships/image" Target="../media/image38.wmf"/><Relationship Id="rId4" Type="http://schemas.openxmlformats.org/officeDocument/2006/relationships/image" Target="../media/image36.wmf"/><Relationship Id="rId9" Type="http://schemas.openxmlformats.org/officeDocument/2006/relationships/oleObject" Target="../embeddings/oleObject22.bin"/><Relationship Id="rId14" Type="http://schemas.openxmlformats.org/officeDocument/2006/relationships/image" Target="../media/image40.w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wmf"/><Relationship Id="rId3" Type="http://schemas.openxmlformats.org/officeDocument/2006/relationships/oleObject" Target="../embeddings/oleObject25.bin"/><Relationship Id="rId7" Type="http://schemas.openxmlformats.org/officeDocument/2006/relationships/oleObject" Target="../embeddings/oleObject27.bin"/><Relationship Id="rId12" Type="http://schemas.openxmlformats.org/officeDocument/2006/relationships/image" Target="../media/image47.wmf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44.wmf"/><Relationship Id="rId11" Type="http://schemas.openxmlformats.org/officeDocument/2006/relationships/oleObject" Target="../embeddings/oleObject29.bin"/><Relationship Id="rId5" Type="http://schemas.openxmlformats.org/officeDocument/2006/relationships/oleObject" Target="../embeddings/oleObject26.bin"/><Relationship Id="rId10" Type="http://schemas.openxmlformats.org/officeDocument/2006/relationships/image" Target="../media/image46.wmf"/><Relationship Id="rId4" Type="http://schemas.openxmlformats.org/officeDocument/2006/relationships/image" Target="../media/image43.wmf"/><Relationship Id="rId9" Type="http://schemas.openxmlformats.org/officeDocument/2006/relationships/oleObject" Target="../embeddings/oleObject28.bin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wmf"/><Relationship Id="rId13" Type="http://schemas.openxmlformats.org/officeDocument/2006/relationships/oleObject" Target="../embeddings/oleObject35.bin"/><Relationship Id="rId18" Type="http://schemas.openxmlformats.org/officeDocument/2006/relationships/image" Target="../media/image55.wmf"/><Relationship Id="rId3" Type="http://schemas.openxmlformats.org/officeDocument/2006/relationships/oleObject" Target="../embeddings/oleObject30.bin"/><Relationship Id="rId7" Type="http://schemas.openxmlformats.org/officeDocument/2006/relationships/oleObject" Target="../embeddings/oleObject32.bin"/><Relationship Id="rId12" Type="http://schemas.openxmlformats.org/officeDocument/2006/relationships/image" Target="../media/image52.wmf"/><Relationship Id="rId17" Type="http://schemas.openxmlformats.org/officeDocument/2006/relationships/oleObject" Target="../embeddings/oleObject37.bin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54.wmf"/><Relationship Id="rId1" Type="http://schemas.openxmlformats.org/officeDocument/2006/relationships/vmlDrawing" Target="../drawings/vmlDrawing8.vml"/><Relationship Id="rId6" Type="http://schemas.openxmlformats.org/officeDocument/2006/relationships/image" Target="../media/image49.wmf"/><Relationship Id="rId11" Type="http://schemas.openxmlformats.org/officeDocument/2006/relationships/oleObject" Target="../embeddings/oleObject34.bin"/><Relationship Id="rId5" Type="http://schemas.openxmlformats.org/officeDocument/2006/relationships/oleObject" Target="../embeddings/oleObject31.bin"/><Relationship Id="rId15" Type="http://schemas.openxmlformats.org/officeDocument/2006/relationships/oleObject" Target="../embeddings/oleObject36.bin"/><Relationship Id="rId10" Type="http://schemas.openxmlformats.org/officeDocument/2006/relationships/image" Target="../media/image51.wmf"/><Relationship Id="rId4" Type="http://schemas.openxmlformats.org/officeDocument/2006/relationships/image" Target="../media/image48.wmf"/><Relationship Id="rId9" Type="http://schemas.openxmlformats.org/officeDocument/2006/relationships/oleObject" Target="../embeddings/oleObject33.bin"/><Relationship Id="rId14" Type="http://schemas.openxmlformats.org/officeDocument/2006/relationships/image" Target="../media/image53.w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wmf"/><Relationship Id="rId13" Type="http://schemas.openxmlformats.org/officeDocument/2006/relationships/oleObject" Target="../embeddings/oleObject43.bin"/><Relationship Id="rId3" Type="http://schemas.openxmlformats.org/officeDocument/2006/relationships/oleObject" Target="../embeddings/oleObject38.bin"/><Relationship Id="rId7" Type="http://schemas.openxmlformats.org/officeDocument/2006/relationships/oleObject" Target="../embeddings/oleObject40.bin"/><Relationship Id="rId12" Type="http://schemas.openxmlformats.org/officeDocument/2006/relationships/image" Target="../media/image51.wmf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60.wmf"/><Relationship Id="rId1" Type="http://schemas.openxmlformats.org/officeDocument/2006/relationships/vmlDrawing" Target="../drawings/vmlDrawing9.vml"/><Relationship Id="rId6" Type="http://schemas.openxmlformats.org/officeDocument/2006/relationships/image" Target="../media/image57.wmf"/><Relationship Id="rId11" Type="http://schemas.openxmlformats.org/officeDocument/2006/relationships/oleObject" Target="../embeddings/oleObject42.bin"/><Relationship Id="rId5" Type="http://schemas.openxmlformats.org/officeDocument/2006/relationships/oleObject" Target="../embeddings/oleObject39.bin"/><Relationship Id="rId15" Type="http://schemas.openxmlformats.org/officeDocument/2006/relationships/oleObject" Target="../embeddings/oleObject44.bin"/><Relationship Id="rId10" Type="http://schemas.openxmlformats.org/officeDocument/2006/relationships/image" Target="../media/image59.wmf"/><Relationship Id="rId4" Type="http://schemas.openxmlformats.org/officeDocument/2006/relationships/image" Target="../media/image56.wmf"/><Relationship Id="rId9" Type="http://schemas.openxmlformats.org/officeDocument/2006/relationships/oleObject" Target="../embeddings/oleObject41.bin"/><Relationship Id="rId14" Type="http://schemas.openxmlformats.org/officeDocument/2006/relationships/image" Target="../media/image52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wmf"/><Relationship Id="rId3" Type="http://schemas.openxmlformats.org/officeDocument/2006/relationships/oleObject" Target="../embeddings/oleObject45.bin"/><Relationship Id="rId7" Type="http://schemas.openxmlformats.org/officeDocument/2006/relationships/oleObject" Target="../embeddings/oleObject47.bin"/><Relationship Id="rId12" Type="http://schemas.openxmlformats.org/officeDocument/2006/relationships/image" Target="../media/image65.wmf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0.vml"/><Relationship Id="rId6" Type="http://schemas.openxmlformats.org/officeDocument/2006/relationships/image" Target="../media/image62.wmf"/><Relationship Id="rId11" Type="http://schemas.openxmlformats.org/officeDocument/2006/relationships/oleObject" Target="../embeddings/oleObject49.bin"/><Relationship Id="rId5" Type="http://schemas.openxmlformats.org/officeDocument/2006/relationships/oleObject" Target="../embeddings/oleObject46.bin"/><Relationship Id="rId10" Type="http://schemas.openxmlformats.org/officeDocument/2006/relationships/image" Target="../media/image64.wmf"/><Relationship Id="rId4" Type="http://schemas.openxmlformats.org/officeDocument/2006/relationships/image" Target="../media/image61.wmf"/><Relationship Id="rId9" Type="http://schemas.openxmlformats.org/officeDocument/2006/relationships/oleObject" Target="../embeddings/oleObject48.bin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wmf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wmf"/><Relationship Id="rId2" Type="http://schemas.openxmlformats.org/officeDocument/2006/relationships/image" Target="../media/image68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wmf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6.jpeg"/><Relationship Id="rId4" Type="http://schemas.openxmlformats.org/officeDocument/2006/relationships/image" Target="../media/image75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0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77.wmf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wmf"/><Relationship Id="rId13" Type="http://schemas.openxmlformats.org/officeDocument/2006/relationships/oleObject" Target="../embeddings/oleObject56.bin"/><Relationship Id="rId3" Type="http://schemas.openxmlformats.org/officeDocument/2006/relationships/oleObject" Target="../embeddings/oleObject51.bin"/><Relationship Id="rId7" Type="http://schemas.openxmlformats.org/officeDocument/2006/relationships/oleObject" Target="../embeddings/oleObject53.bin"/><Relationship Id="rId12" Type="http://schemas.openxmlformats.org/officeDocument/2006/relationships/image" Target="../media/image82.wmf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79.wmf"/><Relationship Id="rId11" Type="http://schemas.openxmlformats.org/officeDocument/2006/relationships/oleObject" Target="../embeddings/oleObject55.bin"/><Relationship Id="rId5" Type="http://schemas.openxmlformats.org/officeDocument/2006/relationships/oleObject" Target="../embeddings/oleObject52.bin"/><Relationship Id="rId10" Type="http://schemas.openxmlformats.org/officeDocument/2006/relationships/image" Target="../media/image81.wmf"/><Relationship Id="rId4" Type="http://schemas.openxmlformats.org/officeDocument/2006/relationships/image" Target="../media/image78.wmf"/><Relationship Id="rId9" Type="http://schemas.openxmlformats.org/officeDocument/2006/relationships/oleObject" Target="../embeddings/oleObject54.bin"/><Relationship Id="rId14" Type="http://schemas.openxmlformats.org/officeDocument/2006/relationships/image" Target="../media/image83.wmf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wmf"/><Relationship Id="rId3" Type="http://schemas.openxmlformats.org/officeDocument/2006/relationships/oleObject" Target="../embeddings/oleObject57.bin"/><Relationship Id="rId7" Type="http://schemas.openxmlformats.org/officeDocument/2006/relationships/oleObject" Target="../embeddings/oleObject59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3.vml"/><Relationship Id="rId6" Type="http://schemas.openxmlformats.org/officeDocument/2006/relationships/image" Target="../media/image85.wmf"/><Relationship Id="rId5" Type="http://schemas.openxmlformats.org/officeDocument/2006/relationships/oleObject" Target="../embeddings/oleObject58.bin"/><Relationship Id="rId10" Type="http://schemas.openxmlformats.org/officeDocument/2006/relationships/image" Target="../media/image87.wmf"/><Relationship Id="rId4" Type="http://schemas.openxmlformats.org/officeDocument/2006/relationships/image" Target="../media/image84.wmf"/><Relationship Id="rId9" Type="http://schemas.openxmlformats.org/officeDocument/2006/relationships/oleObject" Target="../embeddings/oleObject60.bin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2.bin"/><Relationship Id="rId13" Type="http://schemas.openxmlformats.org/officeDocument/2006/relationships/image" Target="../media/image91.wmf"/><Relationship Id="rId18" Type="http://schemas.openxmlformats.org/officeDocument/2006/relationships/image" Target="../media/image104.emf"/><Relationship Id="rId26" Type="http://schemas.openxmlformats.org/officeDocument/2006/relationships/image" Target="../media/image97.wmf"/><Relationship Id="rId3" Type="http://schemas.openxmlformats.org/officeDocument/2006/relationships/image" Target="../media/image101.png"/><Relationship Id="rId21" Type="http://schemas.openxmlformats.org/officeDocument/2006/relationships/oleObject" Target="../embeddings/oleObject68.bin"/><Relationship Id="rId7" Type="http://schemas.openxmlformats.org/officeDocument/2006/relationships/image" Target="../media/image88.wmf"/><Relationship Id="rId12" Type="http://schemas.openxmlformats.org/officeDocument/2006/relationships/oleObject" Target="../embeddings/oleObject64.bin"/><Relationship Id="rId17" Type="http://schemas.openxmlformats.org/officeDocument/2006/relationships/image" Target="../media/image93.wmf"/><Relationship Id="rId25" Type="http://schemas.openxmlformats.org/officeDocument/2006/relationships/oleObject" Target="../embeddings/oleObject70.bin"/><Relationship Id="rId2" Type="http://schemas.openxmlformats.org/officeDocument/2006/relationships/slideLayout" Target="../slideLayouts/slideLayout3.xml"/><Relationship Id="rId16" Type="http://schemas.openxmlformats.org/officeDocument/2006/relationships/oleObject" Target="../embeddings/oleObject66.bin"/><Relationship Id="rId20" Type="http://schemas.openxmlformats.org/officeDocument/2006/relationships/image" Target="../media/image94.wmf"/><Relationship Id="rId29" Type="http://schemas.openxmlformats.org/officeDocument/2006/relationships/oleObject" Target="../embeddings/oleObject72.bin"/><Relationship Id="rId1" Type="http://schemas.openxmlformats.org/officeDocument/2006/relationships/vmlDrawing" Target="../drawings/vmlDrawing14.vml"/><Relationship Id="rId6" Type="http://schemas.openxmlformats.org/officeDocument/2006/relationships/oleObject" Target="../embeddings/oleObject61.bin"/><Relationship Id="rId11" Type="http://schemas.openxmlformats.org/officeDocument/2006/relationships/image" Target="../media/image90.wmf"/><Relationship Id="rId24" Type="http://schemas.openxmlformats.org/officeDocument/2006/relationships/image" Target="../media/image96.wmf"/><Relationship Id="rId32" Type="http://schemas.openxmlformats.org/officeDocument/2006/relationships/image" Target="../media/image100.wmf"/><Relationship Id="rId5" Type="http://schemas.openxmlformats.org/officeDocument/2006/relationships/image" Target="../media/image103.png"/><Relationship Id="rId15" Type="http://schemas.openxmlformats.org/officeDocument/2006/relationships/image" Target="../media/image92.wmf"/><Relationship Id="rId23" Type="http://schemas.openxmlformats.org/officeDocument/2006/relationships/oleObject" Target="../embeddings/oleObject69.bin"/><Relationship Id="rId28" Type="http://schemas.openxmlformats.org/officeDocument/2006/relationships/image" Target="../media/image98.wmf"/><Relationship Id="rId10" Type="http://schemas.openxmlformats.org/officeDocument/2006/relationships/oleObject" Target="../embeddings/oleObject63.bin"/><Relationship Id="rId19" Type="http://schemas.openxmlformats.org/officeDocument/2006/relationships/oleObject" Target="../embeddings/oleObject67.bin"/><Relationship Id="rId31" Type="http://schemas.openxmlformats.org/officeDocument/2006/relationships/oleObject" Target="../embeddings/oleObject73.bin"/><Relationship Id="rId4" Type="http://schemas.openxmlformats.org/officeDocument/2006/relationships/image" Target="../media/image102.png"/><Relationship Id="rId9" Type="http://schemas.openxmlformats.org/officeDocument/2006/relationships/image" Target="../media/image89.wmf"/><Relationship Id="rId14" Type="http://schemas.openxmlformats.org/officeDocument/2006/relationships/oleObject" Target="../embeddings/oleObject65.bin"/><Relationship Id="rId22" Type="http://schemas.openxmlformats.org/officeDocument/2006/relationships/image" Target="../media/image95.wmf"/><Relationship Id="rId27" Type="http://schemas.openxmlformats.org/officeDocument/2006/relationships/oleObject" Target="../embeddings/oleObject71.bin"/><Relationship Id="rId30" Type="http://schemas.openxmlformats.org/officeDocument/2006/relationships/image" Target="../media/image99.wmf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wmf"/><Relationship Id="rId3" Type="http://schemas.openxmlformats.org/officeDocument/2006/relationships/oleObject" Target="../embeddings/oleObject74.bin"/><Relationship Id="rId7" Type="http://schemas.openxmlformats.org/officeDocument/2006/relationships/oleObject" Target="../embeddings/oleObject76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106.wmf"/><Relationship Id="rId5" Type="http://schemas.openxmlformats.org/officeDocument/2006/relationships/oleObject" Target="../embeddings/oleObject75.bin"/><Relationship Id="rId10" Type="http://schemas.openxmlformats.org/officeDocument/2006/relationships/image" Target="../media/image108.wmf"/><Relationship Id="rId4" Type="http://schemas.openxmlformats.org/officeDocument/2006/relationships/image" Target="../media/image105.wmf"/><Relationship Id="rId9" Type="http://schemas.openxmlformats.org/officeDocument/2006/relationships/oleObject" Target="../embeddings/oleObject77.bin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emf"/><Relationship Id="rId3" Type="http://schemas.openxmlformats.org/officeDocument/2006/relationships/image" Target="../media/image110.emf"/><Relationship Id="rId7" Type="http://schemas.openxmlformats.org/officeDocument/2006/relationships/image" Target="../media/image109.wmf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6.vml"/><Relationship Id="rId6" Type="http://schemas.openxmlformats.org/officeDocument/2006/relationships/oleObject" Target="../embeddings/oleObject78.bin"/><Relationship Id="rId5" Type="http://schemas.openxmlformats.org/officeDocument/2006/relationships/image" Target="../media/image112.emf"/><Relationship Id="rId4" Type="http://schemas.openxmlformats.org/officeDocument/2006/relationships/image" Target="../media/image111.emf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wmf"/><Relationship Id="rId13" Type="http://schemas.openxmlformats.org/officeDocument/2006/relationships/oleObject" Target="../embeddings/oleObject84.bin"/><Relationship Id="rId18" Type="http://schemas.openxmlformats.org/officeDocument/2006/relationships/image" Target="../media/image93.wmf"/><Relationship Id="rId3" Type="http://schemas.openxmlformats.org/officeDocument/2006/relationships/oleObject" Target="../embeddings/oleObject79.bin"/><Relationship Id="rId7" Type="http://schemas.openxmlformats.org/officeDocument/2006/relationships/oleObject" Target="../embeddings/oleObject81.bin"/><Relationship Id="rId12" Type="http://schemas.openxmlformats.org/officeDocument/2006/relationships/image" Target="../media/image118.wmf"/><Relationship Id="rId17" Type="http://schemas.openxmlformats.org/officeDocument/2006/relationships/oleObject" Target="../embeddings/oleObject86.bin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92.wmf"/><Relationship Id="rId1" Type="http://schemas.openxmlformats.org/officeDocument/2006/relationships/vmlDrawing" Target="../drawings/vmlDrawing17.vml"/><Relationship Id="rId6" Type="http://schemas.openxmlformats.org/officeDocument/2006/relationships/image" Target="../media/image115.wmf"/><Relationship Id="rId11" Type="http://schemas.openxmlformats.org/officeDocument/2006/relationships/oleObject" Target="../embeddings/oleObject83.bin"/><Relationship Id="rId5" Type="http://schemas.openxmlformats.org/officeDocument/2006/relationships/oleObject" Target="../embeddings/oleObject80.bin"/><Relationship Id="rId15" Type="http://schemas.openxmlformats.org/officeDocument/2006/relationships/oleObject" Target="../embeddings/oleObject85.bin"/><Relationship Id="rId10" Type="http://schemas.openxmlformats.org/officeDocument/2006/relationships/image" Target="../media/image117.wmf"/><Relationship Id="rId4" Type="http://schemas.openxmlformats.org/officeDocument/2006/relationships/image" Target="../media/image114.wmf"/><Relationship Id="rId9" Type="http://schemas.openxmlformats.org/officeDocument/2006/relationships/oleObject" Target="../embeddings/oleObject82.bin"/><Relationship Id="rId14" Type="http://schemas.openxmlformats.org/officeDocument/2006/relationships/image" Target="../media/image119.wmf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wmf"/><Relationship Id="rId3" Type="http://schemas.openxmlformats.org/officeDocument/2006/relationships/oleObject" Target="../embeddings/oleObject87.bin"/><Relationship Id="rId7" Type="http://schemas.openxmlformats.org/officeDocument/2006/relationships/oleObject" Target="../embeddings/oleObject89.bin"/><Relationship Id="rId12" Type="http://schemas.openxmlformats.org/officeDocument/2006/relationships/image" Target="../media/image122.wmf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121.wmf"/><Relationship Id="rId11" Type="http://schemas.openxmlformats.org/officeDocument/2006/relationships/oleObject" Target="../embeddings/oleObject91.bin"/><Relationship Id="rId5" Type="http://schemas.openxmlformats.org/officeDocument/2006/relationships/oleObject" Target="../embeddings/oleObject88.bin"/><Relationship Id="rId10" Type="http://schemas.openxmlformats.org/officeDocument/2006/relationships/image" Target="../media/image99.wmf"/><Relationship Id="rId4" Type="http://schemas.openxmlformats.org/officeDocument/2006/relationships/image" Target="../media/image120.wmf"/><Relationship Id="rId9" Type="http://schemas.openxmlformats.org/officeDocument/2006/relationships/oleObject" Target="../embeddings/oleObject90.bin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jpe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jpe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7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3" Type="http://schemas.openxmlformats.org/officeDocument/2006/relationships/image" Target="../media/image129.png"/><Relationship Id="rId7" Type="http://schemas.openxmlformats.org/officeDocument/2006/relationships/image" Target="../media/image131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3.png"/><Relationship Id="rId5" Type="http://schemas.openxmlformats.org/officeDocument/2006/relationships/image" Target="../media/image130.png"/><Relationship Id="rId4" Type="http://schemas.openxmlformats.org/officeDocument/2006/relationships/image" Target="../media/image1281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290.png"/><Relationship Id="rId7" Type="http://schemas.openxmlformats.org/officeDocument/2006/relationships/image" Target="../media/image128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4" Type="http://schemas.openxmlformats.org/officeDocument/2006/relationships/image" Target="../media/image13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28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4.png"/><Relationship Id="rId4" Type="http://schemas.openxmlformats.org/officeDocument/2006/relationships/image" Target="../media/image12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3.png"/><Relationship Id="rId5" Type="http://schemas.openxmlformats.org/officeDocument/2006/relationships/image" Target="../media/image141.png"/><Relationship Id="rId4" Type="http://schemas.openxmlformats.org/officeDocument/2006/relationships/image" Target="../media/image1420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3" Type="http://schemas.openxmlformats.org/officeDocument/2006/relationships/image" Target="../media/image127.png"/><Relationship Id="rId7" Type="http://schemas.openxmlformats.org/officeDocument/2006/relationships/image" Target="../media/image14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3.png"/><Relationship Id="rId5" Type="http://schemas.openxmlformats.org/officeDocument/2006/relationships/image" Target="../media/image146.png"/><Relationship Id="rId4" Type="http://schemas.openxmlformats.org/officeDocument/2006/relationships/image" Target="../media/image145.png"/><Relationship Id="rId9" Type="http://schemas.openxmlformats.org/officeDocument/2006/relationships/image" Target="../media/image14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4.png"/><Relationship Id="rId4" Type="http://schemas.openxmlformats.org/officeDocument/2006/relationships/image" Target="../media/image151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5.png"/><Relationship Id="rId3" Type="http://schemas.openxmlformats.org/officeDocument/2006/relationships/image" Target="../media/image127.png"/><Relationship Id="rId7" Type="http://schemas.openxmlformats.org/officeDocument/2006/relationships/image" Target="../media/image15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6.png"/><Relationship Id="rId5" Type="http://schemas.openxmlformats.org/officeDocument/2006/relationships/image" Target="../media/image145.png"/><Relationship Id="rId4" Type="http://schemas.openxmlformats.org/officeDocument/2006/relationships/image" Target="../media/image15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9.vml"/><Relationship Id="rId5" Type="http://schemas.openxmlformats.org/officeDocument/2006/relationships/image" Target="../media/image145.wmf"/><Relationship Id="rId4" Type="http://schemas.openxmlformats.org/officeDocument/2006/relationships/oleObject" Target="../embeddings/oleObject92.bin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01462" y="3063875"/>
            <a:ext cx="9290538" cy="221456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3759229" y="3306355"/>
            <a:ext cx="5572713" cy="1103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>
              <a:spcAft>
                <a:spcPct val="0"/>
              </a:spcAft>
            </a:pPr>
            <a:r>
              <a:rPr lang="en-US" altLang="fr-FR" sz="3200" b="1" dirty="0" smtClean="0">
                <a:solidFill>
                  <a:prstClr val="white"/>
                </a:solidFill>
                <a:latin typeface="Myriad Pro" pitchFamily="125" charset="0"/>
              </a:rPr>
              <a:t>Power Electronics</a:t>
            </a:r>
            <a:endParaRPr lang="en-US" altLang="fr-FR" sz="3200" b="1" dirty="0">
              <a:solidFill>
                <a:prstClr val="white"/>
              </a:solidFill>
              <a:latin typeface="Myriad Pro" pitchFamily="125" charset="0"/>
            </a:endParaRP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3759229" y="4444291"/>
            <a:ext cx="5572713" cy="4320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alexis.martin@ensea.fr</a:t>
            </a:r>
          </a:p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Desk D216</a:t>
            </a:r>
          </a:p>
        </p:txBody>
      </p:sp>
      <p:pic>
        <p:nvPicPr>
          <p:cNvPr id="7" name="Image 6" descr="Logo ENSEA 2021 quadri.psd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267" y="635245"/>
            <a:ext cx="1609725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1615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ZoneTexte 13"/>
          <p:cNvSpPr txBox="1"/>
          <p:nvPr/>
        </p:nvSpPr>
        <p:spPr>
          <a:xfrm>
            <a:off x="2110672" y="1747906"/>
            <a:ext cx="808461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Non isolated choppers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Switch mode power </a:t>
            </a:r>
            <a:r>
              <a:rPr lang="en-US" sz="2400" b="1" dirty="0" smtClean="0">
                <a:solidFill>
                  <a:srgbClr val="FF0000"/>
                </a:solidFill>
              </a:rPr>
              <a:t>supplies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Introduction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Flyback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Forward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Push-Pull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smtClean="0"/>
              <a:t>Power components</a:t>
            </a:r>
            <a:endParaRPr lang="fr-FR" sz="2400" dirty="0"/>
          </a:p>
        </p:txBody>
      </p:sp>
      <p:sp>
        <p:nvSpPr>
          <p:cNvPr id="14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Layout</a:t>
            </a:r>
            <a:endParaRPr lang="fr-FR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2482507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 smtClean="0">
                <a:solidFill>
                  <a:prstClr val="white"/>
                </a:solidFill>
                <a:latin typeface="Myriad Pro" charset="0"/>
                <a:cs typeface="Myriad Pro" charset="0"/>
              </a:rPr>
              <a:t>Introduction</a:t>
            </a:r>
            <a:endParaRPr lang="en-US" sz="2200" dirty="0">
              <a:solidFill>
                <a:prstClr val="white"/>
              </a:solidFill>
              <a:latin typeface="Myriad Pro" charset="0"/>
              <a:cs typeface="Myriad Pro" charset="0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995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Linear isolated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 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power supply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54"/>
          <a:stretch>
            <a:fillRect/>
          </a:stretch>
        </p:blipFill>
        <p:spPr bwMode="auto">
          <a:xfrm>
            <a:off x="3590059" y="2147454"/>
            <a:ext cx="7194550" cy="2232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2" name="Group 6"/>
          <p:cNvGrpSpPr>
            <a:grpSpLocks/>
          </p:cNvGrpSpPr>
          <p:nvPr/>
        </p:nvGrpSpPr>
        <p:grpSpPr bwMode="auto">
          <a:xfrm>
            <a:off x="7261947" y="4450917"/>
            <a:ext cx="2520950" cy="1666875"/>
            <a:chOff x="2925" y="2795"/>
            <a:chExt cx="1588" cy="1050"/>
          </a:xfrm>
        </p:grpSpPr>
        <p:sp>
          <p:nvSpPr>
            <p:cNvPr id="13" name="AutoShape 7"/>
            <p:cNvSpPr>
              <a:spLocks noChangeArrowheads="1"/>
            </p:cNvSpPr>
            <p:nvPr/>
          </p:nvSpPr>
          <p:spPr bwMode="auto">
            <a:xfrm>
              <a:off x="2925" y="2795"/>
              <a:ext cx="227" cy="680"/>
            </a:xfrm>
            <a:prstGeom prst="upArrow">
              <a:avLst>
                <a:gd name="adj1" fmla="val 50000"/>
                <a:gd name="adj2" fmla="val 74890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" name="AutoShape 8"/>
            <p:cNvSpPr>
              <a:spLocks noChangeArrowheads="1"/>
            </p:cNvSpPr>
            <p:nvPr/>
          </p:nvSpPr>
          <p:spPr bwMode="auto">
            <a:xfrm>
              <a:off x="4286" y="2795"/>
              <a:ext cx="227" cy="680"/>
            </a:xfrm>
            <a:prstGeom prst="upArrow">
              <a:avLst>
                <a:gd name="adj1" fmla="val 50000"/>
                <a:gd name="adj2" fmla="val 74890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" name="Text Box 9"/>
            <p:cNvSpPr txBox="1">
              <a:spLocks noChangeArrowheads="1"/>
            </p:cNvSpPr>
            <p:nvPr/>
          </p:nvSpPr>
          <p:spPr bwMode="auto">
            <a:xfrm>
              <a:off x="3288" y="3612"/>
              <a:ext cx="89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L.F. filtering</a:t>
              </a:r>
            </a:p>
          </p:txBody>
        </p:sp>
      </p:grpSp>
      <p:grpSp>
        <p:nvGrpSpPr>
          <p:cNvPr id="16" name="Group 10"/>
          <p:cNvGrpSpPr>
            <a:grpSpLocks/>
          </p:cNvGrpSpPr>
          <p:nvPr/>
        </p:nvGrpSpPr>
        <p:grpSpPr bwMode="auto">
          <a:xfrm>
            <a:off x="4166322" y="4666817"/>
            <a:ext cx="1293812" cy="1522412"/>
            <a:chOff x="975" y="2931"/>
            <a:chExt cx="815" cy="959"/>
          </a:xfrm>
        </p:grpSpPr>
        <p:sp>
          <p:nvSpPr>
            <p:cNvPr id="17" name="AutoShape 11"/>
            <p:cNvSpPr>
              <a:spLocks noChangeArrowheads="1"/>
            </p:cNvSpPr>
            <p:nvPr/>
          </p:nvSpPr>
          <p:spPr bwMode="auto">
            <a:xfrm>
              <a:off x="1247" y="2931"/>
              <a:ext cx="272" cy="681"/>
            </a:xfrm>
            <a:prstGeom prst="upArrow">
              <a:avLst>
                <a:gd name="adj1" fmla="val 50000"/>
                <a:gd name="adj2" fmla="val 62592"/>
              </a:avLst>
            </a:prstGeom>
            <a:solidFill>
              <a:srgbClr val="0033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Text Box 12"/>
            <p:cNvSpPr txBox="1">
              <a:spLocks noChangeArrowheads="1"/>
            </p:cNvSpPr>
            <p:nvPr/>
          </p:nvSpPr>
          <p:spPr bwMode="auto">
            <a:xfrm>
              <a:off x="975" y="3657"/>
              <a:ext cx="81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33CC"/>
                  </a:solidFill>
                  <a:latin typeface="Times New Roman" panose="02020603050405020304" pitchFamily="18" charset="0"/>
                </a:rPr>
                <a:t>heavy, large</a:t>
              </a:r>
            </a:p>
          </p:txBody>
        </p:sp>
      </p:grpSp>
      <p:sp>
        <p:nvSpPr>
          <p:cNvPr id="19" name="AutoShape 13"/>
          <p:cNvSpPr>
            <a:spLocks/>
          </p:cNvSpPr>
          <p:nvPr/>
        </p:nvSpPr>
        <p:spPr bwMode="auto">
          <a:xfrm>
            <a:off x="9206634" y="1599767"/>
            <a:ext cx="1800225" cy="609600"/>
          </a:xfrm>
          <a:prstGeom prst="borderCallout1">
            <a:avLst>
              <a:gd name="adj1" fmla="val 18750"/>
              <a:gd name="adj2" fmla="val -4231"/>
              <a:gd name="adj3" fmla="val 172398"/>
              <a:gd name="adj4" fmla="val -44005"/>
            </a:avLst>
          </a:prstGeom>
          <a:noFill/>
          <a:ln w="19050">
            <a:solidFill>
              <a:srgbClr val="008000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Linear mode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=&gt; losses</a:t>
            </a:r>
          </a:p>
        </p:txBody>
      </p:sp>
      <p:sp>
        <p:nvSpPr>
          <p:cNvPr id="20" name="ZoneTexte 1"/>
          <p:cNvSpPr txBox="1">
            <a:spLocks noChangeArrowheads="1"/>
          </p:cNvSpPr>
          <p:nvPr/>
        </p:nvSpPr>
        <p:spPr bwMode="auto">
          <a:xfrm>
            <a:off x="5895109" y="1814079"/>
            <a:ext cx="2159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latin typeface="Times New Roman" panose="02020603050405020304" pitchFamily="18" charset="0"/>
              </a:rPr>
              <a:t>Linear supply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776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Isolated switched-mode 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power supply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0"/>
          <a:stretch>
            <a:fillRect/>
          </a:stretch>
        </p:blipFill>
        <p:spPr bwMode="auto">
          <a:xfrm>
            <a:off x="3256829" y="2052493"/>
            <a:ext cx="7840662" cy="248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" name="Group 6"/>
          <p:cNvGrpSpPr>
            <a:grpSpLocks/>
          </p:cNvGrpSpPr>
          <p:nvPr/>
        </p:nvGrpSpPr>
        <p:grpSpPr bwMode="auto">
          <a:xfrm>
            <a:off x="7647854" y="4573443"/>
            <a:ext cx="1223962" cy="1520825"/>
            <a:chOff x="3107" y="2750"/>
            <a:chExt cx="771" cy="958"/>
          </a:xfrm>
        </p:grpSpPr>
        <p:sp>
          <p:nvSpPr>
            <p:cNvPr id="12" name="AutoShape 7"/>
            <p:cNvSpPr>
              <a:spLocks noChangeArrowheads="1"/>
            </p:cNvSpPr>
            <p:nvPr/>
          </p:nvSpPr>
          <p:spPr bwMode="auto">
            <a:xfrm>
              <a:off x="3379" y="2750"/>
              <a:ext cx="227" cy="499"/>
            </a:xfrm>
            <a:prstGeom prst="upArrow">
              <a:avLst>
                <a:gd name="adj1" fmla="val 50000"/>
                <a:gd name="adj2" fmla="val 54956"/>
              </a:avLst>
            </a:prstGeom>
            <a:solidFill>
              <a:srgbClr val="0033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3" name="Text Box 8"/>
            <p:cNvSpPr txBox="1">
              <a:spLocks noChangeArrowheads="1"/>
            </p:cNvSpPr>
            <p:nvPr/>
          </p:nvSpPr>
          <p:spPr bwMode="auto">
            <a:xfrm>
              <a:off x="3107" y="3475"/>
              <a:ext cx="771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33CC"/>
                  </a:solidFill>
                  <a:latin typeface="Times New Roman" panose="02020603050405020304" pitchFamily="18" charset="0"/>
                </a:rPr>
                <a:t>small, light</a:t>
              </a:r>
            </a:p>
          </p:txBody>
        </p:sp>
      </p:grp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5058641" y="4428981"/>
            <a:ext cx="5784850" cy="1674812"/>
            <a:chOff x="1476" y="2659"/>
            <a:chExt cx="3644" cy="1055"/>
          </a:xfrm>
        </p:grpSpPr>
        <p:grpSp>
          <p:nvGrpSpPr>
            <p:cNvPr id="15" name="Group 10"/>
            <p:cNvGrpSpPr>
              <a:grpSpLocks/>
            </p:cNvGrpSpPr>
            <p:nvPr/>
          </p:nvGrpSpPr>
          <p:grpSpPr bwMode="auto">
            <a:xfrm>
              <a:off x="1476" y="2750"/>
              <a:ext cx="904" cy="881"/>
              <a:chOff x="1476" y="2750"/>
              <a:chExt cx="904" cy="881"/>
            </a:xfrm>
          </p:grpSpPr>
          <p:sp>
            <p:nvSpPr>
              <p:cNvPr id="19" name="AutoShape 11"/>
              <p:cNvSpPr>
                <a:spLocks noChangeArrowheads="1"/>
              </p:cNvSpPr>
              <p:nvPr/>
            </p:nvSpPr>
            <p:spPr bwMode="auto">
              <a:xfrm>
                <a:off x="1837" y="2750"/>
                <a:ext cx="227" cy="544"/>
              </a:xfrm>
              <a:prstGeom prst="upArrow">
                <a:avLst>
                  <a:gd name="adj1" fmla="val 50000"/>
                  <a:gd name="adj2" fmla="val 59912"/>
                </a:avLst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" name="Text Box 12"/>
              <p:cNvSpPr txBox="1">
                <a:spLocks noChangeArrowheads="1"/>
              </p:cNvSpPr>
              <p:nvPr/>
            </p:nvSpPr>
            <p:spPr bwMode="auto">
              <a:xfrm>
                <a:off x="1476" y="3398"/>
                <a:ext cx="904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Easy filtering</a:t>
                </a:r>
              </a:p>
            </p:txBody>
          </p:sp>
        </p:grpSp>
        <p:grpSp>
          <p:nvGrpSpPr>
            <p:cNvPr id="16" name="Group 13"/>
            <p:cNvGrpSpPr>
              <a:grpSpLocks/>
            </p:cNvGrpSpPr>
            <p:nvPr/>
          </p:nvGrpSpPr>
          <p:grpSpPr bwMode="auto">
            <a:xfrm>
              <a:off x="4535" y="2659"/>
              <a:ext cx="585" cy="1055"/>
              <a:chOff x="4535" y="2659"/>
              <a:chExt cx="585" cy="1055"/>
            </a:xfrm>
          </p:grpSpPr>
          <p:sp>
            <p:nvSpPr>
              <p:cNvPr id="17" name="AutoShape 14"/>
              <p:cNvSpPr>
                <a:spLocks noChangeArrowheads="1"/>
              </p:cNvSpPr>
              <p:nvPr/>
            </p:nvSpPr>
            <p:spPr bwMode="auto">
              <a:xfrm>
                <a:off x="4740" y="2659"/>
                <a:ext cx="227" cy="544"/>
              </a:xfrm>
              <a:prstGeom prst="upArrow">
                <a:avLst>
                  <a:gd name="adj1" fmla="val 50000"/>
                  <a:gd name="adj2" fmla="val 59912"/>
                </a:avLst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" name="Text Box 15"/>
              <p:cNvSpPr txBox="1">
                <a:spLocks noChangeArrowheads="1"/>
              </p:cNvSpPr>
              <p:nvPr/>
            </p:nvSpPr>
            <p:spPr bwMode="auto">
              <a:xfrm>
                <a:off x="4535" y="3307"/>
                <a:ext cx="585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H.F.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filtering</a:t>
                </a:r>
              </a:p>
            </p:txBody>
          </p:sp>
        </p:grpSp>
      </p:grpSp>
      <p:sp>
        <p:nvSpPr>
          <p:cNvPr id="21" name="AutoShape 16"/>
          <p:cNvSpPr>
            <a:spLocks/>
          </p:cNvSpPr>
          <p:nvPr/>
        </p:nvSpPr>
        <p:spPr bwMode="auto">
          <a:xfrm>
            <a:off x="3615604" y="1549256"/>
            <a:ext cx="2006600" cy="609600"/>
          </a:xfrm>
          <a:prstGeom prst="borderCallout1">
            <a:avLst>
              <a:gd name="adj1" fmla="val 18750"/>
              <a:gd name="adj2" fmla="val 103796"/>
              <a:gd name="adj3" fmla="val 226565"/>
              <a:gd name="adj4" fmla="val 140505"/>
            </a:avLst>
          </a:prstGeom>
          <a:noFill/>
          <a:ln w="19050">
            <a:solidFill>
              <a:srgbClr val="008000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Switching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=&gt; Low losses</a:t>
            </a:r>
          </a:p>
        </p:txBody>
      </p:sp>
      <p:sp>
        <p:nvSpPr>
          <p:cNvPr id="22" name="ZoneTexte 1"/>
          <p:cNvSpPr txBox="1">
            <a:spLocks noChangeArrowheads="1"/>
          </p:cNvSpPr>
          <p:nvPr/>
        </p:nvSpPr>
        <p:spPr bwMode="auto">
          <a:xfrm>
            <a:off x="8079654" y="1868343"/>
            <a:ext cx="31686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u="sng">
                <a:latin typeface="Times New Roman" panose="02020603050405020304" pitchFamily="18" charset="0"/>
              </a:rPr>
              <a:t>Switched-mode power supply</a:t>
            </a:r>
          </a:p>
        </p:txBody>
      </p:sp>
      <p:sp>
        <p:nvSpPr>
          <p:cNvPr id="23" name="ZoneTexte 2"/>
          <p:cNvSpPr txBox="1">
            <a:spLocks noChangeArrowheads="1"/>
          </p:cNvSpPr>
          <p:nvPr/>
        </p:nvSpPr>
        <p:spPr bwMode="auto">
          <a:xfrm>
            <a:off x="6535016" y="2185843"/>
            <a:ext cx="825500" cy="4619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latin typeface="Times New Roman" panose="02020603050405020304" pitchFamily="18" charset="0"/>
              </a:rPr>
              <a:t>Chopper control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5577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6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Comparison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Group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1463415"/>
              </p:ext>
            </p:extLst>
          </p:nvPr>
        </p:nvGraphicFramePr>
        <p:xfrm>
          <a:off x="3338946" y="1440584"/>
          <a:ext cx="8229600" cy="4525965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Element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LINEAR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1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Switching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Transformer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Large (50 Hz)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Small (H.F.)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Transistor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Linear (losses)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Switching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Output filter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Large (50 Hz)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Simple (H.F.)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Command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autonomous, simple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0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control, complex</a:t>
                      </a:r>
                      <a:endParaRPr kumimoji="0" lang="en-CA" altLang="fr-FR" sz="20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700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Efficiency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40 % &lt;   &lt; 50 %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70 % &lt;   &lt; 90 %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Control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0,1 %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0,5 %</a:t>
                      </a:r>
                      <a:endParaRPr kumimoji="0" lang="en-CA" altLang="fr-FR" sz="2400" b="0" i="0" u="none" strike="noStrike" cap="none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5928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Switched-mode power supply nomenclature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3252879" y="1947574"/>
            <a:ext cx="7169150" cy="3416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sz="36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Flyback</a:t>
            </a:r>
            <a:r>
              <a:rPr lang="en-CA" altLang="fr-FR" sz="3600" b="1" i="1" dirty="0">
                <a:latin typeface="Times New Roman" panose="02020603050405020304" pitchFamily="18" charset="0"/>
              </a:rPr>
              <a:t> : energy storage converter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endParaRPr lang="en-CA" altLang="fr-FR" sz="3600" b="1" i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sz="36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Forward</a:t>
            </a:r>
            <a:r>
              <a:rPr lang="en-CA" altLang="fr-FR" sz="3600" b="1" i="1" dirty="0">
                <a:latin typeface="Times New Roman" panose="02020603050405020304" pitchFamily="18" charset="0"/>
              </a:rPr>
              <a:t> : direct converter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endParaRPr lang="en-CA" altLang="fr-FR" sz="3600" b="1" i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sz="36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Push-Pull</a:t>
            </a:r>
            <a:r>
              <a:rPr lang="en-CA" altLang="fr-FR" sz="3600" b="1" i="1" dirty="0">
                <a:latin typeface="Times New Roman" panose="02020603050405020304" pitchFamily="18" charset="0"/>
              </a:rPr>
              <a:t> : symmetric converter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en-CA" altLang="fr-FR" sz="3600" b="1" i="1" dirty="0">
                <a:latin typeface="Times New Roman" panose="02020603050405020304" pitchFamily="18" charset="0"/>
              </a:rPr>
              <a:t>	(full bridge or half bridge)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7718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8277" y="1826496"/>
            <a:ext cx="4032250" cy="2498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3764" y="1755059"/>
            <a:ext cx="3600450" cy="2725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4964402" y="5211046"/>
            <a:ext cx="373697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FF3300"/>
                </a:solidFill>
                <a:latin typeface="Times New Roman" panose="02020603050405020304" pitchFamily="18" charset="0"/>
              </a:rPr>
              <a:t>Easiness, low power, few components</a:t>
            </a:r>
          </a:p>
        </p:txBody>
      </p:sp>
      <p:sp>
        <p:nvSpPr>
          <p:cNvPr id="14" name="ZoneTexte 1"/>
          <p:cNvSpPr txBox="1">
            <a:spLocks noChangeArrowheads="1"/>
          </p:cNvSpPr>
          <p:nvPr/>
        </p:nvSpPr>
        <p:spPr bwMode="auto">
          <a:xfrm>
            <a:off x="8610889" y="3520359"/>
            <a:ext cx="1727200" cy="6461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Full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5" name="ZoneTexte 11"/>
          <p:cNvSpPr txBox="1">
            <a:spLocks noChangeArrowheads="1"/>
          </p:cNvSpPr>
          <p:nvPr/>
        </p:nvSpPr>
        <p:spPr bwMode="auto">
          <a:xfrm>
            <a:off x="9626889" y="2170984"/>
            <a:ext cx="1728788" cy="6477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Partial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8677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Forward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6906" y="1719840"/>
            <a:ext cx="4314825" cy="2295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5418" y="1576965"/>
            <a:ext cx="3455988" cy="2913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4978256" y="5413952"/>
            <a:ext cx="496252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FF3300"/>
                </a:solidFill>
                <a:latin typeface="Times New Roman" panose="02020603050405020304" pitchFamily="18" charset="0"/>
              </a:rPr>
              <a:t>Magnetic component optimized, more components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995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1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Symmetric converter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7778" y="1990948"/>
            <a:ext cx="4849813" cy="2640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5916" y="1846485"/>
            <a:ext cx="3006725" cy="279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5550478" y="5118323"/>
            <a:ext cx="3390900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FF3300"/>
                </a:solidFill>
                <a:latin typeface="Times New Roman" panose="02020603050405020304" pitchFamily="18" charset="0"/>
              </a:rPr>
              <a:t>High power, 2 transistors or more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93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1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 smtClean="0">
                <a:solidFill>
                  <a:prstClr val="white"/>
                </a:solidFill>
                <a:latin typeface="Myriad Pro" charset="0"/>
                <a:cs typeface="Myriad Pro" charset="0"/>
              </a:rPr>
              <a:t>Flyback</a:t>
            </a:r>
            <a:endParaRPr lang="en-US" sz="2200" dirty="0">
              <a:solidFill>
                <a:prstClr val="white"/>
              </a:solidFill>
              <a:latin typeface="Myriad Pro" charset="0"/>
              <a:cs typeface="Myriad Pro" charset="0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6648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necteur droit 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8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converter study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12" name="Imag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559" y="738569"/>
            <a:ext cx="3038475" cy="2409825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4394" y="1114910"/>
            <a:ext cx="3838575" cy="1638300"/>
          </a:xfrm>
          <a:prstGeom prst="rect">
            <a:avLst/>
          </a:prstGeom>
        </p:spPr>
      </p:pic>
      <p:grpSp>
        <p:nvGrpSpPr>
          <p:cNvPr id="21" name="Groupe 20"/>
          <p:cNvGrpSpPr/>
          <p:nvPr/>
        </p:nvGrpSpPr>
        <p:grpSpPr>
          <a:xfrm>
            <a:off x="6660628" y="5237308"/>
            <a:ext cx="406400" cy="356364"/>
            <a:chOff x="7061200" y="2120900"/>
            <a:chExt cx="406400" cy="356364"/>
          </a:xfrm>
        </p:grpSpPr>
        <p:cxnSp>
          <p:nvCxnSpPr>
            <p:cNvPr id="15" name="Connecteur droit 14"/>
            <p:cNvCxnSpPr/>
            <p:nvPr/>
          </p:nvCxnSpPr>
          <p:spPr>
            <a:xfrm>
              <a:off x="7061200" y="2120900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/>
            <p:cNvCxnSpPr/>
            <p:nvPr/>
          </p:nvCxnSpPr>
          <p:spPr>
            <a:xfrm>
              <a:off x="7061200" y="22994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/>
            <p:cNvCxnSpPr/>
            <p:nvPr/>
          </p:nvCxnSpPr>
          <p:spPr>
            <a:xfrm>
              <a:off x="7061200" y="24772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Image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5029" y="4196434"/>
            <a:ext cx="3390900" cy="2314575"/>
          </a:xfrm>
          <a:prstGeom prst="rect">
            <a:avLst/>
          </a:prstGeom>
        </p:spPr>
      </p:pic>
      <p:pic>
        <p:nvPicPr>
          <p:cNvPr id="20" name="Image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7281" y="4053559"/>
            <a:ext cx="3352800" cy="2457450"/>
          </a:xfrm>
          <a:prstGeom prst="rect">
            <a:avLst/>
          </a:prstGeom>
        </p:spPr>
      </p:pic>
      <p:sp>
        <p:nvSpPr>
          <p:cNvPr id="24" name="Flèche droite 23"/>
          <p:cNvSpPr/>
          <p:nvPr/>
        </p:nvSpPr>
        <p:spPr>
          <a:xfrm rot="5400000">
            <a:off x="8986837" y="3428574"/>
            <a:ext cx="840105" cy="48768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5" name="Groupe 24"/>
          <p:cNvGrpSpPr/>
          <p:nvPr/>
        </p:nvGrpSpPr>
        <p:grpSpPr>
          <a:xfrm>
            <a:off x="7067028" y="1818583"/>
            <a:ext cx="406400" cy="356364"/>
            <a:chOff x="7061200" y="2120900"/>
            <a:chExt cx="406400" cy="356364"/>
          </a:xfrm>
        </p:grpSpPr>
        <p:cxnSp>
          <p:nvCxnSpPr>
            <p:cNvPr id="26" name="Connecteur droit 25"/>
            <p:cNvCxnSpPr/>
            <p:nvPr/>
          </p:nvCxnSpPr>
          <p:spPr>
            <a:xfrm>
              <a:off x="7061200" y="2120900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/>
            <p:cNvCxnSpPr/>
            <p:nvPr/>
          </p:nvCxnSpPr>
          <p:spPr>
            <a:xfrm>
              <a:off x="7061200" y="22994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27"/>
            <p:cNvCxnSpPr/>
            <p:nvPr/>
          </p:nvCxnSpPr>
          <p:spPr>
            <a:xfrm>
              <a:off x="7061200" y="24772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/>
          <p:cNvSpPr txBox="1"/>
          <p:nvPr/>
        </p:nvSpPr>
        <p:spPr>
          <a:xfrm>
            <a:off x="3535666" y="2944002"/>
            <a:ext cx="2612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i="1" u="sng" dirty="0" smtClean="0"/>
              <a:t>Buck - </a:t>
            </a:r>
            <a:r>
              <a:rPr lang="fr-FR" sz="2000" i="1" u="sng" dirty="0" err="1" smtClean="0"/>
              <a:t>Boost</a:t>
            </a:r>
            <a:endParaRPr lang="fr-FR" sz="2000" i="1" u="sng" dirty="0"/>
          </a:p>
        </p:txBody>
      </p:sp>
      <p:sp>
        <p:nvSpPr>
          <p:cNvPr id="30" name="ZoneTexte 29"/>
          <p:cNvSpPr txBox="1"/>
          <p:nvPr/>
        </p:nvSpPr>
        <p:spPr>
          <a:xfrm>
            <a:off x="4251256" y="5971879"/>
            <a:ext cx="2612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i="1" u="sng" dirty="0" err="1" smtClean="0"/>
              <a:t>Flyback</a:t>
            </a:r>
            <a:endParaRPr lang="fr-FR" sz="2000" i="1" u="sng" dirty="0"/>
          </a:p>
        </p:txBody>
      </p:sp>
    </p:spTree>
    <p:extLst>
      <p:ext uri="{BB962C8B-B14F-4D97-AF65-F5344CB8AC3E}">
        <p14:creationId xmlns:p14="http://schemas.microsoft.com/office/powerpoint/2010/main" val="3383734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3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converter study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0119" y="1266247"/>
            <a:ext cx="5721350" cy="321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4161194" y="4722235"/>
            <a:ext cx="6034088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FF3300"/>
                </a:solidFill>
                <a:latin typeface="Times New Roman" panose="02020603050405020304" pitchFamily="18" charset="0"/>
              </a:rPr>
              <a:t>Hypothesis</a:t>
            </a:r>
            <a:r>
              <a:rPr lang="en-CA" altLang="fr-FR" sz="1800" b="1" i="1">
                <a:latin typeface="Times New Roman" panose="02020603050405020304" pitchFamily="18" charset="0"/>
              </a:rPr>
              <a:t> : E constant, V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s</a:t>
            </a:r>
            <a:r>
              <a:rPr lang="en-CA" altLang="fr-FR" sz="1800" b="1" i="1">
                <a:latin typeface="Times New Roman" panose="02020603050405020304" pitchFamily="18" charset="0"/>
              </a:rPr>
              <a:t> constant, perfect semi-conductors</a:t>
            </a:r>
          </a:p>
        </p:txBody>
      </p:sp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5024794" y="5227060"/>
            <a:ext cx="4337050" cy="941387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0033CC"/>
                </a:solidFill>
                <a:latin typeface="Times New Roman" panose="02020603050405020304" pitchFamily="18" charset="0"/>
              </a:rPr>
              <a:t>2 magnetic modes</a:t>
            </a:r>
            <a:r>
              <a:rPr lang="en-CA" altLang="fr-FR" sz="1800" b="1" i="1">
                <a:latin typeface="Times New Roman" panose="02020603050405020304" pitchFamily="18" charset="0"/>
              </a:rPr>
              <a:t/>
            </a:r>
            <a:br>
              <a:rPr lang="en-CA" altLang="fr-FR" sz="1800" b="1" i="1">
                <a:latin typeface="Times New Roman" panose="02020603050405020304" pitchFamily="18" charset="0"/>
              </a:rPr>
            </a:br>
            <a:r>
              <a:rPr lang="en-CA" altLang="fr-FR" sz="1800" b="1" i="1">
                <a:latin typeface="Times New Roman" panose="02020603050405020304" pitchFamily="18" charset="0"/>
              </a:rPr>
              <a:t>Partial demagnetization (continuous mode)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Full demagnetization (discontinuous mode)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89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 model: convention !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151" y="1714761"/>
            <a:ext cx="5205413" cy="1995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3040345" y="3918000"/>
            <a:ext cx="434388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u="sng" dirty="0">
                <a:latin typeface="Times New Roman" panose="02020603050405020304" pitchFamily="18" charset="0"/>
              </a:rPr>
              <a:t>No losses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latin typeface="Times New Roman" panose="02020603050405020304" pitchFamily="18" charset="0"/>
              </a:rPr>
              <a:t>L : magnetizing inductance (at the primary</a:t>
            </a:r>
            <a:r>
              <a:rPr lang="en-CA" altLang="fr-FR" sz="1800" b="1" i="1" dirty="0" smtClean="0">
                <a:latin typeface="Times New Roman" panose="02020603050405020304" pitchFamily="18" charset="0"/>
              </a:rPr>
              <a:t>)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 smtClean="0">
                <a:latin typeface="Times New Roman" panose="02020603050405020304" pitchFamily="18" charset="0"/>
              </a:rPr>
              <a:t>R: Reluctance of the magnetic circuit</a:t>
            </a:r>
            <a:endParaRPr lang="en-CA" altLang="fr-FR" sz="1800" b="1" i="1" dirty="0">
              <a:latin typeface="Times New Roman" panose="02020603050405020304" pitchFamily="18" charset="0"/>
            </a:endParaRPr>
          </a:p>
        </p:txBody>
      </p:sp>
      <p:graphicFrame>
        <p:nvGraphicFramePr>
          <p:cNvPr id="13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1814869"/>
              </p:ext>
            </p:extLst>
          </p:nvPr>
        </p:nvGraphicFramePr>
        <p:xfrm>
          <a:off x="4533900" y="5319713"/>
          <a:ext cx="4665663" cy="731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68" name="Équation" r:id="rId4" imgW="1777680" imgH="279360" progId="Equation.3">
                  <p:embed/>
                </p:oleObj>
              </mc:Choice>
              <mc:Fallback>
                <p:oleObj name="Équation" r:id="rId4" imgW="1777680" imgH="279360" progId="Equation.3">
                  <p:embed/>
                  <p:pic>
                    <p:nvPicPr>
                      <p:cNvPr id="1434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33900" y="5319713"/>
                        <a:ext cx="4665663" cy="7318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5931776" y="1544899"/>
            <a:ext cx="3209925" cy="3697287"/>
            <a:chOff x="2064" y="783"/>
            <a:chExt cx="2022" cy="2329"/>
          </a:xfrm>
        </p:grpSpPr>
        <p:sp>
          <p:nvSpPr>
            <p:cNvPr id="15" name="AutoShape 10"/>
            <p:cNvSpPr>
              <a:spLocks noChangeArrowheads="1"/>
            </p:cNvSpPr>
            <p:nvPr/>
          </p:nvSpPr>
          <p:spPr bwMode="auto">
            <a:xfrm rot="2888743">
              <a:off x="2857" y="2455"/>
              <a:ext cx="453" cy="862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 rot="-9428741">
              <a:off x="3532" y="1718"/>
              <a:ext cx="271" cy="816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7" name="AutoShape 12"/>
            <p:cNvSpPr>
              <a:spLocks noChangeArrowheads="1"/>
            </p:cNvSpPr>
            <p:nvPr/>
          </p:nvSpPr>
          <p:spPr bwMode="auto">
            <a:xfrm rot="10150441">
              <a:off x="2608" y="1570"/>
              <a:ext cx="272" cy="817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Oval 13"/>
            <p:cNvSpPr>
              <a:spLocks noChangeArrowheads="1"/>
            </p:cNvSpPr>
            <p:nvPr/>
          </p:nvSpPr>
          <p:spPr bwMode="auto">
            <a:xfrm rot="-2378651">
              <a:off x="2064" y="845"/>
              <a:ext cx="544" cy="725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Oval 14"/>
            <p:cNvSpPr>
              <a:spLocks noChangeArrowheads="1"/>
            </p:cNvSpPr>
            <p:nvPr/>
          </p:nvSpPr>
          <p:spPr bwMode="auto">
            <a:xfrm rot="2411537">
              <a:off x="3388" y="783"/>
              <a:ext cx="698" cy="952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2" name="Rectangle à coins arrondis 1"/>
          <p:cNvSpPr/>
          <p:nvPr/>
        </p:nvSpPr>
        <p:spPr>
          <a:xfrm>
            <a:off x="4211782" y="5170750"/>
            <a:ext cx="5286764" cy="97926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à coins arrondis 19"/>
          <p:cNvSpPr/>
          <p:nvPr/>
        </p:nvSpPr>
        <p:spPr>
          <a:xfrm>
            <a:off x="4088024" y="5060530"/>
            <a:ext cx="5554739" cy="11918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/>
          <p:cNvSpPr txBox="1"/>
          <p:nvPr/>
        </p:nvSpPr>
        <p:spPr>
          <a:xfrm>
            <a:off x="9811380" y="5390087"/>
            <a:ext cx="25248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Hopkinson’s law</a:t>
            </a:r>
            <a:endParaRPr 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9175053" y="4132266"/>
                <a:ext cx="2574103" cy="7823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5053" y="4132266"/>
                <a:ext cx="2574103" cy="7823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ZoneTexte 20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4282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 model: convention !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151" y="1714761"/>
            <a:ext cx="5205413" cy="1995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4671496" y="4307149"/>
            <a:ext cx="107593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latin typeface="Times New Roman" panose="02020603050405020304" pitchFamily="18" charset="0"/>
              </a:rPr>
              <a:t>No </a:t>
            </a:r>
            <a:r>
              <a:rPr lang="en-CA" altLang="fr-FR" sz="1800" b="1" i="1" dirty="0" smtClean="0">
                <a:latin typeface="Times New Roman" panose="02020603050405020304" pitchFamily="18" charset="0"/>
              </a:rPr>
              <a:t>losses</a:t>
            </a:r>
            <a:endParaRPr lang="en-CA" altLang="fr-FR" sz="1800" b="1" i="1" dirty="0">
              <a:latin typeface="Times New Roman" panose="02020603050405020304" pitchFamily="18" charset="0"/>
            </a:endParaRP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4645379" y="2204164"/>
            <a:ext cx="5549903" cy="2613026"/>
            <a:chOff x="1229" y="1160"/>
            <a:chExt cx="3496" cy="1646"/>
          </a:xfrm>
        </p:grpSpPr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 rot="12171259">
              <a:off x="3545" y="1990"/>
              <a:ext cx="271" cy="816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7" name="AutoShape 12"/>
            <p:cNvSpPr>
              <a:spLocks noChangeArrowheads="1"/>
            </p:cNvSpPr>
            <p:nvPr/>
          </p:nvSpPr>
          <p:spPr bwMode="auto">
            <a:xfrm rot="10150441">
              <a:off x="1954" y="1885"/>
              <a:ext cx="272" cy="817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Oval 13"/>
            <p:cNvSpPr>
              <a:spLocks noChangeArrowheads="1"/>
            </p:cNvSpPr>
            <p:nvPr/>
          </p:nvSpPr>
          <p:spPr bwMode="auto">
            <a:xfrm rot="14929719">
              <a:off x="1474" y="929"/>
              <a:ext cx="782" cy="1272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Oval 14"/>
            <p:cNvSpPr>
              <a:spLocks noChangeArrowheads="1"/>
            </p:cNvSpPr>
            <p:nvPr/>
          </p:nvSpPr>
          <p:spPr bwMode="auto">
            <a:xfrm rot="6379136">
              <a:off x="3611" y="932"/>
              <a:ext cx="885" cy="1342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2" name="Rectangle à coins arrondis 1"/>
          <p:cNvSpPr/>
          <p:nvPr/>
        </p:nvSpPr>
        <p:spPr>
          <a:xfrm>
            <a:off x="4211782" y="5170750"/>
            <a:ext cx="4594593" cy="97926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à coins arrondis 19"/>
          <p:cNvSpPr/>
          <p:nvPr/>
        </p:nvSpPr>
        <p:spPr>
          <a:xfrm>
            <a:off x="4088025" y="5060530"/>
            <a:ext cx="4863568" cy="11918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4394689" y="5283933"/>
                <a:ext cx="1858779" cy="7015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𝝋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4689" y="5283933"/>
                <a:ext cx="1858779" cy="7015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6800682" y="5309114"/>
                <a:ext cx="1858779" cy="7015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𝝋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682" y="5309114"/>
                <a:ext cx="1858779" cy="7015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ZoneTexte 21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011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transformer model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5115809"/>
              </p:ext>
            </p:extLst>
          </p:nvPr>
        </p:nvGraphicFramePr>
        <p:xfrm>
          <a:off x="5276273" y="3838864"/>
          <a:ext cx="2781300" cy="981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3" name="Equation" r:id="rId3" imgW="1079032" imgH="380835" progId="Equation.3">
                  <p:embed/>
                </p:oleObj>
              </mc:Choice>
              <mc:Fallback>
                <p:oleObj name="Equation" r:id="rId3" imgW="1079032" imgH="380835" progId="Equation.3">
                  <p:embed/>
                  <p:pic>
                    <p:nvPicPr>
                      <p:cNvPr id="15364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76273" y="3838864"/>
                        <a:ext cx="2781300" cy="981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75323"/>
              </p:ext>
            </p:extLst>
          </p:nvPr>
        </p:nvGraphicFramePr>
        <p:xfrm>
          <a:off x="4748213" y="5173663"/>
          <a:ext cx="4667250" cy="731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4" name="Équation" r:id="rId5" imgW="1777680" imgH="279360" progId="Equation.3">
                  <p:embed/>
                </p:oleObj>
              </mc:Choice>
              <mc:Fallback>
                <p:oleObj name="Équation" r:id="rId5" imgW="1777680" imgH="279360" progId="Equation.3">
                  <p:embed/>
                  <p:pic>
                    <p:nvPicPr>
                      <p:cNvPr id="1536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48213" y="5173663"/>
                        <a:ext cx="4667250" cy="7318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AutoShape 7"/>
          <p:cNvSpPr>
            <a:spLocks noChangeAspect="1" noChangeArrowheads="1" noTextEdit="1"/>
          </p:cNvSpPr>
          <p:nvPr/>
        </p:nvSpPr>
        <p:spPr bwMode="auto">
          <a:xfrm>
            <a:off x="4314248" y="1454439"/>
            <a:ext cx="5205413" cy="1995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Rectangle 8"/>
          <p:cNvSpPr>
            <a:spLocks noChangeArrowheads="1"/>
          </p:cNvSpPr>
          <p:nvPr/>
        </p:nvSpPr>
        <p:spPr bwMode="auto">
          <a:xfrm>
            <a:off x="4314248" y="1456027"/>
            <a:ext cx="603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" name="Oval 9"/>
          <p:cNvSpPr>
            <a:spLocks noChangeArrowheads="1"/>
          </p:cNvSpPr>
          <p:nvPr/>
        </p:nvSpPr>
        <p:spPr bwMode="auto">
          <a:xfrm>
            <a:off x="6257348" y="2079914"/>
            <a:ext cx="1125538" cy="1127125"/>
          </a:xfrm>
          <a:prstGeom prst="ellips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" name="Oval 10"/>
          <p:cNvSpPr>
            <a:spLocks noChangeArrowheads="1"/>
          </p:cNvSpPr>
          <p:nvPr/>
        </p:nvSpPr>
        <p:spPr bwMode="auto">
          <a:xfrm>
            <a:off x="6809798" y="2079914"/>
            <a:ext cx="1123950" cy="1127125"/>
          </a:xfrm>
          <a:prstGeom prst="ellips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 flipH="1">
            <a:off x="7805161" y="1852902"/>
            <a:ext cx="236537" cy="4540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H="1" flipV="1">
            <a:off x="7805161" y="2978439"/>
            <a:ext cx="236537" cy="434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 flipH="1">
            <a:off x="4907973" y="1852902"/>
            <a:ext cx="1222375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 flipH="1">
            <a:off x="4907973" y="3413414"/>
            <a:ext cx="1222375" cy="158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5"/>
          <p:cNvSpPr>
            <a:spLocks noChangeShapeType="1"/>
          </p:cNvSpPr>
          <p:nvPr/>
        </p:nvSpPr>
        <p:spPr bwMode="auto">
          <a:xfrm flipH="1">
            <a:off x="8041698" y="1852902"/>
            <a:ext cx="1006475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6"/>
          <p:cNvSpPr>
            <a:spLocks noChangeShapeType="1"/>
          </p:cNvSpPr>
          <p:nvPr/>
        </p:nvSpPr>
        <p:spPr bwMode="auto">
          <a:xfrm flipH="1">
            <a:off x="8041698" y="3413414"/>
            <a:ext cx="1006475" cy="158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Arc 17"/>
          <p:cNvSpPr>
            <a:spLocks/>
          </p:cNvSpPr>
          <p:nvPr/>
        </p:nvSpPr>
        <p:spPr bwMode="auto">
          <a:xfrm>
            <a:off x="5350886" y="2999077"/>
            <a:ext cx="128587" cy="109537"/>
          </a:xfrm>
          <a:custGeom>
            <a:avLst/>
            <a:gdLst>
              <a:gd name="T0" fmla="*/ 961421716 w 21600"/>
              <a:gd name="T1" fmla="*/ 367363451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Arc 18"/>
          <p:cNvSpPr>
            <a:spLocks/>
          </p:cNvSpPr>
          <p:nvPr/>
        </p:nvSpPr>
        <p:spPr bwMode="auto">
          <a:xfrm>
            <a:off x="5479473" y="3059402"/>
            <a:ext cx="128588" cy="50800"/>
          </a:xfrm>
          <a:custGeom>
            <a:avLst/>
            <a:gdLst>
              <a:gd name="T0" fmla="*/ 961465448 w 21600"/>
              <a:gd name="T1" fmla="*/ 0 h 21645"/>
              <a:gd name="T2" fmla="*/ 0 w 21600"/>
              <a:gd name="T3" fmla="*/ 3617394 h 21645"/>
              <a:gd name="T4" fmla="*/ 0 w 21600"/>
              <a:gd name="T5" fmla="*/ 7553 h 216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45" fill="none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</a:path>
              <a:path w="21600" h="21645" stroke="0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  <a:lnTo>
                  <a:pt x="0" y="45"/>
                </a:lnTo>
                <a:lnTo>
                  <a:pt x="21599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Arc 19"/>
          <p:cNvSpPr>
            <a:spLocks/>
          </p:cNvSpPr>
          <p:nvPr/>
        </p:nvSpPr>
        <p:spPr bwMode="auto">
          <a:xfrm>
            <a:off x="5350886" y="3008602"/>
            <a:ext cx="128587" cy="109537"/>
          </a:xfrm>
          <a:custGeom>
            <a:avLst/>
            <a:gdLst>
              <a:gd name="T0" fmla="*/ 0 w 21600"/>
              <a:gd name="T1" fmla="*/ 367363451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Arc 20"/>
          <p:cNvSpPr>
            <a:spLocks/>
          </p:cNvSpPr>
          <p:nvPr/>
        </p:nvSpPr>
        <p:spPr bwMode="auto">
          <a:xfrm>
            <a:off x="5479473" y="3008602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4760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Arc 21"/>
          <p:cNvSpPr>
            <a:spLocks/>
          </p:cNvSpPr>
          <p:nvPr/>
        </p:nvSpPr>
        <p:spPr bwMode="auto">
          <a:xfrm>
            <a:off x="5350886" y="2880014"/>
            <a:ext cx="128587" cy="109538"/>
          </a:xfrm>
          <a:custGeom>
            <a:avLst/>
            <a:gdLst>
              <a:gd name="T0" fmla="*/ 961421716 w 21600"/>
              <a:gd name="T1" fmla="*/ 367384199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Arc 22"/>
          <p:cNvSpPr>
            <a:spLocks/>
          </p:cNvSpPr>
          <p:nvPr/>
        </p:nvSpPr>
        <p:spPr bwMode="auto">
          <a:xfrm>
            <a:off x="5479473" y="2940339"/>
            <a:ext cx="128588" cy="50800"/>
          </a:xfrm>
          <a:custGeom>
            <a:avLst/>
            <a:gdLst>
              <a:gd name="T0" fmla="*/ 961465448 w 21600"/>
              <a:gd name="T1" fmla="*/ 0 h 21645"/>
              <a:gd name="T2" fmla="*/ 0 w 21600"/>
              <a:gd name="T3" fmla="*/ 3617394 h 21645"/>
              <a:gd name="T4" fmla="*/ 0 w 21600"/>
              <a:gd name="T5" fmla="*/ 7553 h 216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45" fill="none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</a:path>
              <a:path w="21600" h="21645" stroke="0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  <a:lnTo>
                  <a:pt x="0" y="45"/>
                </a:lnTo>
                <a:lnTo>
                  <a:pt x="21599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Arc 23"/>
          <p:cNvSpPr>
            <a:spLocks/>
          </p:cNvSpPr>
          <p:nvPr/>
        </p:nvSpPr>
        <p:spPr bwMode="auto">
          <a:xfrm>
            <a:off x="5350886" y="2889539"/>
            <a:ext cx="128587" cy="109538"/>
          </a:xfrm>
          <a:custGeom>
            <a:avLst/>
            <a:gdLst>
              <a:gd name="T0" fmla="*/ 0 w 21600"/>
              <a:gd name="T1" fmla="*/ 367384199 h 21600"/>
              <a:gd name="T2" fmla="*/ 961421716 w 21600"/>
              <a:gd name="T3" fmla="*/ 0 h 21600"/>
              <a:gd name="T4" fmla="*/ 961421716 w 21600"/>
              <a:gd name="T5" fmla="*/ 367384199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Arc 24"/>
          <p:cNvSpPr>
            <a:spLocks/>
          </p:cNvSpPr>
          <p:nvPr/>
        </p:nvSpPr>
        <p:spPr bwMode="auto">
          <a:xfrm>
            <a:off x="5479473" y="2889539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4760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Arc 25"/>
          <p:cNvSpPr>
            <a:spLocks/>
          </p:cNvSpPr>
          <p:nvPr/>
        </p:nvSpPr>
        <p:spPr bwMode="auto">
          <a:xfrm>
            <a:off x="5350886" y="2751427"/>
            <a:ext cx="128587" cy="119062"/>
          </a:xfrm>
          <a:custGeom>
            <a:avLst/>
            <a:gdLst>
              <a:gd name="T0" fmla="*/ 961421716 w 21600"/>
              <a:gd name="T1" fmla="*/ 590119678 h 21714"/>
              <a:gd name="T2" fmla="*/ 0 w 21600"/>
              <a:gd name="T3" fmla="*/ 0 h 21714"/>
              <a:gd name="T4" fmla="*/ 961421716 w 21600"/>
              <a:gd name="T5" fmla="*/ 3097789 h 21714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714" fill="none" extrusionOk="0">
                <a:moveTo>
                  <a:pt x="21600" y="21714"/>
                </a:moveTo>
                <a:cubicBezTo>
                  <a:pt x="9670" y="21714"/>
                  <a:pt x="0" y="12043"/>
                  <a:pt x="0" y="114"/>
                </a:cubicBezTo>
                <a:cubicBezTo>
                  <a:pt x="-1" y="76"/>
                  <a:pt x="0" y="38"/>
                  <a:pt x="0" y="0"/>
                </a:cubicBezTo>
              </a:path>
              <a:path w="21600" h="21714" stroke="0" extrusionOk="0">
                <a:moveTo>
                  <a:pt x="21600" y="21714"/>
                </a:moveTo>
                <a:cubicBezTo>
                  <a:pt x="9670" y="21714"/>
                  <a:pt x="0" y="12043"/>
                  <a:pt x="0" y="114"/>
                </a:cubicBezTo>
                <a:cubicBezTo>
                  <a:pt x="-1" y="76"/>
                  <a:pt x="0" y="38"/>
                  <a:pt x="0" y="0"/>
                </a:cubicBezTo>
                <a:lnTo>
                  <a:pt x="21600" y="114"/>
                </a:lnTo>
                <a:lnTo>
                  <a:pt x="21600" y="2171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Arc 26"/>
          <p:cNvSpPr>
            <a:spLocks/>
          </p:cNvSpPr>
          <p:nvPr/>
        </p:nvSpPr>
        <p:spPr bwMode="auto">
          <a:xfrm>
            <a:off x="5479473" y="2821277"/>
            <a:ext cx="128588" cy="50800"/>
          </a:xfrm>
          <a:custGeom>
            <a:avLst/>
            <a:gdLst>
              <a:gd name="T0" fmla="*/ 961465448 w 21600"/>
              <a:gd name="T1" fmla="*/ 0 h 21600"/>
              <a:gd name="T2" fmla="*/ 0 w 21600"/>
              <a:gd name="T3" fmla="*/ 3655215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Arc 27"/>
          <p:cNvSpPr>
            <a:spLocks/>
          </p:cNvSpPr>
          <p:nvPr/>
        </p:nvSpPr>
        <p:spPr bwMode="auto">
          <a:xfrm>
            <a:off x="5350886" y="2770477"/>
            <a:ext cx="128587" cy="109537"/>
          </a:xfrm>
          <a:custGeom>
            <a:avLst/>
            <a:gdLst>
              <a:gd name="T0" fmla="*/ 0 w 21600"/>
              <a:gd name="T1" fmla="*/ 367363451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Arc 28"/>
          <p:cNvSpPr>
            <a:spLocks/>
          </p:cNvSpPr>
          <p:nvPr/>
        </p:nvSpPr>
        <p:spPr bwMode="auto">
          <a:xfrm>
            <a:off x="5479473" y="2770477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5521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Arc 29"/>
          <p:cNvSpPr>
            <a:spLocks/>
          </p:cNvSpPr>
          <p:nvPr/>
        </p:nvSpPr>
        <p:spPr bwMode="auto">
          <a:xfrm>
            <a:off x="5350886" y="2622839"/>
            <a:ext cx="128587" cy="109538"/>
          </a:xfrm>
          <a:custGeom>
            <a:avLst/>
            <a:gdLst>
              <a:gd name="T0" fmla="*/ 961421716 w 21600"/>
              <a:gd name="T1" fmla="*/ 367384199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Arc 30"/>
          <p:cNvSpPr>
            <a:spLocks/>
          </p:cNvSpPr>
          <p:nvPr/>
        </p:nvSpPr>
        <p:spPr bwMode="auto">
          <a:xfrm>
            <a:off x="5479473" y="2692689"/>
            <a:ext cx="128588" cy="39688"/>
          </a:xfrm>
          <a:custGeom>
            <a:avLst/>
            <a:gdLst>
              <a:gd name="T0" fmla="*/ 961331062 w 21600"/>
              <a:gd name="T1" fmla="*/ 0 h 21942"/>
              <a:gd name="T2" fmla="*/ 0 w 21600"/>
              <a:gd name="T3" fmla="*/ 768372 h 21942"/>
              <a:gd name="T4" fmla="*/ 0 w 21600"/>
              <a:gd name="T5" fmla="*/ 11990 h 2194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42" fill="none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</a:path>
              <a:path w="21600" h="21942" stroke="0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  <a:lnTo>
                  <a:pt x="0" y="342"/>
                </a:lnTo>
                <a:lnTo>
                  <a:pt x="21597" y="-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Arc 31"/>
          <p:cNvSpPr>
            <a:spLocks/>
          </p:cNvSpPr>
          <p:nvPr/>
        </p:nvSpPr>
        <p:spPr bwMode="auto">
          <a:xfrm>
            <a:off x="5350886" y="2653002"/>
            <a:ext cx="128587" cy="109537"/>
          </a:xfrm>
          <a:custGeom>
            <a:avLst/>
            <a:gdLst>
              <a:gd name="T0" fmla="*/ 0 w 21600"/>
              <a:gd name="T1" fmla="*/ 367008333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</a:path>
              <a:path w="21600" h="21600" stroke="0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  <a:lnTo>
                  <a:pt x="21600" y="21600"/>
                </a:lnTo>
                <a:lnTo>
                  <a:pt x="0" y="21579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Arc 32"/>
          <p:cNvSpPr>
            <a:spLocks/>
          </p:cNvSpPr>
          <p:nvPr/>
        </p:nvSpPr>
        <p:spPr bwMode="auto">
          <a:xfrm>
            <a:off x="5479473" y="2653002"/>
            <a:ext cx="128588" cy="49212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021036 h 21600"/>
              <a:gd name="T4" fmla="*/ 0 w 21600"/>
              <a:gd name="T5" fmla="*/ 3021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Arc 33"/>
          <p:cNvSpPr>
            <a:spLocks/>
          </p:cNvSpPr>
          <p:nvPr/>
        </p:nvSpPr>
        <p:spPr bwMode="auto">
          <a:xfrm>
            <a:off x="5350886" y="2505364"/>
            <a:ext cx="128587" cy="109538"/>
          </a:xfrm>
          <a:custGeom>
            <a:avLst/>
            <a:gdLst>
              <a:gd name="T0" fmla="*/ 961421716 w 21600"/>
              <a:gd name="T1" fmla="*/ 365603181 h 21621"/>
              <a:gd name="T2" fmla="*/ 0 w 21600"/>
              <a:gd name="T3" fmla="*/ 0 h 21621"/>
              <a:gd name="T4" fmla="*/ 961421716 w 21600"/>
              <a:gd name="T5" fmla="*/ 353824 h 2162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21" fill="none" extrusionOk="0">
                <a:moveTo>
                  <a:pt x="21600" y="21621"/>
                </a:moveTo>
                <a:cubicBezTo>
                  <a:pt x="9670" y="21621"/>
                  <a:pt x="0" y="11950"/>
                  <a:pt x="0" y="21"/>
                </a:cubicBezTo>
                <a:cubicBezTo>
                  <a:pt x="-1" y="14"/>
                  <a:pt x="0" y="7"/>
                  <a:pt x="0" y="0"/>
                </a:cubicBezTo>
              </a:path>
              <a:path w="21600" h="21621" stroke="0" extrusionOk="0">
                <a:moveTo>
                  <a:pt x="21600" y="21621"/>
                </a:moveTo>
                <a:cubicBezTo>
                  <a:pt x="9670" y="21621"/>
                  <a:pt x="0" y="11950"/>
                  <a:pt x="0" y="21"/>
                </a:cubicBezTo>
                <a:cubicBezTo>
                  <a:pt x="-1" y="14"/>
                  <a:pt x="0" y="7"/>
                  <a:pt x="0" y="0"/>
                </a:cubicBezTo>
                <a:lnTo>
                  <a:pt x="21600" y="21"/>
                </a:lnTo>
                <a:lnTo>
                  <a:pt x="21600" y="2162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Arc 34"/>
          <p:cNvSpPr>
            <a:spLocks/>
          </p:cNvSpPr>
          <p:nvPr/>
        </p:nvSpPr>
        <p:spPr bwMode="auto">
          <a:xfrm>
            <a:off x="5479473" y="2573627"/>
            <a:ext cx="128588" cy="39687"/>
          </a:xfrm>
          <a:custGeom>
            <a:avLst/>
            <a:gdLst>
              <a:gd name="T0" fmla="*/ 961331062 w 21600"/>
              <a:gd name="T1" fmla="*/ 0 h 21942"/>
              <a:gd name="T2" fmla="*/ 0 w 21600"/>
              <a:gd name="T3" fmla="*/ 768264 h 21942"/>
              <a:gd name="T4" fmla="*/ 0 w 21600"/>
              <a:gd name="T5" fmla="*/ 11986 h 2194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42" fill="none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</a:path>
              <a:path w="21600" h="21942" stroke="0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  <a:lnTo>
                  <a:pt x="0" y="342"/>
                </a:lnTo>
                <a:lnTo>
                  <a:pt x="21597" y="-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Arc 35"/>
          <p:cNvSpPr>
            <a:spLocks/>
          </p:cNvSpPr>
          <p:nvPr/>
        </p:nvSpPr>
        <p:spPr bwMode="auto">
          <a:xfrm>
            <a:off x="5350886" y="2533939"/>
            <a:ext cx="128587" cy="109538"/>
          </a:xfrm>
          <a:custGeom>
            <a:avLst/>
            <a:gdLst>
              <a:gd name="T0" fmla="*/ 0 w 21600"/>
              <a:gd name="T1" fmla="*/ 367384199 h 21600"/>
              <a:gd name="T2" fmla="*/ 961421716 w 21600"/>
              <a:gd name="T3" fmla="*/ 0 h 21600"/>
              <a:gd name="T4" fmla="*/ 961421716 w 21600"/>
              <a:gd name="T5" fmla="*/ 367384199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Arc 36"/>
          <p:cNvSpPr>
            <a:spLocks/>
          </p:cNvSpPr>
          <p:nvPr/>
        </p:nvSpPr>
        <p:spPr bwMode="auto">
          <a:xfrm>
            <a:off x="5479473" y="2533939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4760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Arc 37"/>
          <p:cNvSpPr>
            <a:spLocks/>
          </p:cNvSpPr>
          <p:nvPr/>
        </p:nvSpPr>
        <p:spPr bwMode="auto">
          <a:xfrm>
            <a:off x="5350886" y="2386302"/>
            <a:ext cx="128587" cy="109537"/>
          </a:xfrm>
          <a:custGeom>
            <a:avLst/>
            <a:gdLst>
              <a:gd name="T0" fmla="*/ 961421716 w 21600"/>
              <a:gd name="T1" fmla="*/ 367363451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Arc 38"/>
          <p:cNvSpPr>
            <a:spLocks/>
          </p:cNvSpPr>
          <p:nvPr/>
        </p:nvSpPr>
        <p:spPr bwMode="auto">
          <a:xfrm>
            <a:off x="5479473" y="2454564"/>
            <a:ext cx="128588" cy="39688"/>
          </a:xfrm>
          <a:custGeom>
            <a:avLst/>
            <a:gdLst>
              <a:gd name="T0" fmla="*/ 961331062 w 21600"/>
              <a:gd name="T1" fmla="*/ 0 h 21942"/>
              <a:gd name="T2" fmla="*/ 0 w 21600"/>
              <a:gd name="T3" fmla="*/ 768372 h 21942"/>
              <a:gd name="T4" fmla="*/ 0 w 21600"/>
              <a:gd name="T5" fmla="*/ 11990 h 2194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42" fill="none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</a:path>
              <a:path w="21600" h="21942" stroke="0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  <a:lnTo>
                  <a:pt x="0" y="342"/>
                </a:lnTo>
                <a:lnTo>
                  <a:pt x="21597" y="-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Arc 39"/>
          <p:cNvSpPr>
            <a:spLocks/>
          </p:cNvSpPr>
          <p:nvPr/>
        </p:nvSpPr>
        <p:spPr bwMode="auto">
          <a:xfrm>
            <a:off x="5350886" y="2414877"/>
            <a:ext cx="128587" cy="109537"/>
          </a:xfrm>
          <a:custGeom>
            <a:avLst/>
            <a:gdLst>
              <a:gd name="T0" fmla="*/ 0 w 21600"/>
              <a:gd name="T1" fmla="*/ 367363451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Arc 40"/>
          <p:cNvSpPr>
            <a:spLocks/>
          </p:cNvSpPr>
          <p:nvPr/>
        </p:nvSpPr>
        <p:spPr bwMode="auto">
          <a:xfrm>
            <a:off x="5479473" y="2414877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5521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Arc 41"/>
          <p:cNvSpPr>
            <a:spLocks/>
          </p:cNvSpPr>
          <p:nvPr/>
        </p:nvSpPr>
        <p:spPr bwMode="auto">
          <a:xfrm>
            <a:off x="5350886" y="2297402"/>
            <a:ext cx="128587" cy="109537"/>
          </a:xfrm>
          <a:custGeom>
            <a:avLst/>
            <a:gdLst>
              <a:gd name="T0" fmla="*/ 0 w 21600"/>
              <a:gd name="T1" fmla="*/ 367008333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</a:path>
              <a:path w="21600" h="21600" stroke="0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  <a:lnTo>
                  <a:pt x="21600" y="21600"/>
                </a:lnTo>
                <a:lnTo>
                  <a:pt x="0" y="21579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Arc 42"/>
          <p:cNvSpPr>
            <a:spLocks/>
          </p:cNvSpPr>
          <p:nvPr/>
        </p:nvSpPr>
        <p:spPr bwMode="auto">
          <a:xfrm>
            <a:off x="5350886" y="3118139"/>
            <a:ext cx="128587" cy="109538"/>
          </a:xfrm>
          <a:custGeom>
            <a:avLst/>
            <a:gdLst>
              <a:gd name="T0" fmla="*/ 961421716 w 21600"/>
              <a:gd name="T1" fmla="*/ 367384199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 flipV="1">
            <a:off x="5460423" y="2187864"/>
            <a:ext cx="1588" cy="10001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 flipV="1">
            <a:off x="5460423" y="3216564"/>
            <a:ext cx="1588" cy="984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>
            <a:off x="6130348" y="1852902"/>
            <a:ext cx="236538" cy="4540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 flipV="1">
            <a:off x="6130348" y="2978439"/>
            <a:ext cx="236538" cy="434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Freeform 47"/>
          <p:cNvSpPr>
            <a:spLocks/>
          </p:cNvSpPr>
          <p:nvPr/>
        </p:nvSpPr>
        <p:spPr bwMode="auto">
          <a:xfrm>
            <a:off x="5400098" y="2030702"/>
            <a:ext cx="138113" cy="276225"/>
          </a:xfrm>
          <a:custGeom>
            <a:avLst/>
            <a:gdLst>
              <a:gd name="T0" fmla="*/ 2147483646 w 87"/>
              <a:gd name="T1" fmla="*/ 2147483646 h 174"/>
              <a:gd name="T2" fmla="*/ 0 w 87"/>
              <a:gd name="T3" fmla="*/ 0 h 174"/>
              <a:gd name="T4" fmla="*/ 2147483646 w 87"/>
              <a:gd name="T5" fmla="*/ 0 h 174"/>
              <a:gd name="T6" fmla="*/ 2147483646 w 87"/>
              <a:gd name="T7" fmla="*/ 0 h 174"/>
              <a:gd name="T8" fmla="*/ 2147483646 w 87"/>
              <a:gd name="T9" fmla="*/ 2147483646 h 17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87" h="174">
                <a:moveTo>
                  <a:pt x="38" y="174"/>
                </a:moveTo>
                <a:lnTo>
                  <a:pt x="0" y="0"/>
                </a:lnTo>
                <a:lnTo>
                  <a:pt x="38" y="0"/>
                </a:lnTo>
                <a:lnTo>
                  <a:pt x="87" y="0"/>
                </a:lnTo>
                <a:lnTo>
                  <a:pt x="38" y="17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 flipV="1">
            <a:off x="5460423" y="1852902"/>
            <a:ext cx="1588" cy="177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 flipV="1">
            <a:off x="5460423" y="3314989"/>
            <a:ext cx="1588" cy="984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Freeform 50"/>
          <p:cNvSpPr>
            <a:spLocks/>
          </p:cNvSpPr>
          <p:nvPr/>
        </p:nvSpPr>
        <p:spPr bwMode="auto">
          <a:xfrm>
            <a:off x="5755698" y="1792577"/>
            <a:ext cx="276225" cy="138112"/>
          </a:xfrm>
          <a:custGeom>
            <a:avLst/>
            <a:gdLst>
              <a:gd name="T0" fmla="*/ 2147483646 w 174"/>
              <a:gd name="T1" fmla="*/ 2147483646 h 87"/>
              <a:gd name="T2" fmla="*/ 0 w 174"/>
              <a:gd name="T3" fmla="*/ 2147483646 h 87"/>
              <a:gd name="T4" fmla="*/ 0 w 174"/>
              <a:gd name="T5" fmla="*/ 2147483646 h 87"/>
              <a:gd name="T6" fmla="*/ 0 w 174"/>
              <a:gd name="T7" fmla="*/ 0 h 87"/>
              <a:gd name="T8" fmla="*/ 2147483646 w 174"/>
              <a:gd name="T9" fmla="*/ 2147483646 h 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74" h="87">
                <a:moveTo>
                  <a:pt x="174" y="38"/>
                </a:moveTo>
                <a:lnTo>
                  <a:pt x="0" y="87"/>
                </a:lnTo>
                <a:lnTo>
                  <a:pt x="0" y="38"/>
                </a:lnTo>
                <a:lnTo>
                  <a:pt x="0" y="0"/>
                </a:lnTo>
                <a:lnTo>
                  <a:pt x="174" y="3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 flipH="1">
            <a:off x="5577898" y="1852902"/>
            <a:ext cx="177800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Freeform 52"/>
          <p:cNvSpPr>
            <a:spLocks/>
          </p:cNvSpPr>
          <p:nvPr/>
        </p:nvSpPr>
        <p:spPr bwMode="auto">
          <a:xfrm>
            <a:off x="5085773" y="1792577"/>
            <a:ext cx="276225" cy="138112"/>
          </a:xfrm>
          <a:custGeom>
            <a:avLst/>
            <a:gdLst>
              <a:gd name="T0" fmla="*/ 2147483646 w 174"/>
              <a:gd name="T1" fmla="*/ 2147483646 h 87"/>
              <a:gd name="T2" fmla="*/ 0 w 174"/>
              <a:gd name="T3" fmla="*/ 2147483646 h 87"/>
              <a:gd name="T4" fmla="*/ 0 w 174"/>
              <a:gd name="T5" fmla="*/ 2147483646 h 87"/>
              <a:gd name="T6" fmla="*/ 0 w 174"/>
              <a:gd name="T7" fmla="*/ 0 h 87"/>
              <a:gd name="T8" fmla="*/ 2147483646 w 174"/>
              <a:gd name="T9" fmla="*/ 2147483646 h 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74" h="87">
                <a:moveTo>
                  <a:pt x="174" y="38"/>
                </a:moveTo>
                <a:lnTo>
                  <a:pt x="0" y="87"/>
                </a:lnTo>
                <a:lnTo>
                  <a:pt x="0" y="38"/>
                </a:lnTo>
                <a:lnTo>
                  <a:pt x="0" y="0"/>
                </a:lnTo>
                <a:lnTo>
                  <a:pt x="174" y="3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3"/>
          <p:cNvSpPr>
            <a:spLocks noChangeShapeType="1"/>
          </p:cNvSpPr>
          <p:nvPr/>
        </p:nvSpPr>
        <p:spPr bwMode="auto">
          <a:xfrm flipH="1">
            <a:off x="4907973" y="1852902"/>
            <a:ext cx="177800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Freeform 54"/>
          <p:cNvSpPr>
            <a:spLocks/>
          </p:cNvSpPr>
          <p:nvPr/>
        </p:nvSpPr>
        <p:spPr bwMode="auto">
          <a:xfrm>
            <a:off x="8652886" y="1792577"/>
            <a:ext cx="276225" cy="138112"/>
          </a:xfrm>
          <a:custGeom>
            <a:avLst/>
            <a:gdLst>
              <a:gd name="T0" fmla="*/ 2147483646 w 174"/>
              <a:gd name="T1" fmla="*/ 2147483646 h 87"/>
              <a:gd name="T2" fmla="*/ 0 w 174"/>
              <a:gd name="T3" fmla="*/ 2147483646 h 87"/>
              <a:gd name="T4" fmla="*/ 0 w 174"/>
              <a:gd name="T5" fmla="*/ 2147483646 h 87"/>
              <a:gd name="T6" fmla="*/ 0 w 174"/>
              <a:gd name="T7" fmla="*/ 0 h 87"/>
              <a:gd name="T8" fmla="*/ 2147483646 w 174"/>
              <a:gd name="T9" fmla="*/ 2147483646 h 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74" h="87">
                <a:moveTo>
                  <a:pt x="174" y="38"/>
                </a:moveTo>
                <a:lnTo>
                  <a:pt x="0" y="87"/>
                </a:lnTo>
                <a:lnTo>
                  <a:pt x="0" y="38"/>
                </a:lnTo>
                <a:lnTo>
                  <a:pt x="0" y="0"/>
                </a:lnTo>
                <a:lnTo>
                  <a:pt x="174" y="3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Line 55"/>
          <p:cNvSpPr>
            <a:spLocks noChangeShapeType="1"/>
          </p:cNvSpPr>
          <p:nvPr/>
        </p:nvSpPr>
        <p:spPr bwMode="auto">
          <a:xfrm flipH="1">
            <a:off x="8476673" y="1852902"/>
            <a:ext cx="176213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Freeform 56"/>
          <p:cNvSpPr>
            <a:spLocks/>
          </p:cNvSpPr>
          <p:nvPr/>
        </p:nvSpPr>
        <p:spPr bwMode="auto">
          <a:xfrm>
            <a:off x="8968798" y="1970377"/>
            <a:ext cx="138113" cy="277812"/>
          </a:xfrm>
          <a:custGeom>
            <a:avLst/>
            <a:gdLst>
              <a:gd name="T0" fmla="*/ 2147483646 w 87"/>
              <a:gd name="T1" fmla="*/ 0 h 175"/>
              <a:gd name="T2" fmla="*/ 2147483646 w 87"/>
              <a:gd name="T3" fmla="*/ 2147483646 h 175"/>
              <a:gd name="T4" fmla="*/ 2147483646 w 87"/>
              <a:gd name="T5" fmla="*/ 2147483646 h 175"/>
              <a:gd name="T6" fmla="*/ 0 w 87"/>
              <a:gd name="T7" fmla="*/ 2147483646 h 175"/>
              <a:gd name="T8" fmla="*/ 2147483646 w 87"/>
              <a:gd name="T9" fmla="*/ 0 h 17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87" h="175">
                <a:moveTo>
                  <a:pt x="50" y="0"/>
                </a:moveTo>
                <a:lnTo>
                  <a:pt x="87" y="175"/>
                </a:lnTo>
                <a:lnTo>
                  <a:pt x="50" y="175"/>
                </a:lnTo>
                <a:lnTo>
                  <a:pt x="0" y="175"/>
                </a:lnTo>
                <a:lnTo>
                  <a:pt x="5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57"/>
          <p:cNvSpPr>
            <a:spLocks noChangeShapeType="1"/>
          </p:cNvSpPr>
          <p:nvPr/>
        </p:nvSpPr>
        <p:spPr bwMode="auto">
          <a:xfrm>
            <a:off x="9048173" y="2248189"/>
            <a:ext cx="1588" cy="1066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Freeform 58"/>
          <p:cNvSpPr>
            <a:spLocks/>
          </p:cNvSpPr>
          <p:nvPr/>
        </p:nvSpPr>
        <p:spPr bwMode="auto">
          <a:xfrm>
            <a:off x="4730173" y="1970377"/>
            <a:ext cx="138113" cy="277812"/>
          </a:xfrm>
          <a:custGeom>
            <a:avLst/>
            <a:gdLst>
              <a:gd name="T0" fmla="*/ 2147483646 w 87"/>
              <a:gd name="T1" fmla="*/ 0 h 175"/>
              <a:gd name="T2" fmla="*/ 2147483646 w 87"/>
              <a:gd name="T3" fmla="*/ 2147483646 h 175"/>
              <a:gd name="T4" fmla="*/ 2147483646 w 87"/>
              <a:gd name="T5" fmla="*/ 2147483646 h 175"/>
              <a:gd name="T6" fmla="*/ 0 w 87"/>
              <a:gd name="T7" fmla="*/ 2147483646 h 175"/>
              <a:gd name="T8" fmla="*/ 2147483646 w 87"/>
              <a:gd name="T9" fmla="*/ 0 h 17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87" h="175">
                <a:moveTo>
                  <a:pt x="38" y="0"/>
                </a:moveTo>
                <a:lnTo>
                  <a:pt x="87" y="175"/>
                </a:lnTo>
                <a:lnTo>
                  <a:pt x="38" y="175"/>
                </a:lnTo>
                <a:lnTo>
                  <a:pt x="0" y="175"/>
                </a:lnTo>
                <a:lnTo>
                  <a:pt x="38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59"/>
          <p:cNvSpPr>
            <a:spLocks noChangeShapeType="1"/>
          </p:cNvSpPr>
          <p:nvPr/>
        </p:nvSpPr>
        <p:spPr bwMode="auto">
          <a:xfrm>
            <a:off x="4790498" y="2248189"/>
            <a:ext cx="1588" cy="1066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Rectangle 60"/>
          <p:cNvSpPr>
            <a:spLocks noChangeArrowheads="1"/>
          </p:cNvSpPr>
          <p:nvPr/>
        </p:nvSpPr>
        <p:spPr bwMode="auto">
          <a:xfrm>
            <a:off x="7055861" y="1635414"/>
            <a:ext cx="201612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 b="1">
                <a:solidFill>
                  <a:srgbClr val="000000"/>
                </a:solidFill>
                <a:latin typeface="Times" panose="02020603050405020304" pitchFamily="18" charset="0"/>
              </a:rPr>
              <a:t>m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61"/>
          <p:cNvSpPr>
            <a:spLocks noChangeArrowheads="1"/>
          </p:cNvSpPr>
          <p:nvPr/>
        </p:nvSpPr>
        <p:spPr bwMode="auto">
          <a:xfrm>
            <a:off x="4355523" y="2425989"/>
            <a:ext cx="120650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Rectangle 62"/>
          <p:cNvSpPr>
            <a:spLocks noChangeArrowheads="1"/>
          </p:cNvSpPr>
          <p:nvPr/>
        </p:nvSpPr>
        <p:spPr bwMode="auto">
          <a:xfrm>
            <a:off x="4493636" y="25831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8" name="Rectangle 63"/>
          <p:cNvSpPr>
            <a:spLocks noChangeArrowheads="1"/>
          </p:cNvSpPr>
          <p:nvPr/>
        </p:nvSpPr>
        <p:spPr bwMode="auto">
          <a:xfrm>
            <a:off x="9264073" y="2425989"/>
            <a:ext cx="120650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9" name="Rectangle 64"/>
          <p:cNvSpPr>
            <a:spLocks noChangeArrowheads="1"/>
          </p:cNvSpPr>
          <p:nvPr/>
        </p:nvSpPr>
        <p:spPr bwMode="auto">
          <a:xfrm>
            <a:off x="9402186" y="25831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Rectangle 65"/>
          <p:cNvSpPr>
            <a:spLocks noChangeArrowheads="1"/>
          </p:cNvSpPr>
          <p:nvPr/>
        </p:nvSpPr>
        <p:spPr bwMode="auto">
          <a:xfrm>
            <a:off x="8514773" y="1436977"/>
            <a:ext cx="6667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66"/>
          <p:cNvSpPr>
            <a:spLocks noChangeArrowheads="1"/>
          </p:cNvSpPr>
          <p:nvPr/>
        </p:nvSpPr>
        <p:spPr bwMode="auto">
          <a:xfrm>
            <a:off x="8613198" y="15544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67"/>
          <p:cNvSpPr>
            <a:spLocks noChangeArrowheads="1"/>
          </p:cNvSpPr>
          <p:nvPr/>
        </p:nvSpPr>
        <p:spPr bwMode="auto">
          <a:xfrm>
            <a:off x="4927023" y="1436977"/>
            <a:ext cx="6667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68"/>
          <p:cNvSpPr>
            <a:spLocks noChangeArrowheads="1"/>
          </p:cNvSpPr>
          <p:nvPr/>
        </p:nvSpPr>
        <p:spPr bwMode="auto">
          <a:xfrm>
            <a:off x="5027036" y="15544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69"/>
          <p:cNvSpPr>
            <a:spLocks noChangeArrowheads="1"/>
          </p:cNvSpPr>
          <p:nvPr/>
        </p:nvSpPr>
        <p:spPr bwMode="auto">
          <a:xfrm>
            <a:off x="5795386" y="1436977"/>
            <a:ext cx="1111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i'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5" name="Rectangle 70"/>
          <p:cNvSpPr>
            <a:spLocks noChangeArrowheads="1"/>
          </p:cNvSpPr>
          <p:nvPr/>
        </p:nvSpPr>
        <p:spPr bwMode="auto">
          <a:xfrm>
            <a:off x="5933498" y="15544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6" name="Rectangle 71"/>
          <p:cNvSpPr>
            <a:spLocks noChangeArrowheads="1"/>
          </p:cNvSpPr>
          <p:nvPr/>
        </p:nvSpPr>
        <p:spPr bwMode="auto">
          <a:xfrm>
            <a:off x="5598536" y="2010064"/>
            <a:ext cx="6667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7" name="Rectangle 72"/>
          <p:cNvSpPr>
            <a:spLocks noChangeArrowheads="1"/>
          </p:cNvSpPr>
          <p:nvPr/>
        </p:nvSpPr>
        <p:spPr bwMode="auto">
          <a:xfrm>
            <a:off x="5657273" y="2108489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8" name="Oval 73"/>
          <p:cNvSpPr>
            <a:spLocks noChangeArrowheads="1"/>
          </p:cNvSpPr>
          <p:nvPr/>
        </p:nvSpPr>
        <p:spPr bwMode="auto">
          <a:xfrm>
            <a:off x="6100186" y="2257714"/>
            <a:ext cx="100012" cy="119063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9" name="Oval 74"/>
          <p:cNvSpPr>
            <a:spLocks noChangeArrowheads="1"/>
          </p:cNvSpPr>
          <p:nvPr/>
        </p:nvSpPr>
        <p:spPr bwMode="auto">
          <a:xfrm>
            <a:off x="7992486" y="2924464"/>
            <a:ext cx="119062" cy="119063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75"/>
          <p:cNvSpPr>
            <a:spLocks noChangeArrowheads="1"/>
          </p:cNvSpPr>
          <p:nvPr/>
        </p:nvSpPr>
        <p:spPr bwMode="auto">
          <a:xfrm>
            <a:off x="5736648" y="2543464"/>
            <a:ext cx="160338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1" name="Group 76"/>
          <p:cNvGrpSpPr>
            <a:grpSpLocks/>
          </p:cNvGrpSpPr>
          <p:nvPr/>
        </p:nvGrpSpPr>
        <p:grpSpPr bwMode="auto">
          <a:xfrm>
            <a:off x="6406573" y="2233902"/>
            <a:ext cx="3360738" cy="2284412"/>
            <a:chOff x="2552" y="1381"/>
            <a:chExt cx="2117" cy="1439"/>
          </a:xfrm>
        </p:grpSpPr>
        <p:sp>
          <p:nvSpPr>
            <p:cNvPr id="82" name="Oval 77"/>
            <p:cNvSpPr>
              <a:spLocks noChangeArrowheads="1"/>
            </p:cNvSpPr>
            <p:nvPr/>
          </p:nvSpPr>
          <p:spPr bwMode="auto">
            <a:xfrm>
              <a:off x="2552" y="2532"/>
              <a:ext cx="294" cy="28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3" name="Oval 78"/>
            <p:cNvSpPr>
              <a:spLocks noChangeArrowheads="1"/>
            </p:cNvSpPr>
            <p:nvPr/>
          </p:nvSpPr>
          <p:spPr bwMode="auto">
            <a:xfrm rot="-1344325">
              <a:off x="3481" y="1381"/>
              <a:ext cx="1188" cy="73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84" name="Group 79"/>
          <p:cNvGrpSpPr>
            <a:grpSpLocks/>
          </p:cNvGrpSpPr>
          <p:nvPr/>
        </p:nvGrpSpPr>
        <p:grpSpPr bwMode="auto">
          <a:xfrm>
            <a:off x="7267000" y="1298864"/>
            <a:ext cx="1690688" cy="4506913"/>
            <a:chOff x="3094" y="792"/>
            <a:chExt cx="1065" cy="2839"/>
          </a:xfrm>
        </p:grpSpPr>
        <p:sp>
          <p:nvSpPr>
            <p:cNvPr id="85" name="Oval 80"/>
            <p:cNvSpPr>
              <a:spLocks noChangeArrowheads="1"/>
            </p:cNvSpPr>
            <p:nvPr/>
          </p:nvSpPr>
          <p:spPr bwMode="auto">
            <a:xfrm rot="-3787689">
              <a:off x="3212" y="1094"/>
              <a:ext cx="1250" cy="645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6" name="Oval 81"/>
            <p:cNvSpPr>
              <a:spLocks noChangeArrowheads="1"/>
            </p:cNvSpPr>
            <p:nvPr/>
          </p:nvSpPr>
          <p:spPr bwMode="auto">
            <a:xfrm>
              <a:off x="3094" y="3301"/>
              <a:ext cx="390" cy="330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ZoneTexte 86"/>
              <p:cNvSpPr txBox="1"/>
              <p:nvPr/>
            </p:nvSpPr>
            <p:spPr>
              <a:xfrm>
                <a:off x="9529186" y="3938577"/>
                <a:ext cx="1767792" cy="7012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87" name="ZoneTexte 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9186" y="3938577"/>
                <a:ext cx="1767792" cy="70121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Oval 77"/>
          <p:cNvSpPr>
            <a:spLocks noChangeArrowheads="1"/>
          </p:cNvSpPr>
          <p:nvPr/>
        </p:nvSpPr>
        <p:spPr bwMode="auto">
          <a:xfrm>
            <a:off x="10141619" y="4100801"/>
            <a:ext cx="466725" cy="457200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9" name="ZoneTexte 88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3067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2000" tmFilter="0, 0; .2, .5; .8, .5; 1, 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1000" autoRev="1" fill="hold"/>
                                        <p:tgtEl>
                                          <p:spTgt spid="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2000" tmFilter="0, 0; .2, .5; .8, .5; 1, 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1000" autoRev="1" fill="hold"/>
                                        <p:tgtEl>
                                          <p:spTgt spid="8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" presetClass="exit" presetSubtype="1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2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88" grpId="1" animBg="1"/>
      <p:bldP spid="88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Magnetizing current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1459997"/>
              </p:ext>
            </p:extLst>
          </p:nvPr>
        </p:nvGraphicFramePr>
        <p:xfrm>
          <a:off x="7096011" y="2216373"/>
          <a:ext cx="1733550" cy="577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2" name="Equation" r:id="rId3" imgW="571252" imgH="190417" progId="Equation.3">
                  <p:embed/>
                </p:oleObj>
              </mc:Choice>
              <mc:Fallback>
                <p:oleObj name="Equation" r:id="rId3" imgW="571252" imgH="190417" progId="Equation.3">
                  <p:embed/>
                  <p:pic>
                    <p:nvPicPr>
                      <p:cNvPr id="26726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96011" y="2216373"/>
                        <a:ext cx="1733550" cy="577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80247655"/>
              </p:ext>
            </p:extLst>
          </p:nvPr>
        </p:nvGraphicFramePr>
        <p:xfrm>
          <a:off x="6015038" y="3627438"/>
          <a:ext cx="2225675" cy="800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3" name="Équation" r:id="rId5" imgW="634680" imgH="228600" progId="Equation.3">
                  <p:embed/>
                </p:oleObj>
              </mc:Choice>
              <mc:Fallback>
                <p:oleObj name="Équation" r:id="rId5" imgW="634680" imgH="228600" progId="Equation.3">
                  <p:embed/>
                  <p:pic>
                    <p:nvPicPr>
                      <p:cNvPr id="26726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15038" y="3627438"/>
                        <a:ext cx="2225675" cy="800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69024612"/>
              </p:ext>
            </p:extLst>
          </p:nvPr>
        </p:nvGraphicFramePr>
        <p:xfrm>
          <a:off x="9132888" y="3322638"/>
          <a:ext cx="1368425" cy="1189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4" name="Équation" r:id="rId7" imgW="482400" imgH="419040" progId="Equation.3">
                  <p:embed/>
                </p:oleObj>
              </mc:Choice>
              <mc:Fallback>
                <p:oleObj name="Équation" r:id="rId7" imgW="482400" imgH="419040" progId="Equation.3">
                  <p:embed/>
                  <p:pic>
                    <p:nvPicPr>
                      <p:cNvPr id="26727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32888" y="3322638"/>
                        <a:ext cx="1368425" cy="1189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627253" y="5192456"/>
            <a:ext cx="7723187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Magnetizing current</a:t>
            </a:r>
            <a:r>
              <a:rPr lang="en-CA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  <a:sym typeface="Wingdings" panose="05000000000000000000" pitchFamily="2" charset="2"/>
              </a:rPr>
              <a:t> flux in the magnetic circuit</a:t>
            </a:r>
            <a:endParaRPr lang="en-CA" altLang="fr-FR" sz="2800" b="1" i="1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3566998" y="1514698"/>
            <a:ext cx="2544763" cy="1978025"/>
            <a:chOff x="1260" y="879"/>
            <a:chExt cx="1267" cy="1246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H="1">
              <a:off x="1608" y="1141"/>
              <a:ext cx="770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 flipH="1">
              <a:off x="1608" y="2124"/>
              <a:ext cx="770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Arc 12"/>
            <p:cNvSpPr>
              <a:spLocks/>
            </p:cNvSpPr>
            <p:nvPr/>
          </p:nvSpPr>
          <p:spPr bwMode="auto">
            <a:xfrm>
              <a:off x="1887" y="1863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Arc 13"/>
            <p:cNvSpPr>
              <a:spLocks/>
            </p:cNvSpPr>
            <p:nvPr/>
          </p:nvSpPr>
          <p:spPr bwMode="auto">
            <a:xfrm>
              <a:off x="1968" y="1901"/>
              <a:ext cx="81" cy="32"/>
            </a:xfrm>
            <a:custGeom>
              <a:avLst/>
              <a:gdLst>
                <a:gd name="T0" fmla="*/ 0 w 21600"/>
                <a:gd name="T1" fmla="*/ 0 h 21645"/>
                <a:gd name="T2" fmla="*/ 0 w 21600"/>
                <a:gd name="T3" fmla="*/ 0 h 21645"/>
                <a:gd name="T4" fmla="*/ 0 w 21600"/>
                <a:gd name="T5" fmla="*/ 0 h 216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5" fill="none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</a:path>
                <a:path w="21600" h="21645" stroke="0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  <a:lnTo>
                    <a:pt x="0" y="45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Arc 14"/>
            <p:cNvSpPr>
              <a:spLocks/>
            </p:cNvSpPr>
            <p:nvPr/>
          </p:nvSpPr>
          <p:spPr bwMode="auto">
            <a:xfrm>
              <a:off x="1887" y="1869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Arc 15"/>
            <p:cNvSpPr>
              <a:spLocks/>
            </p:cNvSpPr>
            <p:nvPr/>
          </p:nvSpPr>
          <p:spPr bwMode="auto">
            <a:xfrm>
              <a:off x="1968" y="1869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Arc 16"/>
            <p:cNvSpPr>
              <a:spLocks/>
            </p:cNvSpPr>
            <p:nvPr/>
          </p:nvSpPr>
          <p:spPr bwMode="auto">
            <a:xfrm>
              <a:off x="1887" y="1788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rc 17"/>
            <p:cNvSpPr>
              <a:spLocks/>
            </p:cNvSpPr>
            <p:nvPr/>
          </p:nvSpPr>
          <p:spPr bwMode="auto">
            <a:xfrm>
              <a:off x="1968" y="1826"/>
              <a:ext cx="81" cy="32"/>
            </a:xfrm>
            <a:custGeom>
              <a:avLst/>
              <a:gdLst>
                <a:gd name="T0" fmla="*/ 0 w 21600"/>
                <a:gd name="T1" fmla="*/ 0 h 21645"/>
                <a:gd name="T2" fmla="*/ 0 w 21600"/>
                <a:gd name="T3" fmla="*/ 0 h 21645"/>
                <a:gd name="T4" fmla="*/ 0 w 21600"/>
                <a:gd name="T5" fmla="*/ 0 h 216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5" fill="none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</a:path>
                <a:path w="21600" h="21645" stroke="0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  <a:lnTo>
                    <a:pt x="0" y="45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Arc 18"/>
            <p:cNvSpPr>
              <a:spLocks/>
            </p:cNvSpPr>
            <p:nvPr/>
          </p:nvSpPr>
          <p:spPr bwMode="auto">
            <a:xfrm>
              <a:off x="1887" y="1794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Arc 19"/>
            <p:cNvSpPr>
              <a:spLocks/>
            </p:cNvSpPr>
            <p:nvPr/>
          </p:nvSpPr>
          <p:spPr bwMode="auto">
            <a:xfrm>
              <a:off x="1968" y="1794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Arc 20"/>
            <p:cNvSpPr>
              <a:spLocks/>
            </p:cNvSpPr>
            <p:nvPr/>
          </p:nvSpPr>
          <p:spPr bwMode="auto">
            <a:xfrm>
              <a:off x="1887" y="1707"/>
              <a:ext cx="81" cy="75"/>
            </a:xfrm>
            <a:custGeom>
              <a:avLst/>
              <a:gdLst>
                <a:gd name="T0" fmla="*/ 0 w 21600"/>
                <a:gd name="T1" fmla="*/ 0 h 21714"/>
                <a:gd name="T2" fmla="*/ 0 w 21600"/>
                <a:gd name="T3" fmla="*/ 0 h 21714"/>
                <a:gd name="T4" fmla="*/ 0 w 21600"/>
                <a:gd name="T5" fmla="*/ 0 h 2171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14" fill="none" extrusionOk="0">
                  <a:moveTo>
                    <a:pt x="21600" y="21714"/>
                  </a:moveTo>
                  <a:cubicBezTo>
                    <a:pt x="9670" y="21714"/>
                    <a:pt x="0" y="12043"/>
                    <a:pt x="0" y="114"/>
                  </a:cubicBezTo>
                  <a:cubicBezTo>
                    <a:pt x="-1" y="76"/>
                    <a:pt x="0" y="38"/>
                    <a:pt x="0" y="0"/>
                  </a:cubicBezTo>
                </a:path>
                <a:path w="21600" h="21714" stroke="0" extrusionOk="0">
                  <a:moveTo>
                    <a:pt x="21600" y="21714"/>
                  </a:moveTo>
                  <a:cubicBezTo>
                    <a:pt x="9670" y="21714"/>
                    <a:pt x="0" y="12043"/>
                    <a:pt x="0" y="114"/>
                  </a:cubicBezTo>
                  <a:cubicBezTo>
                    <a:pt x="-1" y="76"/>
                    <a:pt x="0" y="38"/>
                    <a:pt x="0" y="0"/>
                  </a:cubicBezTo>
                  <a:lnTo>
                    <a:pt x="21600" y="114"/>
                  </a:lnTo>
                  <a:lnTo>
                    <a:pt x="21600" y="21714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rc 21"/>
            <p:cNvSpPr>
              <a:spLocks/>
            </p:cNvSpPr>
            <p:nvPr/>
          </p:nvSpPr>
          <p:spPr bwMode="auto">
            <a:xfrm>
              <a:off x="1968" y="1751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Arc 22"/>
            <p:cNvSpPr>
              <a:spLocks/>
            </p:cNvSpPr>
            <p:nvPr/>
          </p:nvSpPr>
          <p:spPr bwMode="auto">
            <a:xfrm>
              <a:off x="1887" y="1719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Arc 23"/>
            <p:cNvSpPr>
              <a:spLocks/>
            </p:cNvSpPr>
            <p:nvPr/>
          </p:nvSpPr>
          <p:spPr bwMode="auto">
            <a:xfrm>
              <a:off x="1968" y="1719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rc 24"/>
            <p:cNvSpPr>
              <a:spLocks/>
            </p:cNvSpPr>
            <p:nvPr/>
          </p:nvSpPr>
          <p:spPr bwMode="auto">
            <a:xfrm>
              <a:off x="1887" y="1626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Arc 25"/>
            <p:cNvSpPr>
              <a:spLocks/>
            </p:cNvSpPr>
            <p:nvPr/>
          </p:nvSpPr>
          <p:spPr bwMode="auto">
            <a:xfrm>
              <a:off x="1968" y="1670"/>
              <a:ext cx="81" cy="25"/>
            </a:xfrm>
            <a:custGeom>
              <a:avLst/>
              <a:gdLst>
                <a:gd name="T0" fmla="*/ 0 w 21600"/>
                <a:gd name="T1" fmla="*/ 0 h 21942"/>
                <a:gd name="T2" fmla="*/ 0 w 21600"/>
                <a:gd name="T3" fmla="*/ 0 h 21942"/>
                <a:gd name="T4" fmla="*/ 0 w 21600"/>
                <a:gd name="T5" fmla="*/ 0 h 2194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42" fill="none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</a:path>
                <a:path w="21600" h="21942" stroke="0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  <a:lnTo>
                    <a:pt x="0" y="342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Arc 26"/>
            <p:cNvSpPr>
              <a:spLocks/>
            </p:cNvSpPr>
            <p:nvPr/>
          </p:nvSpPr>
          <p:spPr bwMode="auto">
            <a:xfrm>
              <a:off x="1887" y="1645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</a:path>
                <a:path w="21600" h="21600" stroke="0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  <a:lnTo>
                    <a:pt x="21600" y="21600"/>
                  </a:lnTo>
                  <a:lnTo>
                    <a:pt x="0" y="21579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Arc 27"/>
            <p:cNvSpPr>
              <a:spLocks/>
            </p:cNvSpPr>
            <p:nvPr/>
          </p:nvSpPr>
          <p:spPr bwMode="auto">
            <a:xfrm>
              <a:off x="1968" y="1645"/>
              <a:ext cx="81" cy="3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Arc 28"/>
            <p:cNvSpPr>
              <a:spLocks/>
            </p:cNvSpPr>
            <p:nvPr/>
          </p:nvSpPr>
          <p:spPr bwMode="auto">
            <a:xfrm>
              <a:off x="1887" y="1552"/>
              <a:ext cx="81" cy="69"/>
            </a:xfrm>
            <a:custGeom>
              <a:avLst/>
              <a:gdLst>
                <a:gd name="T0" fmla="*/ 0 w 21600"/>
                <a:gd name="T1" fmla="*/ 0 h 21621"/>
                <a:gd name="T2" fmla="*/ 0 w 21600"/>
                <a:gd name="T3" fmla="*/ 0 h 21621"/>
                <a:gd name="T4" fmla="*/ 0 w 21600"/>
                <a:gd name="T5" fmla="*/ 0 h 21621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1" fill="none" extrusionOk="0">
                  <a:moveTo>
                    <a:pt x="21600" y="21621"/>
                  </a:moveTo>
                  <a:cubicBezTo>
                    <a:pt x="9670" y="21621"/>
                    <a:pt x="0" y="11950"/>
                    <a:pt x="0" y="21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1" stroke="0" extrusionOk="0">
                  <a:moveTo>
                    <a:pt x="21600" y="21621"/>
                  </a:moveTo>
                  <a:cubicBezTo>
                    <a:pt x="9670" y="21621"/>
                    <a:pt x="0" y="11950"/>
                    <a:pt x="0" y="21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1"/>
                  </a:lnTo>
                  <a:lnTo>
                    <a:pt x="21600" y="2162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Arc 29"/>
            <p:cNvSpPr>
              <a:spLocks/>
            </p:cNvSpPr>
            <p:nvPr/>
          </p:nvSpPr>
          <p:spPr bwMode="auto">
            <a:xfrm>
              <a:off x="1968" y="1595"/>
              <a:ext cx="81" cy="25"/>
            </a:xfrm>
            <a:custGeom>
              <a:avLst/>
              <a:gdLst>
                <a:gd name="T0" fmla="*/ 0 w 21600"/>
                <a:gd name="T1" fmla="*/ 0 h 21942"/>
                <a:gd name="T2" fmla="*/ 0 w 21600"/>
                <a:gd name="T3" fmla="*/ 0 h 21942"/>
                <a:gd name="T4" fmla="*/ 0 w 21600"/>
                <a:gd name="T5" fmla="*/ 0 h 2194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42" fill="none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</a:path>
                <a:path w="21600" h="21942" stroke="0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  <a:lnTo>
                    <a:pt x="0" y="342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Arc 30"/>
            <p:cNvSpPr>
              <a:spLocks/>
            </p:cNvSpPr>
            <p:nvPr/>
          </p:nvSpPr>
          <p:spPr bwMode="auto">
            <a:xfrm>
              <a:off x="1887" y="1570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Arc 31"/>
            <p:cNvSpPr>
              <a:spLocks/>
            </p:cNvSpPr>
            <p:nvPr/>
          </p:nvSpPr>
          <p:spPr bwMode="auto">
            <a:xfrm>
              <a:off x="1968" y="1570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Arc 32"/>
            <p:cNvSpPr>
              <a:spLocks/>
            </p:cNvSpPr>
            <p:nvPr/>
          </p:nvSpPr>
          <p:spPr bwMode="auto">
            <a:xfrm>
              <a:off x="1887" y="1477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Arc 33"/>
            <p:cNvSpPr>
              <a:spLocks/>
            </p:cNvSpPr>
            <p:nvPr/>
          </p:nvSpPr>
          <p:spPr bwMode="auto">
            <a:xfrm>
              <a:off x="1968" y="1520"/>
              <a:ext cx="81" cy="25"/>
            </a:xfrm>
            <a:custGeom>
              <a:avLst/>
              <a:gdLst>
                <a:gd name="T0" fmla="*/ 0 w 21600"/>
                <a:gd name="T1" fmla="*/ 0 h 21942"/>
                <a:gd name="T2" fmla="*/ 0 w 21600"/>
                <a:gd name="T3" fmla="*/ 0 h 21942"/>
                <a:gd name="T4" fmla="*/ 0 w 21600"/>
                <a:gd name="T5" fmla="*/ 0 h 2194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42" fill="none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</a:path>
                <a:path w="21600" h="21942" stroke="0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  <a:lnTo>
                    <a:pt x="0" y="342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Arc 34"/>
            <p:cNvSpPr>
              <a:spLocks/>
            </p:cNvSpPr>
            <p:nvPr/>
          </p:nvSpPr>
          <p:spPr bwMode="auto">
            <a:xfrm>
              <a:off x="1887" y="1495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Arc 35"/>
            <p:cNvSpPr>
              <a:spLocks/>
            </p:cNvSpPr>
            <p:nvPr/>
          </p:nvSpPr>
          <p:spPr bwMode="auto">
            <a:xfrm>
              <a:off x="1968" y="1495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Arc 36"/>
            <p:cNvSpPr>
              <a:spLocks/>
            </p:cNvSpPr>
            <p:nvPr/>
          </p:nvSpPr>
          <p:spPr bwMode="auto">
            <a:xfrm>
              <a:off x="1887" y="1421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</a:path>
                <a:path w="21600" h="21600" stroke="0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  <a:lnTo>
                    <a:pt x="21600" y="21600"/>
                  </a:lnTo>
                  <a:lnTo>
                    <a:pt x="0" y="21579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Arc 37"/>
            <p:cNvSpPr>
              <a:spLocks/>
            </p:cNvSpPr>
            <p:nvPr/>
          </p:nvSpPr>
          <p:spPr bwMode="auto">
            <a:xfrm>
              <a:off x="1887" y="1938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 flipV="1">
              <a:off x="1956" y="1352"/>
              <a:ext cx="1" cy="6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 flipV="1">
              <a:off x="1956" y="2000"/>
              <a:ext cx="1" cy="6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2378" y="1141"/>
              <a:ext cx="149" cy="286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V="1">
              <a:off x="2378" y="1850"/>
              <a:ext cx="149" cy="274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Freeform 42"/>
            <p:cNvSpPr>
              <a:spLocks/>
            </p:cNvSpPr>
            <p:nvPr/>
          </p:nvSpPr>
          <p:spPr bwMode="auto">
            <a:xfrm>
              <a:off x="1918" y="1253"/>
              <a:ext cx="87" cy="174"/>
            </a:xfrm>
            <a:custGeom>
              <a:avLst/>
              <a:gdLst>
                <a:gd name="T0" fmla="*/ 38 w 87"/>
                <a:gd name="T1" fmla="*/ 174 h 174"/>
                <a:gd name="T2" fmla="*/ 0 w 87"/>
                <a:gd name="T3" fmla="*/ 0 h 174"/>
                <a:gd name="T4" fmla="*/ 38 w 87"/>
                <a:gd name="T5" fmla="*/ 0 h 174"/>
                <a:gd name="T6" fmla="*/ 87 w 87"/>
                <a:gd name="T7" fmla="*/ 0 h 174"/>
                <a:gd name="T8" fmla="*/ 38 w 87"/>
                <a:gd name="T9" fmla="*/ 174 h 17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7" h="174">
                  <a:moveTo>
                    <a:pt x="38" y="174"/>
                  </a:moveTo>
                  <a:lnTo>
                    <a:pt x="0" y="0"/>
                  </a:lnTo>
                  <a:lnTo>
                    <a:pt x="38" y="0"/>
                  </a:lnTo>
                  <a:lnTo>
                    <a:pt x="87" y="0"/>
                  </a:lnTo>
                  <a:lnTo>
                    <a:pt x="38" y="17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 flipV="1">
              <a:off x="1956" y="1141"/>
              <a:ext cx="1" cy="11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 flipV="1">
              <a:off x="1956" y="2062"/>
              <a:ext cx="1" cy="6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Freeform 45"/>
            <p:cNvSpPr>
              <a:spLocks/>
            </p:cNvSpPr>
            <p:nvPr/>
          </p:nvSpPr>
          <p:spPr bwMode="auto">
            <a:xfrm>
              <a:off x="2142" y="1103"/>
              <a:ext cx="174" cy="87"/>
            </a:xfrm>
            <a:custGeom>
              <a:avLst/>
              <a:gdLst>
                <a:gd name="T0" fmla="*/ 174 w 174"/>
                <a:gd name="T1" fmla="*/ 38 h 87"/>
                <a:gd name="T2" fmla="*/ 0 w 174"/>
                <a:gd name="T3" fmla="*/ 87 h 87"/>
                <a:gd name="T4" fmla="*/ 0 w 174"/>
                <a:gd name="T5" fmla="*/ 38 h 87"/>
                <a:gd name="T6" fmla="*/ 0 w 174"/>
                <a:gd name="T7" fmla="*/ 0 h 87"/>
                <a:gd name="T8" fmla="*/ 174 w 174"/>
                <a:gd name="T9" fmla="*/ 38 h 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74" h="87">
                  <a:moveTo>
                    <a:pt x="174" y="38"/>
                  </a:moveTo>
                  <a:lnTo>
                    <a:pt x="0" y="87"/>
                  </a:lnTo>
                  <a:lnTo>
                    <a:pt x="0" y="38"/>
                  </a:lnTo>
                  <a:lnTo>
                    <a:pt x="0" y="0"/>
                  </a:lnTo>
                  <a:lnTo>
                    <a:pt x="174" y="38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 flipH="1">
              <a:off x="2030" y="1141"/>
              <a:ext cx="112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Freeform 47"/>
            <p:cNvSpPr>
              <a:spLocks/>
            </p:cNvSpPr>
            <p:nvPr/>
          </p:nvSpPr>
          <p:spPr bwMode="auto">
            <a:xfrm>
              <a:off x="1720" y="1103"/>
              <a:ext cx="174" cy="87"/>
            </a:xfrm>
            <a:custGeom>
              <a:avLst/>
              <a:gdLst>
                <a:gd name="T0" fmla="*/ 174 w 174"/>
                <a:gd name="T1" fmla="*/ 38 h 87"/>
                <a:gd name="T2" fmla="*/ 0 w 174"/>
                <a:gd name="T3" fmla="*/ 87 h 87"/>
                <a:gd name="T4" fmla="*/ 0 w 174"/>
                <a:gd name="T5" fmla="*/ 38 h 87"/>
                <a:gd name="T6" fmla="*/ 0 w 174"/>
                <a:gd name="T7" fmla="*/ 0 h 87"/>
                <a:gd name="T8" fmla="*/ 174 w 174"/>
                <a:gd name="T9" fmla="*/ 38 h 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74" h="87">
                  <a:moveTo>
                    <a:pt x="174" y="38"/>
                  </a:moveTo>
                  <a:lnTo>
                    <a:pt x="0" y="87"/>
                  </a:lnTo>
                  <a:lnTo>
                    <a:pt x="0" y="38"/>
                  </a:lnTo>
                  <a:lnTo>
                    <a:pt x="0" y="0"/>
                  </a:lnTo>
                  <a:lnTo>
                    <a:pt x="174" y="38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H="1">
              <a:off x="1608" y="1141"/>
              <a:ext cx="112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Freeform 49"/>
            <p:cNvSpPr>
              <a:spLocks/>
            </p:cNvSpPr>
            <p:nvPr/>
          </p:nvSpPr>
          <p:spPr bwMode="auto">
            <a:xfrm>
              <a:off x="1496" y="1215"/>
              <a:ext cx="87" cy="175"/>
            </a:xfrm>
            <a:custGeom>
              <a:avLst/>
              <a:gdLst>
                <a:gd name="T0" fmla="*/ 38 w 87"/>
                <a:gd name="T1" fmla="*/ 0 h 175"/>
                <a:gd name="T2" fmla="*/ 87 w 87"/>
                <a:gd name="T3" fmla="*/ 175 h 175"/>
                <a:gd name="T4" fmla="*/ 38 w 87"/>
                <a:gd name="T5" fmla="*/ 175 h 175"/>
                <a:gd name="T6" fmla="*/ 0 w 87"/>
                <a:gd name="T7" fmla="*/ 175 h 175"/>
                <a:gd name="T8" fmla="*/ 38 w 87"/>
                <a:gd name="T9" fmla="*/ 0 h 17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7" h="175">
                  <a:moveTo>
                    <a:pt x="38" y="0"/>
                  </a:moveTo>
                  <a:lnTo>
                    <a:pt x="87" y="175"/>
                  </a:lnTo>
                  <a:lnTo>
                    <a:pt x="38" y="175"/>
                  </a:lnTo>
                  <a:lnTo>
                    <a:pt x="0" y="175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1534" y="1390"/>
              <a:ext cx="1" cy="67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Rectangle 51"/>
            <p:cNvSpPr>
              <a:spLocks noChangeArrowheads="1"/>
            </p:cNvSpPr>
            <p:nvPr/>
          </p:nvSpPr>
          <p:spPr bwMode="auto">
            <a:xfrm>
              <a:off x="1260" y="1502"/>
              <a:ext cx="60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52"/>
            <p:cNvSpPr>
              <a:spLocks noChangeArrowheads="1"/>
            </p:cNvSpPr>
            <p:nvPr/>
          </p:nvSpPr>
          <p:spPr bwMode="auto">
            <a:xfrm>
              <a:off x="1347" y="1601"/>
              <a:ext cx="44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53"/>
            <p:cNvSpPr>
              <a:spLocks noChangeArrowheads="1"/>
            </p:cNvSpPr>
            <p:nvPr/>
          </p:nvSpPr>
          <p:spPr bwMode="auto">
            <a:xfrm>
              <a:off x="1620" y="879"/>
              <a:ext cx="33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54"/>
            <p:cNvSpPr>
              <a:spLocks noChangeArrowheads="1"/>
            </p:cNvSpPr>
            <p:nvPr/>
          </p:nvSpPr>
          <p:spPr bwMode="auto">
            <a:xfrm>
              <a:off x="1683" y="953"/>
              <a:ext cx="44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55"/>
            <p:cNvSpPr>
              <a:spLocks noChangeArrowheads="1"/>
            </p:cNvSpPr>
            <p:nvPr/>
          </p:nvSpPr>
          <p:spPr bwMode="auto">
            <a:xfrm>
              <a:off x="2167" y="879"/>
              <a:ext cx="56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i'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56"/>
            <p:cNvSpPr>
              <a:spLocks noChangeArrowheads="1"/>
            </p:cNvSpPr>
            <p:nvPr/>
          </p:nvSpPr>
          <p:spPr bwMode="auto">
            <a:xfrm>
              <a:off x="2254" y="953"/>
              <a:ext cx="45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Rectangle 57"/>
            <p:cNvSpPr>
              <a:spLocks noChangeArrowheads="1"/>
            </p:cNvSpPr>
            <p:nvPr/>
          </p:nvSpPr>
          <p:spPr bwMode="auto">
            <a:xfrm>
              <a:off x="2043" y="1240"/>
              <a:ext cx="33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3" name="Rectangle 58"/>
            <p:cNvSpPr>
              <a:spLocks noChangeArrowheads="1"/>
            </p:cNvSpPr>
            <p:nvPr/>
          </p:nvSpPr>
          <p:spPr bwMode="auto">
            <a:xfrm>
              <a:off x="2080" y="1302"/>
              <a:ext cx="88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4" name="Oval 59"/>
            <p:cNvSpPr>
              <a:spLocks noChangeArrowheads="1"/>
            </p:cNvSpPr>
            <p:nvPr/>
          </p:nvSpPr>
          <p:spPr bwMode="auto">
            <a:xfrm>
              <a:off x="2359" y="1396"/>
              <a:ext cx="63" cy="75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5" name="Rectangle 60"/>
            <p:cNvSpPr>
              <a:spLocks noChangeArrowheads="1"/>
            </p:cNvSpPr>
            <p:nvPr/>
          </p:nvSpPr>
          <p:spPr bwMode="auto">
            <a:xfrm>
              <a:off x="2130" y="1576"/>
              <a:ext cx="80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66" name="ZoneTexte 65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7623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equivalent scheme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345" y="1094552"/>
            <a:ext cx="4032250" cy="2498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FF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AutoShape 108"/>
          <p:cNvSpPr>
            <a:spLocks noChangeArrowheads="1"/>
          </p:cNvSpPr>
          <p:nvPr/>
        </p:nvSpPr>
        <p:spPr bwMode="auto">
          <a:xfrm>
            <a:off x="10031557" y="2050227"/>
            <a:ext cx="1266825" cy="2762250"/>
          </a:xfrm>
          <a:prstGeom prst="curvedLeftArrow">
            <a:avLst>
              <a:gd name="adj1" fmla="val 43609"/>
              <a:gd name="adj2" fmla="val 87218"/>
              <a:gd name="adj3" fmla="val 33333"/>
            </a:avLst>
          </a:prstGeom>
          <a:solidFill>
            <a:srgbClr val="FF66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" name="Groupe 12"/>
          <p:cNvGrpSpPr>
            <a:grpSpLocks/>
          </p:cNvGrpSpPr>
          <p:nvPr/>
        </p:nvGrpSpPr>
        <p:grpSpPr bwMode="auto">
          <a:xfrm>
            <a:off x="3413270" y="3731390"/>
            <a:ext cx="6376987" cy="2427287"/>
            <a:chOff x="725170" y="3672449"/>
            <a:chExt cx="6376670" cy="2426726"/>
          </a:xfrm>
        </p:grpSpPr>
        <p:sp>
          <p:nvSpPr>
            <p:cNvPr id="14" name="Line 6"/>
            <p:cNvSpPr>
              <a:spLocks noChangeShapeType="1"/>
            </p:cNvSpPr>
            <p:nvPr/>
          </p:nvSpPr>
          <p:spPr bwMode="auto">
            <a:xfrm>
              <a:off x="5650230" y="5106259"/>
              <a:ext cx="138303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AutoShape 7"/>
            <p:cNvSpPr>
              <a:spLocks noChangeAspect="1" noChangeArrowheads="1" noTextEdit="1"/>
            </p:cNvSpPr>
            <p:nvPr/>
          </p:nvSpPr>
          <p:spPr bwMode="auto">
            <a:xfrm>
              <a:off x="2078990" y="3682112"/>
              <a:ext cx="3975100" cy="14495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Oval 9"/>
            <p:cNvSpPr>
              <a:spLocks noChangeArrowheads="1"/>
            </p:cNvSpPr>
            <p:nvPr/>
          </p:nvSpPr>
          <p:spPr bwMode="auto">
            <a:xfrm>
              <a:off x="1195070" y="4910574"/>
              <a:ext cx="340360" cy="32251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7" name="Freeform 10"/>
            <p:cNvSpPr>
              <a:spLocks/>
            </p:cNvSpPr>
            <p:nvPr/>
          </p:nvSpPr>
          <p:spPr bwMode="auto">
            <a:xfrm>
              <a:off x="975360" y="4910574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47" y="0"/>
                  </a:moveTo>
                  <a:lnTo>
                    <a:pt x="81" y="162"/>
                  </a:lnTo>
                  <a:lnTo>
                    <a:pt x="47" y="162"/>
                  </a:lnTo>
                  <a:lnTo>
                    <a:pt x="0" y="162"/>
                  </a:lnTo>
                  <a:lnTo>
                    <a:pt x="47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1"/>
            <p:cNvSpPr>
              <a:spLocks noChangeShapeType="1"/>
            </p:cNvSpPr>
            <p:nvPr/>
          </p:nvSpPr>
          <p:spPr bwMode="auto">
            <a:xfrm>
              <a:off x="1035050" y="5106259"/>
              <a:ext cx="1270" cy="12562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Rectangle 12"/>
            <p:cNvSpPr>
              <a:spLocks noChangeArrowheads="1"/>
            </p:cNvSpPr>
            <p:nvPr/>
          </p:nvSpPr>
          <p:spPr bwMode="auto">
            <a:xfrm>
              <a:off x="725170" y="4911782"/>
              <a:ext cx="14478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0" name="Line 13"/>
            <p:cNvSpPr>
              <a:spLocks noChangeShapeType="1"/>
            </p:cNvSpPr>
            <p:nvPr/>
          </p:nvSpPr>
          <p:spPr bwMode="auto">
            <a:xfrm flipH="1">
              <a:off x="2344420" y="5100219"/>
              <a:ext cx="220980" cy="19568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4"/>
            <p:cNvSpPr>
              <a:spLocks/>
            </p:cNvSpPr>
            <p:nvPr/>
          </p:nvSpPr>
          <p:spPr bwMode="auto">
            <a:xfrm>
              <a:off x="2402840" y="5602717"/>
              <a:ext cx="236220" cy="195684"/>
            </a:xfrm>
            <a:custGeom>
              <a:avLst/>
              <a:gdLst>
                <a:gd name="T0" fmla="*/ 2147483646 w 186"/>
                <a:gd name="T1" fmla="*/ 2147483646 h 162"/>
                <a:gd name="T2" fmla="*/ 0 w 186"/>
                <a:gd name="T3" fmla="*/ 2147483646 h 162"/>
                <a:gd name="T4" fmla="*/ 2147483646 w 186"/>
                <a:gd name="T5" fmla="*/ 2147483646 h 162"/>
                <a:gd name="T6" fmla="*/ 2147483646 w 186"/>
                <a:gd name="T7" fmla="*/ 0 h 162"/>
                <a:gd name="T8" fmla="*/ 2147483646 w 186"/>
                <a:gd name="T9" fmla="*/ 2147483646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6" h="162">
                  <a:moveTo>
                    <a:pt x="186" y="162"/>
                  </a:moveTo>
                  <a:lnTo>
                    <a:pt x="0" y="70"/>
                  </a:lnTo>
                  <a:lnTo>
                    <a:pt x="35" y="35"/>
                  </a:lnTo>
                  <a:lnTo>
                    <a:pt x="70" y="0"/>
                  </a:lnTo>
                  <a:lnTo>
                    <a:pt x="186" y="16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5"/>
            <p:cNvSpPr>
              <a:spLocks noChangeShapeType="1"/>
            </p:cNvSpPr>
            <p:nvPr/>
          </p:nvSpPr>
          <p:spPr bwMode="auto">
            <a:xfrm flipH="1" flipV="1">
              <a:off x="2344420" y="5547152"/>
              <a:ext cx="102870" cy="9784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6"/>
            <p:cNvSpPr>
              <a:spLocks noChangeShapeType="1"/>
            </p:cNvSpPr>
            <p:nvPr/>
          </p:nvSpPr>
          <p:spPr bwMode="auto">
            <a:xfrm>
              <a:off x="2344420" y="5128001"/>
              <a:ext cx="1270" cy="642617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7"/>
            <p:cNvSpPr>
              <a:spLocks noChangeShapeType="1"/>
            </p:cNvSpPr>
            <p:nvPr/>
          </p:nvSpPr>
          <p:spPr bwMode="auto">
            <a:xfrm>
              <a:off x="1372870" y="3970807"/>
              <a:ext cx="11620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8"/>
            <p:cNvSpPr>
              <a:spLocks noChangeShapeType="1"/>
            </p:cNvSpPr>
            <p:nvPr/>
          </p:nvSpPr>
          <p:spPr bwMode="auto">
            <a:xfrm>
              <a:off x="1372870" y="6097967"/>
              <a:ext cx="12509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19"/>
            <p:cNvSpPr>
              <a:spLocks noChangeShapeType="1"/>
            </p:cNvSpPr>
            <p:nvPr/>
          </p:nvSpPr>
          <p:spPr bwMode="auto">
            <a:xfrm>
              <a:off x="1372870" y="3961143"/>
              <a:ext cx="1270" cy="94943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0"/>
            <p:cNvSpPr>
              <a:spLocks noChangeShapeType="1"/>
            </p:cNvSpPr>
            <p:nvPr/>
          </p:nvSpPr>
          <p:spPr bwMode="auto">
            <a:xfrm>
              <a:off x="2623820" y="5776658"/>
              <a:ext cx="1270" cy="32130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1"/>
            <p:cNvSpPr>
              <a:spLocks noChangeShapeType="1"/>
            </p:cNvSpPr>
            <p:nvPr/>
          </p:nvSpPr>
          <p:spPr bwMode="auto">
            <a:xfrm>
              <a:off x="1372870" y="5231883"/>
              <a:ext cx="1270" cy="86608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2"/>
            <p:cNvSpPr>
              <a:spLocks noChangeShapeType="1"/>
            </p:cNvSpPr>
            <p:nvPr/>
          </p:nvSpPr>
          <p:spPr bwMode="auto">
            <a:xfrm>
              <a:off x="1902460" y="5449310"/>
              <a:ext cx="412750" cy="1208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Rectangle 23"/>
            <p:cNvSpPr>
              <a:spLocks noChangeArrowheads="1"/>
            </p:cNvSpPr>
            <p:nvPr/>
          </p:nvSpPr>
          <p:spPr bwMode="auto">
            <a:xfrm>
              <a:off x="1902460" y="5227051"/>
              <a:ext cx="135890" cy="2597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Rectangle 24"/>
            <p:cNvSpPr>
              <a:spLocks noChangeArrowheads="1"/>
            </p:cNvSpPr>
            <p:nvPr/>
          </p:nvSpPr>
          <p:spPr bwMode="auto">
            <a:xfrm>
              <a:off x="2049780" y="5253626"/>
              <a:ext cx="18542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Times" panose="02020603050405020304" pitchFamily="18" charset="0"/>
                </a:rPr>
                <a:t>,T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" name="Line 25"/>
            <p:cNvSpPr>
              <a:spLocks noChangeShapeType="1"/>
            </p:cNvSpPr>
            <p:nvPr/>
          </p:nvSpPr>
          <p:spPr bwMode="auto">
            <a:xfrm flipV="1">
              <a:off x="6383020" y="3731637"/>
              <a:ext cx="1270" cy="474715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6"/>
            <p:cNvSpPr>
              <a:spLocks noChangeShapeType="1"/>
            </p:cNvSpPr>
            <p:nvPr/>
          </p:nvSpPr>
          <p:spPr bwMode="auto">
            <a:xfrm flipH="1">
              <a:off x="6043930" y="3968391"/>
              <a:ext cx="339090" cy="23796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7"/>
            <p:cNvSpPr>
              <a:spLocks noChangeShapeType="1"/>
            </p:cNvSpPr>
            <p:nvPr/>
          </p:nvSpPr>
          <p:spPr bwMode="auto">
            <a:xfrm flipV="1">
              <a:off x="6043930" y="3731637"/>
              <a:ext cx="1270" cy="474715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8"/>
            <p:cNvSpPr>
              <a:spLocks noChangeShapeType="1"/>
            </p:cNvSpPr>
            <p:nvPr/>
          </p:nvSpPr>
          <p:spPr bwMode="auto">
            <a:xfrm>
              <a:off x="6043930" y="3731637"/>
              <a:ext cx="339090" cy="23675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9"/>
            <p:cNvSpPr>
              <a:spLocks noChangeShapeType="1"/>
            </p:cNvSpPr>
            <p:nvPr/>
          </p:nvSpPr>
          <p:spPr bwMode="auto">
            <a:xfrm>
              <a:off x="5650230" y="3969599"/>
              <a:ext cx="3937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0"/>
            <p:cNvSpPr>
              <a:spLocks noChangeShapeType="1"/>
            </p:cNvSpPr>
            <p:nvPr/>
          </p:nvSpPr>
          <p:spPr bwMode="auto">
            <a:xfrm>
              <a:off x="6383020" y="3968391"/>
              <a:ext cx="57404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31"/>
            <p:cNvSpPr>
              <a:spLocks/>
            </p:cNvSpPr>
            <p:nvPr/>
          </p:nvSpPr>
          <p:spPr bwMode="auto">
            <a:xfrm>
              <a:off x="6739890" y="4052946"/>
              <a:ext cx="102870" cy="194476"/>
            </a:xfrm>
            <a:custGeom>
              <a:avLst/>
              <a:gdLst>
                <a:gd name="T0" fmla="*/ 2147483646 w 81"/>
                <a:gd name="T1" fmla="*/ 0 h 161"/>
                <a:gd name="T2" fmla="*/ 2147483646 w 81"/>
                <a:gd name="T3" fmla="*/ 2147483646 h 161"/>
                <a:gd name="T4" fmla="*/ 2147483646 w 81"/>
                <a:gd name="T5" fmla="*/ 2147483646 h 161"/>
                <a:gd name="T6" fmla="*/ 0 w 81"/>
                <a:gd name="T7" fmla="*/ 2147483646 h 161"/>
                <a:gd name="T8" fmla="*/ 2147483646 w 81"/>
                <a:gd name="T9" fmla="*/ 0 h 1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1">
                  <a:moveTo>
                    <a:pt x="35" y="0"/>
                  </a:moveTo>
                  <a:lnTo>
                    <a:pt x="81" y="161"/>
                  </a:lnTo>
                  <a:lnTo>
                    <a:pt x="35" y="161"/>
                  </a:lnTo>
                  <a:lnTo>
                    <a:pt x="0" y="16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2"/>
            <p:cNvSpPr>
              <a:spLocks noChangeShapeType="1"/>
            </p:cNvSpPr>
            <p:nvPr/>
          </p:nvSpPr>
          <p:spPr bwMode="auto">
            <a:xfrm>
              <a:off x="6784340" y="4240175"/>
              <a:ext cx="1270" cy="754955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871970" y="4450354"/>
              <a:ext cx="18415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1" name="Rectangle 34"/>
            <p:cNvSpPr>
              <a:spLocks noChangeArrowheads="1"/>
            </p:cNvSpPr>
            <p:nvPr/>
          </p:nvSpPr>
          <p:spPr bwMode="auto">
            <a:xfrm>
              <a:off x="7034530" y="4562691"/>
              <a:ext cx="67310" cy="210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2" name="Freeform 35"/>
            <p:cNvSpPr>
              <a:spLocks/>
            </p:cNvSpPr>
            <p:nvPr/>
          </p:nvSpPr>
          <p:spPr bwMode="auto">
            <a:xfrm>
              <a:off x="2653030" y="5170279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35" y="0"/>
                  </a:moveTo>
                  <a:lnTo>
                    <a:pt x="81" y="162"/>
                  </a:lnTo>
                  <a:lnTo>
                    <a:pt x="35" y="162"/>
                  </a:lnTo>
                  <a:lnTo>
                    <a:pt x="0" y="162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6"/>
            <p:cNvSpPr>
              <a:spLocks noChangeShapeType="1"/>
            </p:cNvSpPr>
            <p:nvPr/>
          </p:nvSpPr>
          <p:spPr bwMode="auto">
            <a:xfrm>
              <a:off x="2697480" y="5365963"/>
              <a:ext cx="1270" cy="516993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Rectangle 37"/>
            <p:cNvSpPr>
              <a:spLocks noChangeArrowheads="1"/>
            </p:cNvSpPr>
            <p:nvPr/>
          </p:nvSpPr>
          <p:spPr bwMode="auto">
            <a:xfrm>
              <a:off x="2816860" y="5420320"/>
              <a:ext cx="12700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5" name="Rectangle 38"/>
            <p:cNvSpPr>
              <a:spLocks noChangeArrowheads="1"/>
            </p:cNvSpPr>
            <p:nvPr/>
          </p:nvSpPr>
          <p:spPr bwMode="auto">
            <a:xfrm>
              <a:off x="2905760" y="5533865"/>
              <a:ext cx="158750" cy="2125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ce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6" name="Rectangle 39"/>
            <p:cNvSpPr>
              <a:spLocks noChangeArrowheads="1"/>
            </p:cNvSpPr>
            <p:nvPr/>
          </p:nvSpPr>
          <p:spPr bwMode="auto">
            <a:xfrm>
              <a:off x="6169660" y="4229303"/>
              <a:ext cx="15494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7" name="Rectangle 40"/>
            <p:cNvSpPr>
              <a:spLocks noChangeArrowheads="1"/>
            </p:cNvSpPr>
            <p:nvPr/>
          </p:nvSpPr>
          <p:spPr bwMode="auto">
            <a:xfrm>
              <a:off x="2080260" y="3683320"/>
              <a:ext cx="5715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8" name="Oval 41"/>
            <p:cNvSpPr>
              <a:spLocks noChangeArrowheads="1"/>
            </p:cNvSpPr>
            <p:nvPr/>
          </p:nvSpPr>
          <p:spPr bwMode="auto">
            <a:xfrm>
              <a:off x="356362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9" name="Oval 42"/>
            <p:cNvSpPr>
              <a:spLocks noChangeArrowheads="1"/>
            </p:cNvSpPr>
            <p:nvPr/>
          </p:nvSpPr>
          <p:spPr bwMode="auto">
            <a:xfrm>
              <a:off x="398526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0" name="Line 43"/>
            <p:cNvSpPr>
              <a:spLocks noChangeShapeType="1"/>
            </p:cNvSpPr>
            <p:nvPr/>
          </p:nvSpPr>
          <p:spPr bwMode="auto">
            <a:xfrm flipH="1">
              <a:off x="4744720" y="3972015"/>
              <a:ext cx="18161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4"/>
            <p:cNvSpPr>
              <a:spLocks noChangeShapeType="1"/>
            </p:cNvSpPr>
            <p:nvPr/>
          </p:nvSpPr>
          <p:spPr bwMode="auto">
            <a:xfrm flipH="1" flipV="1">
              <a:off x="4744720" y="4790990"/>
              <a:ext cx="18161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6"/>
            <p:cNvSpPr>
              <a:spLocks noChangeShapeType="1"/>
            </p:cNvSpPr>
            <p:nvPr/>
          </p:nvSpPr>
          <p:spPr bwMode="auto">
            <a:xfrm flipH="1">
              <a:off x="2532380" y="5106259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7"/>
            <p:cNvSpPr>
              <a:spLocks noChangeShapeType="1"/>
            </p:cNvSpPr>
            <p:nvPr/>
          </p:nvSpPr>
          <p:spPr bwMode="auto">
            <a:xfrm flipH="1">
              <a:off x="4926330" y="3972015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48"/>
            <p:cNvSpPr>
              <a:spLocks noChangeShapeType="1"/>
            </p:cNvSpPr>
            <p:nvPr/>
          </p:nvSpPr>
          <p:spPr bwMode="auto">
            <a:xfrm flipH="1">
              <a:off x="4926330" y="5106259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Arc 49"/>
            <p:cNvSpPr>
              <a:spLocks/>
            </p:cNvSpPr>
            <p:nvPr/>
          </p:nvSpPr>
          <p:spPr bwMode="auto">
            <a:xfrm>
              <a:off x="2871470" y="4805485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Arc 50"/>
            <p:cNvSpPr>
              <a:spLocks/>
            </p:cNvSpPr>
            <p:nvPr/>
          </p:nvSpPr>
          <p:spPr bwMode="auto">
            <a:xfrm>
              <a:off x="2969260" y="4848970"/>
              <a:ext cx="97790" cy="36238"/>
            </a:xfrm>
            <a:custGeom>
              <a:avLst/>
              <a:gdLst>
                <a:gd name="T0" fmla="*/ 185993524 w 21600"/>
                <a:gd name="T1" fmla="*/ 0 h 21648"/>
                <a:gd name="T2" fmla="*/ 0 w 21600"/>
                <a:gd name="T3" fmla="*/ 476313 h 21648"/>
                <a:gd name="T4" fmla="*/ 0 w 21600"/>
                <a:gd name="T5" fmla="*/ 1051 h 21648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8" fill="none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</a:path>
                <a:path w="21600" h="21648" stroke="0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  <a:lnTo>
                    <a:pt x="0" y="48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Arc 51"/>
            <p:cNvSpPr>
              <a:spLocks/>
            </p:cNvSpPr>
            <p:nvPr/>
          </p:nvSpPr>
          <p:spPr bwMode="auto">
            <a:xfrm>
              <a:off x="2871470" y="4812732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Arc 52"/>
            <p:cNvSpPr>
              <a:spLocks/>
            </p:cNvSpPr>
            <p:nvPr/>
          </p:nvSpPr>
          <p:spPr bwMode="auto">
            <a:xfrm>
              <a:off x="2969260" y="481273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Arc 53"/>
            <p:cNvSpPr>
              <a:spLocks/>
            </p:cNvSpPr>
            <p:nvPr/>
          </p:nvSpPr>
          <p:spPr bwMode="auto">
            <a:xfrm>
              <a:off x="2871470" y="4719722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Arc 54"/>
            <p:cNvSpPr>
              <a:spLocks/>
            </p:cNvSpPr>
            <p:nvPr/>
          </p:nvSpPr>
          <p:spPr bwMode="auto">
            <a:xfrm>
              <a:off x="2969260" y="4761999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Arc 55"/>
            <p:cNvSpPr>
              <a:spLocks/>
            </p:cNvSpPr>
            <p:nvPr/>
          </p:nvSpPr>
          <p:spPr bwMode="auto">
            <a:xfrm>
              <a:off x="2871470" y="4725761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Arc 56"/>
            <p:cNvSpPr>
              <a:spLocks/>
            </p:cNvSpPr>
            <p:nvPr/>
          </p:nvSpPr>
          <p:spPr bwMode="auto">
            <a:xfrm>
              <a:off x="2969260" y="4725761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Arc 57"/>
            <p:cNvSpPr>
              <a:spLocks/>
            </p:cNvSpPr>
            <p:nvPr/>
          </p:nvSpPr>
          <p:spPr bwMode="auto">
            <a:xfrm>
              <a:off x="2871470" y="4625504"/>
              <a:ext cx="97790" cy="85763"/>
            </a:xfrm>
            <a:custGeom>
              <a:avLst/>
              <a:gdLst>
                <a:gd name="T0" fmla="*/ 185993524 w 21600"/>
                <a:gd name="T1" fmla="*/ 82319027 h 21720"/>
                <a:gd name="T2" fmla="*/ 0 w 21600"/>
                <a:gd name="T3" fmla="*/ 0 h 21720"/>
                <a:gd name="T4" fmla="*/ 185993524 w 21600"/>
                <a:gd name="T5" fmla="*/ 455077 h 2172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20" fill="none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</a:path>
                <a:path w="21600" h="21720" stroke="0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  <a:lnTo>
                    <a:pt x="21600" y="120"/>
                  </a:lnTo>
                  <a:lnTo>
                    <a:pt x="21600" y="2172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Arc 58"/>
            <p:cNvSpPr>
              <a:spLocks/>
            </p:cNvSpPr>
            <p:nvPr/>
          </p:nvSpPr>
          <p:spPr bwMode="auto">
            <a:xfrm>
              <a:off x="2969260" y="4676236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Arc 59"/>
            <p:cNvSpPr>
              <a:spLocks/>
            </p:cNvSpPr>
            <p:nvPr/>
          </p:nvSpPr>
          <p:spPr bwMode="auto">
            <a:xfrm>
              <a:off x="2871470" y="4639999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Arc 60"/>
            <p:cNvSpPr>
              <a:spLocks/>
            </p:cNvSpPr>
            <p:nvPr/>
          </p:nvSpPr>
          <p:spPr bwMode="auto">
            <a:xfrm>
              <a:off x="2969260" y="4639999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Arc 61"/>
            <p:cNvSpPr>
              <a:spLocks/>
            </p:cNvSpPr>
            <p:nvPr/>
          </p:nvSpPr>
          <p:spPr bwMode="auto">
            <a:xfrm>
              <a:off x="2871470" y="4532493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Arc 62"/>
            <p:cNvSpPr>
              <a:spLocks/>
            </p:cNvSpPr>
            <p:nvPr/>
          </p:nvSpPr>
          <p:spPr bwMode="auto">
            <a:xfrm>
              <a:off x="2969260" y="4583226"/>
              <a:ext cx="97790" cy="28990"/>
            </a:xfrm>
            <a:custGeom>
              <a:avLst/>
              <a:gdLst>
                <a:gd name="T0" fmla="*/ 185959461 w 21600"/>
                <a:gd name="T1" fmla="*/ 0 h 22022"/>
                <a:gd name="T2" fmla="*/ 0 w 21600"/>
                <a:gd name="T3" fmla="*/ 114607 h 22022"/>
                <a:gd name="T4" fmla="*/ 0 w 21600"/>
                <a:gd name="T5" fmla="*/ 2200 h 220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2022" fill="none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</a:path>
                <a:path w="21600" h="22022" stroke="0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  <a:lnTo>
                    <a:pt x="0" y="422"/>
                  </a:lnTo>
                  <a:lnTo>
                    <a:pt x="21595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Arc 63"/>
            <p:cNvSpPr>
              <a:spLocks/>
            </p:cNvSpPr>
            <p:nvPr/>
          </p:nvSpPr>
          <p:spPr bwMode="auto">
            <a:xfrm>
              <a:off x="2871470" y="4554236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Arc 64"/>
            <p:cNvSpPr>
              <a:spLocks/>
            </p:cNvSpPr>
            <p:nvPr/>
          </p:nvSpPr>
          <p:spPr bwMode="auto">
            <a:xfrm>
              <a:off x="2969260" y="4554236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Arc 65"/>
            <p:cNvSpPr>
              <a:spLocks/>
            </p:cNvSpPr>
            <p:nvPr/>
          </p:nvSpPr>
          <p:spPr bwMode="auto">
            <a:xfrm>
              <a:off x="2871470" y="4446730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Arc 66"/>
            <p:cNvSpPr>
              <a:spLocks/>
            </p:cNvSpPr>
            <p:nvPr/>
          </p:nvSpPr>
          <p:spPr bwMode="auto">
            <a:xfrm>
              <a:off x="2969260" y="4496255"/>
              <a:ext cx="97790" cy="28990"/>
            </a:xfrm>
            <a:custGeom>
              <a:avLst/>
              <a:gdLst>
                <a:gd name="T0" fmla="*/ 185967062 w 21600"/>
                <a:gd name="T1" fmla="*/ 0 h 21954"/>
                <a:gd name="T2" fmla="*/ 0 w 21600"/>
                <a:gd name="T3" fmla="*/ 116393 h 21954"/>
                <a:gd name="T4" fmla="*/ 0 w 21600"/>
                <a:gd name="T5" fmla="*/ 1876 h 2195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54" fill="none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</a:path>
                <a:path w="21600" h="21954" stroke="0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  <a:lnTo>
                    <a:pt x="0" y="354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Arc 67"/>
            <p:cNvSpPr>
              <a:spLocks/>
            </p:cNvSpPr>
            <p:nvPr/>
          </p:nvSpPr>
          <p:spPr bwMode="auto">
            <a:xfrm>
              <a:off x="2871470" y="4467265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Arc 68"/>
            <p:cNvSpPr>
              <a:spLocks/>
            </p:cNvSpPr>
            <p:nvPr/>
          </p:nvSpPr>
          <p:spPr bwMode="auto">
            <a:xfrm>
              <a:off x="2969260" y="4467265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Arc 69"/>
            <p:cNvSpPr>
              <a:spLocks/>
            </p:cNvSpPr>
            <p:nvPr/>
          </p:nvSpPr>
          <p:spPr bwMode="auto">
            <a:xfrm>
              <a:off x="2871470" y="4359759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Arc 70"/>
            <p:cNvSpPr>
              <a:spLocks/>
            </p:cNvSpPr>
            <p:nvPr/>
          </p:nvSpPr>
          <p:spPr bwMode="auto">
            <a:xfrm>
              <a:off x="2969260" y="4410492"/>
              <a:ext cx="97790" cy="28990"/>
            </a:xfrm>
            <a:custGeom>
              <a:avLst/>
              <a:gdLst>
                <a:gd name="T0" fmla="*/ 185967062 w 21600"/>
                <a:gd name="T1" fmla="*/ 0 h 21962"/>
                <a:gd name="T2" fmla="*/ 0 w 21600"/>
                <a:gd name="T3" fmla="*/ 116180 h 21962"/>
                <a:gd name="T4" fmla="*/ 0 w 21600"/>
                <a:gd name="T5" fmla="*/ 1917 h 2196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62" fill="none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</a:path>
                <a:path w="21600" h="21962" stroke="0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  <a:lnTo>
                    <a:pt x="0" y="362"/>
                  </a:lnTo>
                  <a:lnTo>
                    <a:pt x="21596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Arc 71"/>
            <p:cNvSpPr>
              <a:spLocks/>
            </p:cNvSpPr>
            <p:nvPr/>
          </p:nvSpPr>
          <p:spPr bwMode="auto">
            <a:xfrm>
              <a:off x="2871470" y="4381502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Arc 72"/>
            <p:cNvSpPr>
              <a:spLocks/>
            </p:cNvSpPr>
            <p:nvPr/>
          </p:nvSpPr>
          <p:spPr bwMode="auto">
            <a:xfrm>
              <a:off x="2969260" y="438150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Arc 73"/>
            <p:cNvSpPr>
              <a:spLocks/>
            </p:cNvSpPr>
            <p:nvPr/>
          </p:nvSpPr>
          <p:spPr bwMode="auto">
            <a:xfrm>
              <a:off x="2871470" y="4295739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Arc 74"/>
            <p:cNvSpPr>
              <a:spLocks/>
            </p:cNvSpPr>
            <p:nvPr/>
          </p:nvSpPr>
          <p:spPr bwMode="auto">
            <a:xfrm>
              <a:off x="2871470" y="4891248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5"/>
            <p:cNvSpPr>
              <a:spLocks noChangeShapeType="1"/>
            </p:cNvSpPr>
            <p:nvPr/>
          </p:nvSpPr>
          <p:spPr bwMode="auto">
            <a:xfrm flipV="1">
              <a:off x="2954020" y="4216016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6"/>
            <p:cNvSpPr>
              <a:spLocks noChangeShapeType="1"/>
            </p:cNvSpPr>
            <p:nvPr/>
          </p:nvSpPr>
          <p:spPr bwMode="auto">
            <a:xfrm flipV="1">
              <a:off x="2954020" y="4984258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7"/>
            <p:cNvSpPr>
              <a:spLocks noChangeShapeType="1"/>
            </p:cNvSpPr>
            <p:nvPr/>
          </p:nvSpPr>
          <p:spPr bwMode="auto">
            <a:xfrm>
              <a:off x="3465830" y="3972015"/>
              <a:ext cx="18034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78"/>
            <p:cNvSpPr>
              <a:spLocks noChangeShapeType="1"/>
            </p:cNvSpPr>
            <p:nvPr/>
          </p:nvSpPr>
          <p:spPr bwMode="auto">
            <a:xfrm flipV="1">
              <a:off x="3465830" y="4790990"/>
              <a:ext cx="18034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Freeform 79"/>
            <p:cNvSpPr>
              <a:spLocks/>
            </p:cNvSpPr>
            <p:nvPr/>
          </p:nvSpPr>
          <p:spPr bwMode="auto">
            <a:xfrm>
              <a:off x="2908300" y="4101263"/>
              <a:ext cx="105410" cy="201724"/>
            </a:xfrm>
            <a:custGeom>
              <a:avLst/>
              <a:gdLst>
                <a:gd name="T0" fmla="*/ 2147483646 w 83"/>
                <a:gd name="T1" fmla="*/ 2147483646 h 167"/>
                <a:gd name="T2" fmla="*/ 0 w 83"/>
                <a:gd name="T3" fmla="*/ 0 h 167"/>
                <a:gd name="T4" fmla="*/ 2147483646 w 83"/>
                <a:gd name="T5" fmla="*/ 0 h 167"/>
                <a:gd name="T6" fmla="*/ 2147483646 w 83"/>
                <a:gd name="T7" fmla="*/ 0 h 167"/>
                <a:gd name="T8" fmla="*/ 2147483646 w 83"/>
                <a:gd name="T9" fmla="*/ 2147483646 h 16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7">
                  <a:moveTo>
                    <a:pt x="36" y="167"/>
                  </a:moveTo>
                  <a:lnTo>
                    <a:pt x="0" y="0"/>
                  </a:lnTo>
                  <a:lnTo>
                    <a:pt x="36" y="0"/>
                  </a:lnTo>
                  <a:lnTo>
                    <a:pt x="83" y="0"/>
                  </a:lnTo>
                  <a:lnTo>
                    <a:pt x="36" y="167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80"/>
            <p:cNvSpPr>
              <a:spLocks noChangeShapeType="1"/>
            </p:cNvSpPr>
            <p:nvPr/>
          </p:nvSpPr>
          <p:spPr bwMode="auto">
            <a:xfrm flipV="1">
              <a:off x="2954020" y="3972015"/>
              <a:ext cx="1270" cy="12924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1"/>
            <p:cNvSpPr>
              <a:spLocks noChangeShapeType="1"/>
            </p:cNvSpPr>
            <p:nvPr/>
          </p:nvSpPr>
          <p:spPr bwMode="auto">
            <a:xfrm flipV="1">
              <a:off x="2954020" y="5056734"/>
              <a:ext cx="1270" cy="7126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Freeform 82"/>
            <p:cNvSpPr>
              <a:spLocks/>
            </p:cNvSpPr>
            <p:nvPr/>
          </p:nvSpPr>
          <p:spPr bwMode="auto">
            <a:xfrm>
              <a:off x="318008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3"/>
            <p:cNvSpPr>
              <a:spLocks noChangeShapeType="1"/>
            </p:cNvSpPr>
            <p:nvPr/>
          </p:nvSpPr>
          <p:spPr bwMode="auto">
            <a:xfrm flipH="1">
              <a:off x="304419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Freeform 84"/>
            <p:cNvSpPr>
              <a:spLocks/>
            </p:cNvSpPr>
            <p:nvPr/>
          </p:nvSpPr>
          <p:spPr bwMode="auto">
            <a:xfrm>
              <a:off x="266827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Freeform 86"/>
            <p:cNvSpPr>
              <a:spLocks/>
            </p:cNvSpPr>
            <p:nvPr/>
          </p:nvSpPr>
          <p:spPr bwMode="auto">
            <a:xfrm>
              <a:off x="5324475" y="5057338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7"/>
            <p:cNvSpPr>
              <a:spLocks noChangeShapeType="1"/>
            </p:cNvSpPr>
            <p:nvPr/>
          </p:nvSpPr>
          <p:spPr bwMode="auto">
            <a:xfrm flipH="1">
              <a:off x="525653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Freeform 90"/>
            <p:cNvSpPr>
              <a:spLocks/>
            </p:cNvSpPr>
            <p:nvPr/>
          </p:nvSpPr>
          <p:spPr bwMode="auto">
            <a:xfrm>
              <a:off x="2396490" y="4058986"/>
              <a:ext cx="105410" cy="200516"/>
            </a:xfrm>
            <a:custGeom>
              <a:avLst/>
              <a:gdLst>
                <a:gd name="T0" fmla="*/ 2147483646 w 83"/>
                <a:gd name="T1" fmla="*/ 0 h 166"/>
                <a:gd name="T2" fmla="*/ 2147483646 w 83"/>
                <a:gd name="T3" fmla="*/ 2147483646 h 166"/>
                <a:gd name="T4" fmla="*/ 2147483646 w 83"/>
                <a:gd name="T5" fmla="*/ 2147483646 h 166"/>
                <a:gd name="T6" fmla="*/ 0 w 83"/>
                <a:gd name="T7" fmla="*/ 2147483646 h 166"/>
                <a:gd name="T8" fmla="*/ 2147483646 w 83"/>
                <a:gd name="T9" fmla="*/ 0 h 1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6">
                  <a:moveTo>
                    <a:pt x="36" y="0"/>
                  </a:moveTo>
                  <a:lnTo>
                    <a:pt x="83" y="166"/>
                  </a:lnTo>
                  <a:lnTo>
                    <a:pt x="36" y="166"/>
                  </a:lnTo>
                  <a:lnTo>
                    <a:pt x="0" y="166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91"/>
            <p:cNvSpPr>
              <a:spLocks noChangeShapeType="1"/>
            </p:cNvSpPr>
            <p:nvPr/>
          </p:nvSpPr>
          <p:spPr bwMode="auto">
            <a:xfrm>
              <a:off x="2442210" y="4259501"/>
              <a:ext cx="1270" cy="77548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Rectangle 92"/>
            <p:cNvSpPr>
              <a:spLocks noChangeArrowheads="1"/>
            </p:cNvSpPr>
            <p:nvPr/>
          </p:nvSpPr>
          <p:spPr bwMode="auto">
            <a:xfrm>
              <a:off x="4173220" y="3813776"/>
              <a:ext cx="190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m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8" name="Rectangle 93"/>
            <p:cNvSpPr>
              <a:spLocks noChangeArrowheads="1"/>
            </p:cNvSpPr>
            <p:nvPr/>
          </p:nvSpPr>
          <p:spPr bwMode="auto">
            <a:xfrm>
              <a:off x="21120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9" name="Rectangle 94"/>
            <p:cNvSpPr>
              <a:spLocks noChangeArrowheads="1"/>
            </p:cNvSpPr>
            <p:nvPr/>
          </p:nvSpPr>
          <p:spPr bwMode="auto">
            <a:xfrm>
              <a:off x="221615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0" name="Rectangle 95"/>
            <p:cNvSpPr>
              <a:spLocks noChangeArrowheads="1"/>
            </p:cNvSpPr>
            <p:nvPr/>
          </p:nvSpPr>
          <p:spPr bwMode="auto">
            <a:xfrm>
              <a:off x="53641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1" name="Rectangle 96"/>
            <p:cNvSpPr>
              <a:spLocks noChangeArrowheads="1"/>
            </p:cNvSpPr>
            <p:nvPr/>
          </p:nvSpPr>
          <p:spPr bwMode="auto">
            <a:xfrm>
              <a:off x="546952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2" name="Rectangle 97"/>
            <p:cNvSpPr>
              <a:spLocks noChangeArrowheads="1"/>
            </p:cNvSpPr>
            <p:nvPr/>
          </p:nvSpPr>
          <p:spPr bwMode="auto">
            <a:xfrm>
              <a:off x="5287010" y="5161417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3" name="Rectangle 98"/>
            <p:cNvSpPr>
              <a:spLocks noChangeArrowheads="1"/>
            </p:cNvSpPr>
            <p:nvPr/>
          </p:nvSpPr>
          <p:spPr bwMode="auto">
            <a:xfrm>
              <a:off x="5363210" y="5247180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4" name="Rectangle 99"/>
            <p:cNvSpPr>
              <a:spLocks noChangeArrowheads="1"/>
            </p:cNvSpPr>
            <p:nvPr/>
          </p:nvSpPr>
          <p:spPr bwMode="auto">
            <a:xfrm>
              <a:off x="2546350" y="3672449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5" name="Rectangle 100"/>
            <p:cNvSpPr>
              <a:spLocks noChangeArrowheads="1"/>
            </p:cNvSpPr>
            <p:nvPr/>
          </p:nvSpPr>
          <p:spPr bwMode="auto">
            <a:xfrm>
              <a:off x="262255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6" name="Rectangle 101"/>
            <p:cNvSpPr>
              <a:spLocks noChangeArrowheads="1"/>
            </p:cNvSpPr>
            <p:nvPr/>
          </p:nvSpPr>
          <p:spPr bwMode="auto">
            <a:xfrm>
              <a:off x="3211830" y="3672449"/>
              <a:ext cx="10414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i'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7" name="Rectangle 102"/>
            <p:cNvSpPr>
              <a:spLocks noChangeArrowheads="1"/>
            </p:cNvSpPr>
            <p:nvPr/>
          </p:nvSpPr>
          <p:spPr bwMode="auto">
            <a:xfrm>
              <a:off x="331597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8" name="Rectangle 103"/>
            <p:cNvSpPr>
              <a:spLocks noChangeArrowheads="1"/>
            </p:cNvSpPr>
            <p:nvPr/>
          </p:nvSpPr>
          <p:spPr bwMode="auto">
            <a:xfrm>
              <a:off x="3059430" y="4086768"/>
              <a:ext cx="60960" cy="271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9" name="Rectangle 104"/>
            <p:cNvSpPr>
              <a:spLocks noChangeArrowheads="1"/>
            </p:cNvSpPr>
            <p:nvPr/>
          </p:nvSpPr>
          <p:spPr bwMode="auto">
            <a:xfrm>
              <a:off x="3103880" y="4160451"/>
              <a:ext cx="165100" cy="1993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0" name="Oval 105"/>
            <p:cNvSpPr>
              <a:spLocks noChangeArrowheads="1"/>
            </p:cNvSpPr>
            <p:nvPr/>
          </p:nvSpPr>
          <p:spPr bwMode="auto">
            <a:xfrm>
              <a:off x="3442970" y="4266749"/>
              <a:ext cx="7493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1" name="Oval 106"/>
            <p:cNvSpPr>
              <a:spLocks noChangeArrowheads="1"/>
            </p:cNvSpPr>
            <p:nvPr/>
          </p:nvSpPr>
          <p:spPr bwMode="auto">
            <a:xfrm>
              <a:off x="4888230" y="4801861"/>
              <a:ext cx="9017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2" name="Rectangle 107"/>
            <p:cNvSpPr>
              <a:spLocks noChangeArrowheads="1"/>
            </p:cNvSpPr>
            <p:nvPr/>
          </p:nvSpPr>
          <p:spPr bwMode="auto">
            <a:xfrm>
              <a:off x="3163570" y="4475721"/>
              <a:ext cx="1524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cxnSp>
          <p:nvCxnSpPr>
            <p:cNvPr id="113" name="Connecteur droit avec flèche 112"/>
            <p:cNvCxnSpPr/>
            <p:nvPr/>
          </p:nvCxnSpPr>
          <p:spPr>
            <a:xfrm>
              <a:off x="5257257" y="4159698"/>
              <a:ext cx="0" cy="795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4" name="ZoneTexte 113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0268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26888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Partial demagnetization mode: continuous conduction</a:t>
            </a: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Box 99"/>
          <p:cNvSpPr txBox="1">
            <a:spLocks noChangeArrowheads="1"/>
          </p:cNvSpPr>
          <p:nvPr/>
        </p:nvSpPr>
        <p:spPr bwMode="auto">
          <a:xfrm>
            <a:off x="8039604" y="1433513"/>
            <a:ext cx="3214688" cy="923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latin typeface="Times New Roman" panose="02020603050405020304" pitchFamily="18" charset="0"/>
              </a:rPr>
              <a:t>0 &lt; t &lt; </a:t>
            </a:r>
            <a:r>
              <a:rPr lang="en-CA" altLang="fr-FR" sz="1800" b="1">
                <a:latin typeface="Symbol" panose="05050102010706020507" pitchFamily="18" charset="2"/>
              </a:rPr>
              <a:t>a</a:t>
            </a:r>
            <a:r>
              <a:rPr lang="en-CA" altLang="fr-FR" sz="1800" b="1">
                <a:latin typeface="Times New Roman" panose="02020603050405020304" pitchFamily="18" charset="0"/>
              </a:rPr>
              <a:t>T : T</a:t>
            </a:r>
            <a:r>
              <a:rPr lang="en-CA" altLang="fr-FR" sz="1800" b="1" baseline="-25000">
                <a:latin typeface="Times New Roman" panose="02020603050405020304" pitchFamily="18" charset="0"/>
              </a:rPr>
              <a:t>p</a:t>
            </a:r>
            <a:r>
              <a:rPr lang="en-CA" altLang="fr-FR" sz="1800" b="1">
                <a:latin typeface="Times New Roman" panose="02020603050405020304" pitchFamily="18" charset="0"/>
              </a:rPr>
              <a:t> closed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latin typeface="Times New Roman" panose="02020603050405020304" pitchFamily="18" charset="0"/>
              </a:rPr>
              <a:t>=&gt; v</a:t>
            </a:r>
            <a:r>
              <a:rPr lang="en-CA" altLang="fr-FR" sz="1800" b="1" baseline="-25000">
                <a:latin typeface="Times New Roman" panose="02020603050405020304" pitchFamily="18" charset="0"/>
              </a:rPr>
              <a:t>1</a:t>
            </a:r>
            <a:r>
              <a:rPr lang="en-CA" altLang="fr-FR" sz="1800" b="1">
                <a:latin typeface="Times New Roman" panose="02020603050405020304" pitchFamily="18" charset="0"/>
              </a:rPr>
              <a:t> = E =&gt; v</a:t>
            </a:r>
            <a:r>
              <a:rPr lang="en-CA" altLang="fr-FR" sz="1800" b="1" baseline="-25000">
                <a:latin typeface="Times New Roman" panose="02020603050405020304" pitchFamily="18" charset="0"/>
              </a:rPr>
              <a:t>2</a:t>
            </a:r>
            <a:r>
              <a:rPr lang="en-CA" altLang="fr-FR" sz="1800" b="1">
                <a:latin typeface="Times New Roman" panose="02020603050405020304" pitchFamily="18" charset="0"/>
              </a:rPr>
              <a:t> = m.E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>
                <a:latin typeface="Times New Roman" panose="02020603050405020304" pitchFamily="18" charset="0"/>
              </a:rPr>
              <a:t>D</a:t>
            </a:r>
            <a:r>
              <a:rPr lang="en-CA" altLang="fr-FR" sz="1800" b="1">
                <a:latin typeface="Times New Roman" panose="02020603050405020304" pitchFamily="18" charset="0"/>
              </a:rPr>
              <a:t> =-mE-V</a:t>
            </a:r>
            <a:r>
              <a:rPr lang="en-CA" altLang="fr-FR" sz="1800" b="1" baseline="-25000">
                <a:latin typeface="Times New Roman" panose="02020603050405020304" pitchFamily="18" charset="0"/>
              </a:rPr>
              <a:t>s</a:t>
            </a:r>
            <a:r>
              <a:rPr lang="en-CA" altLang="fr-FR" sz="1800" b="1">
                <a:latin typeface="Times New Roman" panose="02020603050405020304" pitchFamily="18" charset="0"/>
              </a:rPr>
              <a:t> &lt; 0 </a:t>
            </a:r>
            <a:r>
              <a:rPr lang="en-CA" altLang="fr-FR" sz="1800" b="1" i="1">
                <a:latin typeface="Times New Roman" panose="02020603050405020304" pitchFamily="18" charset="0"/>
              </a:rPr>
              <a:t>=&gt; D reverse</a:t>
            </a:r>
          </a:p>
        </p:txBody>
      </p:sp>
      <p:grpSp>
        <p:nvGrpSpPr>
          <p:cNvPr id="12" name="Group 100"/>
          <p:cNvGrpSpPr>
            <a:grpSpLocks/>
          </p:cNvGrpSpPr>
          <p:nvPr/>
        </p:nvGrpSpPr>
        <p:grpSpPr bwMode="auto">
          <a:xfrm>
            <a:off x="3548567" y="1724025"/>
            <a:ext cx="7137400" cy="1500188"/>
            <a:chOff x="521" y="1182"/>
            <a:chExt cx="4496" cy="945"/>
          </a:xfrm>
        </p:grpSpPr>
        <p:sp>
          <p:nvSpPr>
            <p:cNvPr id="13" name="Text Box 101"/>
            <p:cNvSpPr txBox="1">
              <a:spLocks noChangeArrowheads="1"/>
            </p:cNvSpPr>
            <p:nvPr/>
          </p:nvSpPr>
          <p:spPr bwMode="auto">
            <a:xfrm>
              <a:off x="3375" y="1657"/>
              <a:ext cx="1642" cy="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i</a:t>
              </a:r>
              <a:r>
                <a:rPr lang="en-CA" altLang="fr-FR" sz="18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2</a:t>
              </a:r>
              <a:r>
                <a:rPr lang="en-CA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 = 0 =&gt; i’</a:t>
              </a:r>
              <a:r>
                <a:rPr lang="en-CA" altLang="fr-FR" sz="18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1</a:t>
              </a:r>
              <a:r>
                <a:rPr lang="en-CA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 = 0 =&gt; i</a:t>
              </a:r>
              <a:r>
                <a:rPr lang="en-CA" altLang="fr-FR" sz="18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1</a:t>
              </a:r>
              <a:r>
                <a:rPr lang="en-CA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 = i</a:t>
              </a:r>
              <a:r>
                <a:rPr lang="en-CA" altLang="fr-FR" sz="18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10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Energy storing</a:t>
              </a:r>
            </a:p>
          </p:txBody>
        </p:sp>
        <p:sp>
          <p:nvSpPr>
            <p:cNvPr id="14" name="Arc 102"/>
            <p:cNvSpPr>
              <a:spLocks/>
            </p:cNvSpPr>
            <p:nvPr/>
          </p:nvSpPr>
          <p:spPr bwMode="auto">
            <a:xfrm>
              <a:off x="521" y="1182"/>
              <a:ext cx="549" cy="945"/>
            </a:xfrm>
            <a:custGeom>
              <a:avLst/>
              <a:gdLst>
                <a:gd name="T0" fmla="*/ 0 w 39000"/>
                <a:gd name="T1" fmla="*/ 0 h 41809"/>
                <a:gd name="T2" fmla="*/ 0 w 39000"/>
                <a:gd name="T3" fmla="*/ 0 h 41809"/>
                <a:gd name="T4" fmla="*/ 0 w 39000"/>
                <a:gd name="T5" fmla="*/ 0 h 41809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000" h="41809" fill="none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</a:path>
                <a:path w="39000" h="41809" stroke="0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  <a:lnTo>
                    <a:pt x="17400" y="21600"/>
                  </a:lnTo>
                  <a:lnTo>
                    <a:pt x="-1" y="8801"/>
                  </a:lnTo>
                  <a:close/>
                </a:path>
              </a:pathLst>
            </a:custGeom>
            <a:noFill/>
            <a:ln w="31750">
              <a:solidFill>
                <a:srgbClr val="0000FF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15" name="Rectangle 201"/>
          <p:cNvSpPr>
            <a:spLocks noChangeArrowheads="1"/>
          </p:cNvSpPr>
          <p:nvPr/>
        </p:nvSpPr>
        <p:spPr bwMode="auto">
          <a:xfrm>
            <a:off x="4788404" y="5819775"/>
            <a:ext cx="3838575" cy="609600"/>
          </a:xfrm>
          <a:prstGeom prst="rect">
            <a:avLst/>
          </a:prstGeom>
          <a:solidFill>
            <a:srgbClr val="CCFFFF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6" name="Groupe 15"/>
          <p:cNvGrpSpPr>
            <a:grpSpLocks/>
          </p:cNvGrpSpPr>
          <p:nvPr/>
        </p:nvGrpSpPr>
        <p:grpSpPr bwMode="auto">
          <a:xfrm>
            <a:off x="4638717" y="4008438"/>
            <a:ext cx="7253750" cy="1541462"/>
            <a:chOff x="1916701" y="4160930"/>
            <a:chExt cx="7254105" cy="1541642"/>
          </a:xfrm>
        </p:grpSpPr>
        <p:sp>
          <p:nvSpPr>
            <p:cNvPr id="17" name="Text Box 204"/>
            <p:cNvSpPr txBox="1">
              <a:spLocks noChangeArrowheads="1"/>
            </p:cNvSpPr>
            <p:nvPr/>
          </p:nvSpPr>
          <p:spPr bwMode="auto">
            <a:xfrm>
              <a:off x="5254626" y="5056188"/>
              <a:ext cx="3916180" cy="6463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v</a:t>
              </a:r>
              <a:r>
                <a:rPr lang="en-CA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2</a:t>
              </a: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 = -V</a:t>
              </a:r>
              <a:r>
                <a:rPr lang="en-CA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S</a:t>
              </a: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 =&gt; v</a:t>
              </a:r>
              <a:r>
                <a:rPr lang="en-CA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1</a:t>
              </a: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 = - V</a:t>
              </a:r>
              <a:r>
                <a:rPr lang="en-CA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S</a:t>
              </a: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 /m=&gt; </a:t>
              </a:r>
              <a:r>
                <a:rPr lang="en-CA" altLang="fr-FR" sz="1800" b="1">
                  <a:solidFill>
                    <a:srgbClr val="FF3300"/>
                  </a:solidFill>
                  <a:latin typeface="Symbol" panose="05050102010706020507" pitchFamily="18" charset="2"/>
                </a:rPr>
                <a:t>j</a:t>
              </a: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 decreases</a:t>
              </a:r>
              <a:endParaRPr lang="en-CA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Energy restitution</a:t>
              </a:r>
            </a:p>
          </p:txBody>
        </p:sp>
        <p:sp>
          <p:nvSpPr>
            <p:cNvPr id="18" name="Arc 205"/>
            <p:cNvSpPr>
              <a:spLocks/>
            </p:cNvSpPr>
            <p:nvPr/>
          </p:nvSpPr>
          <p:spPr bwMode="auto">
            <a:xfrm rot="-5647183">
              <a:off x="3500789" y="3846605"/>
              <a:ext cx="871538" cy="1500188"/>
            </a:xfrm>
            <a:custGeom>
              <a:avLst/>
              <a:gdLst>
                <a:gd name="T0" fmla="*/ 0 w 39000"/>
                <a:gd name="T1" fmla="*/ 2147483646 h 41809"/>
                <a:gd name="T2" fmla="*/ 2147483646 w 39000"/>
                <a:gd name="T3" fmla="*/ 2147483646 h 41809"/>
                <a:gd name="T4" fmla="*/ 2147483646 w 39000"/>
                <a:gd name="T5" fmla="*/ 2147483646 h 41809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000" h="41809" fill="none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</a:path>
                <a:path w="39000" h="41809" stroke="0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  <a:lnTo>
                    <a:pt x="17400" y="21600"/>
                  </a:lnTo>
                  <a:lnTo>
                    <a:pt x="-1" y="8801"/>
                  </a:lnTo>
                  <a:close/>
                </a:path>
              </a:pathLst>
            </a:custGeom>
            <a:noFill/>
            <a:ln w="31750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Arc 206"/>
            <p:cNvSpPr>
              <a:spLocks/>
            </p:cNvSpPr>
            <p:nvPr/>
          </p:nvSpPr>
          <p:spPr bwMode="auto">
            <a:xfrm rot="15952817" flipH="1">
              <a:off x="1736575" y="4508233"/>
              <a:ext cx="699298" cy="339046"/>
            </a:xfrm>
            <a:custGeom>
              <a:avLst/>
              <a:gdLst>
                <a:gd name="T0" fmla="*/ 0 w 39000"/>
                <a:gd name="T1" fmla="*/ 2147483646 h 41809"/>
                <a:gd name="T2" fmla="*/ 2147483646 w 39000"/>
                <a:gd name="T3" fmla="*/ 2147483646 h 41809"/>
                <a:gd name="T4" fmla="*/ 2147483646 w 39000"/>
                <a:gd name="T5" fmla="*/ 2147483646 h 41809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000" h="41809" fill="none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</a:path>
                <a:path w="39000" h="41809" stroke="0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  <a:lnTo>
                    <a:pt x="17400" y="21600"/>
                  </a:lnTo>
                  <a:lnTo>
                    <a:pt x="-1" y="8801"/>
                  </a:lnTo>
                  <a:close/>
                </a:path>
              </a:pathLst>
            </a:custGeom>
            <a:noFill/>
            <a:ln w="31750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20" name="Groupe 209"/>
          <p:cNvGrpSpPr>
            <a:grpSpLocks/>
          </p:cNvGrpSpPr>
          <p:nvPr/>
        </p:nvGrpSpPr>
        <p:grpSpPr bwMode="auto">
          <a:xfrm>
            <a:off x="2684966" y="1462088"/>
            <a:ext cx="5011738" cy="1814512"/>
            <a:chOff x="725170" y="3672449"/>
            <a:chExt cx="6376670" cy="2426726"/>
          </a:xfrm>
        </p:grpSpPr>
        <p:sp>
          <p:nvSpPr>
            <p:cNvPr id="21" name="Line 6"/>
            <p:cNvSpPr>
              <a:spLocks noChangeShapeType="1"/>
            </p:cNvSpPr>
            <p:nvPr/>
          </p:nvSpPr>
          <p:spPr bwMode="auto">
            <a:xfrm>
              <a:off x="5650230" y="5106259"/>
              <a:ext cx="138303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7"/>
            <p:cNvSpPr>
              <a:spLocks noChangeAspect="1" noChangeArrowheads="1" noTextEdit="1"/>
            </p:cNvSpPr>
            <p:nvPr/>
          </p:nvSpPr>
          <p:spPr bwMode="auto">
            <a:xfrm>
              <a:off x="2078990" y="3682112"/>
              <a:ext cx="3975100" cy="14495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Oval 9"/>
            <p:cNvSpPr>
              <a:spLocks noChangeArrowheads="1"/>
            </p:cNvSpPr>
            <p:nvPr/>
          </p:nvSpPr>
          <p:spPr bwMode="auto">
            <a:xfrm>
              <a:off x="1195070" y="4910574"/>
              <a:ext cx="340360" cy="32251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Freeform 10"/>
            <p:cNvSpPr>
              <a:spLocks/>
            </p:cNvSpPr>
            <p:nvPr/>
          </p:nvSpPr>
          <p:spPr bwMode="auto">
            <a:xfrm>
              <a:off x="975360" y="4910574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47" y="0"/>
                  </a:moveTo>
                  <a:lnTo>
                    <a:pt x="81" y="162"/>
                  </a:lnTo>
                  <a:lnTo>
                    <a:pt x="47" y="162"/>
                  </a:lnTo>
                  <a:lnTo>
                    <a:pt x="0" y="162"/>
                  </a:lnTo>
                  <a:lnTo>
                    <a:pt x="47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1"/>
            <p:cNvSpPr>
              <a:spLocks noChangeShapeType="1"/>
            </p:cNvSpPr>
            <p:nvPr/>
          </p:nvSpPr>
          <p:spPr bwMode="auto">
            <a:xfrm>
              <a:off x="1035050" y="5106259"/>
              <a:ext cx="1270" cy="12562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Rectangle 12"/>
            <p:cNvSpPr>
              <a:spLocks noChangeArrowheads="1"/>
            </p:cNvSpPr>
            <p:nvPr/>
          </p:nvSpPr>
          <p:spPr bwMode="auto">
            <a:xfrm>
              <a:off x="725170" y="4911782"/>
              <a:ext cx="14478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Line 13"/>
            <p:cNvSpPr>
              <a:spLocks noChangeShapeType="1"/>
            </p:cNvSpPr>
            <p:nvPr/>
          </p:nvSpPr>
          <p:spPr bwMode="auto">
            <a:xfrm flipH="1">
              <a:off x="2344420" y="5100219"/>
              <a:ext cx="220980" cy="19568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14"/>
            <p:cNvSpPr>
              <a:spLocks/>
            </p:cNvSpPr>
            <p:nvPr/>
          </p:nvSpPr>
          <p:spPr bwMode="auto">
            <a:xfrm>
              <a:off x="2402840" y="5602717"/>
              <a:ext cx="236220" cy="195684"/>
            </a:xfrm>
            <a:custGeom>
              <a:avLst/>
              <a:gdLst>
                <a:gd name="T0" fmla="*/ 2147483646 w 186"/>
                <a:gd name="T1" fmla="*/ 2147483646 h 162"/>
                <a:gd name="T2" fmla="*/ 0 w 186"/>
                <a:gd name="T3" fmla="*/ 2147483646 h 162"/>
                <a:gd name="T4" fmla="*/ 2147483646 w 186"/>
                <a:gd name="T5" fmla="*/ 2147483646 h 162"/>
                <a:gd name="T6" fmla="*/ 2147483646 w 186"/>
                <a:gd name="T7" fmla="*/ 0 h 162"/>
                <a:gd name="T8" fmla="*/ 2147483646 w 186"/>
                <a:gd name="T9" fmla="*/ 2147483646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6" h="162">
                  <a:moveTo>
                    <a:pt x="186" y="162"/>
                  </a:moveTo>
                  <a:lnTo>
                    <a:pt x="0" y="70"/>
                  </a:lnTo>
                  <a:lnTo>
                    <a:pt x="35" y="35"/>
                  </a:lnTo>
                  <a:lnTo>
                    <a:pt x="70" y="0"/>
                  </a:lnTo>
                  <a:lnTo>
                    <a:pt x="186" y="16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15"/>
            <p:cNvSpPr>
              <a:spLocks noChangeShapeType="1"/>
            </p:cNvSpPr>
            <p:nvPr/>
          </p:nvSpPr>
          <p:spPr bwMode="auto">
            <a:xfrm flipH="1" flipV="1">
              <a:off x="2344420" y="5547152"/>
              <a:ext cx="102870" cy="9784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16"/>
            <p:cNvSpPr>
              <a:spLocks noChangeShapeType="1"/>
            </p:cNvSpPr>
            <p:nvPr/>
          </p:nvSpPr>
          <p:spPr bwMode="auto">
            <a:xfrm>
              <a:off x="2344420" y="5128001"/>
              <a:ext cx="1270" cy="642617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17"/>
            <p:cNvSpPr>
              <a:spLocks noChangeShapeType="1"/>
            </p:cNvSpPr>
            <p:nvPr/>
          </p:nvSpPr>
          <p:spPr bwMode="auto">
            <a:xfrm>
              <a:off x="1372870" y="3970807"/>
              <a:ext cx="11620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18"/>
            <p:cNvSpPr>
              <a:spLocks noChangeShapeType="1"/>
            </p:cNvSpPr>
            <p:nvPr/>
          </p:nvSpPr>
          <p:spPr bwMode="auto">
            <a:xfrm>
              <a:off x="1372870" y="6097967"/>
              <a:ext cx="12509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19"/>
            <p:cNvSpPr>
              <a:spLocks noChangeShapeType="1"/>
            </p:cNvSpPr>
            <p:nvPr/>
          </p:nvSpPr>
          <p:spPr bwMode="auto">
            <a:xfrm>
              <a:off x="1372870" y="3961143"/>
              <a:ext cx="1270" cy="94943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0"/>
            <p:cNvSpPr>
              <a:spLocks noChangeShapeType="1"/>
            </p:cNvSpPr>
            <p:nvPr/>
          </p:nvSpPr>
          <p:spPr bwMode="auto">
            <a:xfrm>
              <a:off x="2623820" y="5776658"/>
              <a:ext cx="1270" cy="32130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1"/>
            <p:cNvSpPr>
              <a:spLocks noChangeShapeType="1"/>
            </p:cNvSpPr>
            <p:nvPr/>
          </p:nvSpPr>
          <p:spPr bwMode="auto">
            <a:xfrm>
              <a:off x="1372870" y="5231883"/>
              <a:ext cx="1270" cy="86608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2"/>
            <p:cNvSpPr>
              <a:spLocks noChangeShapeType="1"/>
            </p:cNvSpPr>
            <p:nvPr/>
          </p:nvSpPr>
          <p:spPr bwMode="auto">
            <a:xfrm>
              <a:off x="1902460" y="5449310"/>
              <a:ext cx="412750" cy="1208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Rectangle 23"/>
            <p:cNvSpPr>
              <a:spLocks noChangeArrowheads="1"/>
            </p:cNvSpPr>
            <p:nvPr/>
          </p:nvSpPr>
          <p:spPr bwMode="auto">
            <a:xfrm>
              <a:off x="1902460" y="5227051"/>
              <a:ext cx="135890" cy="2597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24"/>
            <p:cNvSpPr>
              <a:spLocks noChangeArrowheads="1"/>
            </p:cNvSpPr>
            <p:nvPr/>
          </p:nvSpPr>
          <p:spPr bwMode="auto">
            <a:xfrm>
              <a:off x="2049780" y="5253626"/>
              <a:ext cx="18542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Times" panose="02020603050405020304" pitchFamily="18" charset="0"/>
                </a:rPr>
                <a:t>,T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Line 25"/>
            <p:cNvSpPr>
              <a:spLocks noChangeShapeType="1"/>
            </p:cNvSpPr>
            <p:nvPr/>
          </p:nvSpPr>
          <p:spPr bwMode="auto">
            <a:xfrm flipV="1">
              <a:off x="6383020" y="3731637"/>
              <a:ext cx="1270" cy="474715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26"/>
            <p:cNvSpPr>
              <a:spLocks noChangeShapeType="1"/>
            </p:cNvSpPr>
            <p:nvPr/>
          </p:nvSpPr>
          <p:spPr bwMode="auto">
            <a:xfrm flipH="1">
              <a:off x="6043930" y="3968391"/>
              <a:ext cx="339090" cy="23796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27"/>
            <p:cNvSpPr>
              <a:spLocks noChangeShapeType="1"/>
            </p:cNvSpPr>
            <p:nvPr/>
          </p:nvSpPr>
          <p:spPr bwMode="auto">
            <a:xfrm flipV="1">
              <a:off x="6043930" y="3731637"/>
              <a:ext cx="1270" cy="474715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28"/>
            <p:cNvSpPr>
              <a:spLocks noChangeShapeType="1"/>
            </p:cNvSpPr>
            <p:nvPr/>
          </p:nvSpPr>
          <p:spPr bwMode="auto">
            <a:xfrm>
              <a:off x="6043930" y="3731637"/>
              <a:ext cx="339090" cy="23675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29"/>
            <p:cNvSpPr>
              <a:spLocks noChangeShapeType="1"/>
            </p:cNvSpPr>
            <p:nvPr/>
          </p:nvSpPr>
          <p:spPr bwMode="auto">
            <a:xfrm>
              <a:off x="5650230" y="3969599"/>
              <a:ext cx="3937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0"/>
            <p:cNvSpPr>
              <a:spLocks noChangeShapeType="1"/>
            </p:cNvSpPr>
            <p:nvPr/>
          </p:nvSpPr>
          <p:spPr bwMode="auto">
            <a:xfrm>
              <a:off x="6383020" y="3968391"/>
              <a:ext cx="57404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Freeform 31"/>
            <p:cNvSpPr>
              <a:spLocks/>
            </p:cNvSpPr>
            <p:nvPr/>
          </p:nvSpPr>
          <p:spPr bwMode="auto">
            <a:xfrm>
              <a:off x="6739890" y="4052946"/>
              <a:ext cx="102870" cy="194476"/>
            </a:xfrm>
            <a:custGeom>
              <a:avLst/>
              <a:gdLst>
                <a:gd name="T0" fmla="*/ 2147483646 w 81"/>
                <a:gd name="T1" fmla="*/ 0 h 161"/>
                <a:gd name="T2" fmla="*/ 2147483646 w 81"/>
                <a:gd name="T3" fmla="*/ 2147483646 h 161"/>
                <a:gd name="T4" fmla="*/ 2147483646 w 81"/>
                <a:gd name="T5" fmla="*/ 2147483646 h 161"/>
                <a:gd name="T6" fmla="*/ 0 w 81"/>
                <a:gd name="T7" fmla="*/ 2147483646 h 161"/>
                <a:gd name="T8" fmla="*/ 2147483646 w 81"/>
                <a:gd name="T9" fmla="*/ 0 h 1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1">
                  <a:moveTo>
                    <a:pt x="35" y="0"/>
                  </a:moveTo>
                  <a:lnTo>
                    <a:pt x="81" y="161"/>
                  </a:lnTo>
                  <a:lnTo>
                    <a:pt x="35" y="161"/>
                  </a:lnTo>
                  <a:lnTo>
                    <a:pt x="0" y="16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2"/>
            <p:cNvSpPr>
              <a:spLocks noChangeShapeType="1"/>
            </p:cNvSpPr>
            <p:nvPr/>
          </p:nvSpPr>
          <p:spPr bwMode="auto">
            <a:xfrm>
              <a:off x="6784340" y="4240175"/>
              <a:ext cx="1270" cy="754955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Rectangle 33"/>
            <p:cNvSpPr>
              <a:spLocks noChangeArrowheads="1"/>
            </p:cNvSpPr>
            <p:nvPr/>
          </p:nvSpPr>
          <p:spPr bwMode="auto">
            <a:xfrm>
              <a:off x="6871970" y="4450354"/>
              <a:ext cx="18415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8" name="Rectangle 34"/>
            <p:cNvSpPr>
              <a:spLocks noChangeArrowheads="1"/>
            </p:cNvSpPr>
            <p:nvPr/>
          </p:nvSpPr>
          <p:spPr bwMode="auto">
            <a:xfrm>
              <a:off x="7034530" y="4562691"/>
              <a:ext cx="67310" cy="210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9" name="Freeform 35"/>
            <p:cNvSpPr>
              <a:spLocks/>
            </p:cNvSpPr>
            <p:nvPr/>
          </p:nvSpPr>
          <p:spPr bwMode="auto">
            <a:xfrm>
              <a:off x="2653030" y="5170279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35" y="0"/>
                  </a:moveTo>
                  <a:lnTo>
                    <a:pt x="81" y="162"/>
                  </a:lnTo>
                  <a:lnTo>
                    <a:pt x="35" y="162"/>
                  </a:lnTo>
                  <a:lnTo>
                    <a:pt x="0" y="162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36"/>
            <p:cNvSpPr>
              <a:spLocks noChangeShapeType="1"/>
            </p:cNvSpPr>
            <p:nvPr/>
          </p:nvSpPr>
          <p:spPr bwMode="auto">
            <a:xfrm>
              <a:off x="2697480" y="5365963"/>
              <a:ext cx="1270" cy="516993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Rectangle 37"/>
            <p:cNvSpPr>
              <a:spLocks noChangeArrowheads="1"/>
            </p:cNvSpPr>
            <p:nvPr/>
          </p:nvSpPr>
          <p:spPr bwMode="auto">
            <a:xfrm>
              <a:off x="2816860" y="5420320"/>
              <a:ext cx="12700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2" name="Rectangle 38"/>
            <p:cNvSpPr>
              <a:spLocks noChangeArrowheads="1"/>
            </p:cNvSpPr>
            <p:nvPr/>
          </p:nvSpPr>
          <p:spPr bwMode="auto">
            <a:xfrm>
              <a:off x="2905760" y="5533865"/>
              <a:ext cx="158750" cy="2125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ce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3" name="Rectangle 39"/>
            <p:cNvSpPr>
              <a:spLocks noChangeArrowheads="1"/>
            </p:cNvSpPr>
            <p:nvPr/>
          </p:nvSpPr>
          <p:spPr bwMode="auto">
            <a:xfrm>
              <a:off x="6169660" y="4229303"/>
              <a:ext cx="15494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4" name="Rectangle 40"/>
            <p:cNvSpPr>
              <a:spLocks noChangeArrowheads="1"/>
            </p:cNvSpPr>
            <p:nvPr/>
          </p:nvSpPr>
          <p:spPr bwMode="auto">
            <a:xfrm>
              <a:off x="2080260" y="3683320"/>
              <a:ext cx="5715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5" name="Oval 41"/>
            <p:cNvSpPr>
              <a:spLocks noChangeArrowheads="1"/>
            </p:cNvSpPr>
            <p:nvPr/>
          </p:nvSpPr>
          <p:spPr bwMode="auto">
            <a:xfrm>
              <a:off x="356362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6" name="Oval 42"/>
            <p:cNvSpPr>
              <a:spLocks noChangeArrowheads="1"/>
            </p:cNvSpPr>
            <p:nvPr/>
          </p:nvSpPr>
          <p:spPr bwMode="auto">
            <a:xfrm>
              <a:off x="398526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Line 43"/>
            <p:cNvSpPr>
              <a:spLocks noChangeShapeType="1"/>
            </p:cNvSpPr>
            <p:nvPr/>
          </p:nvSpPr>
          <p:spPr bwMode="auto">
            <a:xfrm flipH="1">
              <a:off x="4744720" y="3972015"/>
              <a:ext cx="18161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44"/>
            <p:cNvSpPr>
              <a:spLocks noChangeShapeType="1"/>
            </p:cNvSpPr>
            <p:nvPr/>
          </p:nvSpPr>
          <p:spPr bwMode="auto">
            <a:xfrm flipH="1" flipV="1">
              <a:off x="4744720" y="4790990"/>
              <a:ext cx="18161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4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46"/>
            <p:cNvSpPr>
              <a:spLocks noChangeShapeType="1"/>
            </p:cNvSpPr>
            <p:nvPr/>
          </p:nvSpPr>
          <p:spPr bwMode="auto">
            <a:xfrm flipH="1">
              <a:off x="2532380" y="5106259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47"/>
            <p:cNvSpPr>
              <a:spLocks noChangeShapeType="1"/>
            </p:cNvSpPr>
            <p:nvPr/>
          </p:nvSpPr>
          <p:spPr bwMode="auto">
            <a:xfrm flipH="1">
              <a:off x="4926330" y="3972015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48"/>
            <p:cNvSpPr>
              <a:spLocks noChangeShapeType="1"/>
            </p:cNvSpPr>
            <p:nvPr/>
          </p:nvSpPr>
          <p:spPr bwMode="auto">
            <a:xfrm flipH="1">
              <a:off x="4926330" y="5106259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Arc 49"/>
            <p:cNvSpPr>
              <a:spLocks/>
            </p:cNvSpPr>
            <p:nvPr/>
          </p:nvSpPr>
          <p:spPr bwMode="auto">
            <a:xfrm>
              <a:off x="2871470" y="4805485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Arc 50"/>
            <p:cNvSpPr>
              <a:spLocks/>
            </p:cNvSpPr>
            <p:nvPr/>
          </p:nvSpPr>
          <p:spPr bwMode="auto">
            <a:xfrm>
              <a:off x="2969260" y="4848970"/>
              <a:ext cx="97790" cy="36238"/>
            </a:xfrm>
            <a:custGeom>
              <a:avLst/>
              <a:gdLst>
                <a:gd name="T0" fmla="*/ 185993524 w 21600"/>
                <a:gd name="T1" fmla="*/ 0 h 21648"/>
                <a:gd name="T2" fmla="*/ 0 w 21600"/>
                <a:gd name="T3" fmla="*/ 476313 h 21648"/>
                <a:gd name="T4" fmla="*/ 0 w 21600"/>
                <a:gd name="T5" fmla="*/ 1051 h 21648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8" fill="none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</a:path>
                <a:path w="21600" h="21648" stroke="0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  <a:lnTo>
                    <a:pt x="0" y="48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Arc 51"/>
            <p:cNvSpPr>
              <a:spLocks/>
            </p:cNvSpPr>
            <p:nvPr/>
          </p:nvSpPr>
          <p:spPr bwMode="auto">
            <a:xfrm>
              <a:off x="2871470" y="4812732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Arc 52"/>
            <p:cNvSpPr>
              <a:spLocks/>
            </p:cNvSpPr>
            <p:nvPr/>
          </p:nvSpPr>
          <p:spPr bwMode="auto">
            <a:xfrm>
              <a:off x="2969260" y="481273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Arc 53"/>
            <p:cNvSpPr>
              <a:spLocks/>
            </p:cNvSpPr>
            <p:nvPr/>
          </p:nvSpPr>
          <p:spPr bwMode="auto">
            <a:xfrm>
              <a:off x="2871470" y="4719722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Arc 54"/>
            <p:cNvSpPr>
              <a:spLocks/>
            </p:cNvSpPr>
            <p:nvPr/>
          </p:nvSpPr>
          <p:spPr bwMode="auto">
            <a:xfrm>
              <a:off x="2969260" y="4761999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Arc 55"/>
            <p:cNvSpPr>
              <a:spLocks/>
            </p:cNvSpPr>
            <p:nvPr/>
          </p:nvSpPr>
          <p:spPr bwMode="auto">
            <a:xfrm>
              <a:off x="2871470" y="4725761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Arc 56"/>
            <p:cNvSpPr>
              <a:spLocks/>
            </p:cNvSpPr>
            <p:nvPr/>
          </p:nvSpPr>
          <p:spPr bwMode="auto">
            <a:xfrm>
              <a:off x="2969260" y="4725761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Arc 57"/>
            <p:cNvSpPr>
              <a:spLocks/>
            </p:cNvSpPr>
            <p:nvPr/>
          </p:nvSpPr>
          <p:spPr bwMode="auto">
            <a:xfrm>
              <a:off x="2871470" y="4625504"/>
              <a:ext cx="97790" cy="85763"/>
            </a:xfrm>
            <a:custGeom>
              <a:avLst/>
              <a:gdLst>
                <a:gd name="T0" fmla="*/ 185993524 w 21600"/>
                <a:gd name="T1" fmla="*/ 82319027 h 21720"/>
                <a:gd name="T2" fmla="*/ 0 w 21600"/>
                <a:gd name="T3" fmla="*/ 0 h 21720"/>
                <a:gd name="T4" fmla="*/ 185993524 w 21600"/>
                <a:gd name="T5" fmla="*/ 455077 h 2172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20" fill="none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</a:path>
                <a:path w="21600" h="21720" stroke="0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  <a:lnTo>
                    <a:pt x="21600" y="120"/>
                  </a:lnTo>
                  <a:lnTo>
                    <a:pt x="21600" y="2172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Arc 58"/>
            <p:cNvSpPr>
              <a:spLocks/>
            </p:cNvSpPr>
            <p:nvPr/>
          </p:nvSpPr>
          <p:spPr bwMode="auto">
            <a:xfrm>
              <a:off x="2969260" y="4676236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Arc 59"/>
            <p:cNvSpPr>
              <a:spLocks/>
            </p:cNvSpPr>
            <p:nvPr/>
          </p:nvSpPr>
          <p:spPr bwMode="auto">
            <a:xfrm>
              <a:off x="2871470" y="4639999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Arc 60"/>
            <p:cNvSpPr>
              <a:spLocks/>
            </p:cNvSpPr>
            <p:nvPr/>
          </p:nvSpPr>
          <p:spPr bwMode="auto">
            <a:xfrm>
              <a:off x="2969260" y="4639999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Arc 61"/>
            <p:cNvSpPr>
              <a:spLocks/>
            </p:cNvSpPr>
            <p:nvPr/>
          </p:nvSpPr>
          <p:spPr bwMode="auto">
            <a:xfrm>
              <a:off x="2871470" y="4532493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Arc 62"/>
            <p:cNvSpPr>
              <a:spLocks/>
            </p:cNvSpPr>
            <p:nvPr/>
          </p:nvSpPr>
          <p:spPr bwMode="auto">
            <a:xfrm>
              <a:off x="2969260" y="4583226"/>
              <a:ext cx="97790" cy="28990"/>
            </a:xfrm>
            <a:custGeom>
              <a:avLst/>
              <a:gdLst>
                <a:gd name="T0" fmla="*/ 185959461 w 21600"/>
                <a:gd name="T1" fmla="*/ 0 h 22022"/>
                <a:gd name="T2" fmla="*/ 0 w 21600"/>
                <a:gd name="T3" fmla="*/ 114607 h 22022"/>
                <a:gd name="T4" fmla="*/ 0 w 21600"/>
                <a:gd name="T5" fmla="*/ 2200 h 220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2022" fill="none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</a:path>
                <a:path w="21600" h="22022" stroke="0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  <a:lnTo>
                    <a:pt x="0" y="422"/>
                  </a:lnTo>
                  <a:lnTo>
                    <a:pt x="21595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Arc 63"/>
            <p:cNvSpPr>
              <a:spLocks/>
            </p:cNvSpPr>
            <p:nvPr/>
          </p:nvSpPr>
          <p:spPr bwMode="auto">
            <a:xfrm>
              <a:off x="2871470" y="4554236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Arc 64"/>
            <p:cNvSpPr>
              <a:spLocks/>
            </p:cNvSpPr>
            <p:nvPr/>
          </p:nvSpPr>
          <p:spPr bwMode="auto">
            <a:xfrm>
              <a:off x="2969260" y="4554236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Arc 65"/>
            <p:cNvSpPr>
              <a:spLocks/>
            </p:cNvSpPr>
            <p:nvPr/>
          </p:nvSpPr>
          <p:spPr bwMode="auto">
            <a:xfrm>
              <a:off x="2871470" y="4446730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Arc 66"/>
            <p:cNvSpPr>
              <a:spLocks/>
            </p:cNvSpPr>
            <p:nvPr/>
          </p:nvSpPr>
          <p:spPr bwMode="auto">
            <a:xfrm>
              <a:off x="2969260" y="4496255"/>
              <a:ext cx="97790" cy="28990"/>
            </a:xfrm>
            <a:custGeom>
              <a:avLst/>
              <a:gdLst>
                <a:gd name="T0" fmla="*/ 185967062 w 21600"/>
                <a:gd name="T1" fmla="*/ 0 h 21954"/>
                <a:gd name="T2" fmla="*/ 0 w 21600"/>
                <a:gd name="T3" fmla="*/ 116393 h 21954"/>
                <a:gd name="T4" fmla="*/ 0 w 21600"/>
                <a:gd name="T5" fmla="*/ 1876 h 2195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54" fill="none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</a:path>
                <a:path w="21600" h="21954" stroke="0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  <a:lnTo>
                    <a:pt x="0" y="354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Arc 67"/>
            <p:cNvSpPr>
              <a:spLocks/>
            </p:cNvSpPr>
            <p:nvPr/>
          </p:nvSpPr>
          <p:spPr bwMode="auto">
            <a:xfrm>
              <a:off x="2871470" y="4467265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Arc 68"/>
            <p:cNvSpPr>
              <a:spLocks/>
            </p:cNvSpPr>
            <p:nvPr/>
          </p:nvSpPr>
          <p:spPr bwMode="auto">
            <a:xfrm>
              <a:off x="2969260" y="4467265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Arc 69"/>
            <p:cNvSpPr>
              <a:spLocks/>
            </p:cNvSpPr>
            <p:nvPr/>
          </p:nvSpPr>
          <p:spPr bwMode="auto">
            <a:xfrm>
              <a:off x="2871470" y="4359759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Arc 70"/>
            <p:cNvSpPr>
              <a:spLocks/>
            </p:cNvSpPr>
            <p:nvPr/>
          </p:nvSpPr>
          <p:spPr bwMode="auto">
            <a:xfrm>
              <a:off x="2969260" y="4410492"/>
              <a:ext cx="97790" cy="28990"/>
            </a:xfrm>
            <a:custGeom>
              <a:avLst/>
              <a:gdLst>
                <a:gd name="T0" fmla="*/ 185967062 w 21600"/>
                <a:gd name="T1" fmla="*/ 0 h 21962"/>
                <a:gd name="T2" fmla="*/ 0 w 21600"/>
                <a:gd name="T3" fmla="*/ 116180 h 21962"/>
                <a:gd name="T4" fmla="*/ 0 w 21600"/>
                <a:gd name="T5" fmla="*/ 1917 h 2196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62" fill="none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</a:path>
                <a:path w="21600" h="21962" stroke="0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  <a:lnTo>
                    <a:pt x="0" y="362"/>
                  </a:lnTo>
                  <a:lnTo>
                    <a:pt x="21596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Arc 71"/>
            <p:cNvSpPr>
              <a:spLocks/>
            </p:cNvSpPr>
            <p:nvPr/>
          </p:nvSpPr>
          <p:spPr bwMode="auto">
            <a:xfrm>
              <a:off x="2871470" y="4381502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Arc 72"/>
            <p:cNvSpPr>
              <a:spLocks/>
            </p:cNvSpPr>
            <p:nvPr/>
          </p:nvSpPr>
          <p:spPr bwMode="auto">
            <a:xfrm>
              <a:off x="2969260" y="438150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Arc 73"/>
            <p:cNvSpPr>
              <a:spLocks/>
            </p:cNvSpPr>
            <p:nvPr/>
          </p:nvSpPr>
          <p:spPr bwMode="auto">
            <a:xfrm>
              <a:off x="2871470" y="4295739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Arc 74"/>
            <p:cNvSpPr>
              <a:spLocks/>
            </p:cNvSpPr>
            <p:nvPr/>
          </p:nvSpPr>
          <p:spPr bwMode="auto">
            <a:xfrm>
              <a:off x="2871470" y="4891248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75"/>
            <p:cNvSpPr>
              <a:spLocks noChangeShapeType="1"/>
            </p:cNvSpPr>
            <p:nvPr/>
          </p:nvSpPr>
          <p:spPr bwMode="auto">
            <a:xfrm flipV="1">
              <a:off x="2954020" y="4216016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76"/>
            <p:cNvSpPr>
              <a:spLocks noChangeShapeType="1"/>
            </p:cNvSpPr>
            <p:nvPr/>
          </p:nvSpPr>
          <p:spPr bwMode="auto">
            <a:xfrm flipV="1">
              <a:off x="2954020" y="4984258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77"/>
            <p:cNvSpPr>
              <a:spLocks noChangeShapeType="1"/>
            </p:cNvSpPr>
            <p:nvPr/>
          </p:nvSpPr>
          <p:spPr bwMode="auto">
            <a:xfrm>
              <a:off x="3465830" y="3972015"/>
              <a:ext cx="18034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78"/>
            <p:cNvSpPr>
              <a:spLocks noChangeShapeType="1"/>
            </p:cNvSpPr>
            <p:nvPr/>
          </p:nvSpPr>
          <p:spPr bwMode="auto">
            <a:xfrm flipV="1">
              <a:off x="3465830" y="4790990"/>
              <a:ext cx="18034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Freeform 79"/>
            <p:cNvSpPr>
              <a:spLocks/>
            </p:cNvSpPr>
            <p:nvPr/>
          </p:nvSpPr>
          <p:spPr bwMode="auto">
            <a:xfrm>
              <a:off x="2908300" y="4101263"/>
              <a:ext cx="105410" cy="201724"/>
            </a:xfrm>
            <a:custGeom>
              <a:avLst/>
              <a:gdLst>
                <a:gd name="T0" fmla="*/ 2147483646 w 83"/>
                <a:gd name="T1" fmla="*/ 2147483646 h 167"/>
                <a:gd name="T2" fmla="*/ 0 w 83"/>
                <a:gd name="T3" fmla="*/ 0 h 167"/>
                <a:gd name="T4" fmla="*/ 2147483646 w 83"/>
                <a:gd name="T5" fmla="*/ 0 h 167"/>
                <a:gd name="T6" fmla="*/ 2147483646 w 83"/>
                <a:gd name="T7" fmla="*/ 0 h 167"/>
                <a:gd name="T8" fmla="*/ 2147483646 w 83"/>
                <a:gd name="T9" fmla="*/ 2147483646 h 16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7">
                  <a:moveTo>
                    <a:pt x="36" y="167"/>
                  </a:moveTo>
                  <a:lnTo>
                    <a:pt x="0" y="0"/>
                  </a:lnTo>
                  <a:lnTo>
                    <a:pt x="36" y="0"/>
                  </a:lnTo>
                  <a:lnTo>
                    <a:pt x="83" y="0"/>
                  </a:lnTo>
                  <a:lnTo>
                    <a:pt x="36" y="167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0"/>
            <p:cNvSpPr>
              <a:spLocks noChangeShapeType="1"/>
            </p:cNvSpPr>
            <p:nvPr/>
          </p:nvSpPr>
          <p:spPr bwMode="auto">
            <a:xfrm flipV="1">
              <a:off x="2954020" y="3972015"/>
              <a:ext cx="1270" cy="12924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1"/>
            <p:cNvSpPr>
              <a:spLocks noChangeShapeType="1"/>
            </p:cNvSpPr>
            <p:nvPr/>
          </p:nvSpPr>
          <p:spPr bwMode="auto">
            <a:xfrm flipV="1">
              <a:off x="2954020" y="5056734"/>
              <a:ext cx="1270" cy="7126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Freeform 82"/>
            <p:cNvSpPr>
              <a:spLocks/>
            </p:cNvSpPr>
            <p:nvPr/>
          </p:nvSpPr>
          <p:spPr bwMode="auto">
            <a:xfrm>
              <a:off x="318008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83"/>
            <p:cNvSpPr>
              <a:spLocks noChangeShapeType="1"/>
            </p:cNvSpPr>
            <p:nvPr/>
          </p:nvSpPr>
          <p:spPr bwMode="auto">
            <a:xfrm flipH="1">
              <a:off x="304419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Freeform 84"/>
            <p:cNvSpPr>
              <a:spLocks/>
            </p:cNvSpPr>
            <p:nvPr/>
          </p:nvSpPr>
          <p:spPr bwMode="auto">
            <a:xfrm>
              <a:off x="266827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8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Freeform 86"/>
            <p:cNvSpPr>
              <a:spLocks/>
            </p:cNvSpPr>
            <p:nvPr/>
          </p:nvSpPr>
          <p:spPr bwMode="auto">
            <a:xfrm>
              <a:off x="5324475" y="5057338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87"/>
            <p:cNvSpPr>
              <a:spLocks noChangeShapeType="1"/>
            </p:cNvSpPr>
            <p:nvPr/>
          </p:nvSpPr>
          <p:spPr bwMode="auto">
            <a:xfrm flipH="1">
              <a:off x="525653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Freeform 90"/>
            <p:cNvSpPr>
              <a:spLocks/>
            </p:cNvSpPr>
            <p:nvPr/>
          </p:nvSpPr>
          <p:spPr bwMode="auto">
            <a:xfrm>
              <a:off x="2396490" y="4058986"/>
              <a:ext cx="105410" cy="200516"/>
            </a:xfrm>
            <a:custGeom>
              <a:avLst/>
              <a:gdLst>
                <a:gd name="T0" fmla="*/ 2147483646 w 83"/>
                <a:gd name="T1" fmla="*/ 0 h 166"/>
                <a:gd name="T2" fmla="*/ 2147483646 w 83"/>
                <a:gd name="T3" fmla="*/ 2147483646 h 166"/>
                <a:gd name="T4" fmla="*/ 2147483646 w 83"/>
                <a:gd name="T5" fmla="*/ 2147483646 h 166"/>
                <a:gd name="T6" fmla="*/ 0 w 83"/>
                <a:gd name="T7" fmla="*/ 2147483646 h 166"/>
                <a:gd name="T8" fmla="*/ 2147483646 w 83"/>
                <a:gd name="T9" fmla="*/ 0 h 1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6">
                  <a:moveTo>
                    <a:pt x="36" y="0"/>
                  </a:moveTo>
                  <a:lnTo>
                    <a:pt x="83" y="166"/>
                  </a:lnTo>
                  <a:lnTo>
                    <a:pt x="36" y="166"/>
                  </a:lnTo>
                  <a:lnTo>
                    <a:pt x="0" y="166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1"/>
            <p:cNvSpPr>
              <a:spLocks noChangeShapeType="1"/>
            </p:cNvSpPr>
            <p:nvPr/>
          </p:nvSpPr>
          <p:spPr bwMode="auto">
            <a:xfrm>
              <a:off x="2442210" y="4259501"/>
              <a:ext cx="1270" cy="77548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Rectangle 92"/>
            <p:cNvSpPr>
              <a:spLocks noChangeArrowheads="1"/>
            </p:cNvSpPr>
            <p:nvPr/>
          </p:nvSpPr>
          <p:spPr bwMode="auto">
            <a:xfrm>
              <a:off x="4173220" y="3813776"/>
              <a:ext cx="190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m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5" name="Rectangle 93"/>
            <p:cNvSpPr>
              <a:spLocks noChangeArrowheads="1"/>
            </p:cNvSpPr>
            <p:nvPr/>
          </p:nvSpPr>
          <p:spPr bwMode="auto">
            <a:xfrm>
              <a:off x="21120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6" name="Rectangle 94"/>
            <p:cNvSpPr>
              <a:spLocks noChangeArrowheads="1"/>
            </p:cNvSpPr>
            <p:nvPr/>
          </p:nvSpPr>
          <p:spPr bwMode="auto">
            <a:xfrm>
              <a:off x="221615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7" name="Rectangle 95"/>
            <p:cNvSpPr>
              <a:spLocks noChangeArrowheads="1"/>
            </p:cNvSpPr>
            <p:nvPr/>
          </p:nvSpPr>
          <p:spPr bwMode="auto">
            <a:xfrm>
              <a:off x="53641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8" name="Rectangle 96"/>
            <p:cNvSpPr>
              <a:spLocks noChangeArrowheads="1"/>
            </p:cNvSpPr>
            <p:nvPr/>
          </p:nvSpPr>
          <p:spPr bwMode="auto">
            <a:xfrm>
              <a:off x="546952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9" name="Rectangle 97"/>
            <p:cNvSpPr>
              <a:spLocks noChangeArrowheads="1"/>
            </p:cNvSpPr>
            <p:nvPr/>
          </p:nvSpPr>
          <p:spPr bwMode="auto">
            <a:xfrm>
              <a:off x="5287010" y="5161417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0" name="Rectangle 98"/>
            <p:cNvSpPr>
              <a:spLocks noChangeArrowheads="1"/>
            </p:cNvSpPr>
            <p:nvPr/>
          </p:nvSpPr>
          <p:spPr bwMode="auto">
            <a:xfrm>
              <a:off x="5363210" y="5247180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1" name="Rectangle 99"/>
            <p:cNvSpPr>
              <a:spLocks noChangeArrowheads="1"/>
            </p:cNvSpPr>
            <p:nvPr/>
          </p:nvSpPr>
          <p:spPr bwMode="auto">
            <a:xfrm>
              <a:off x="2546350" y="3672449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2" name="Rectangle 100"/>
            <p:cNvSpPr>
              <a:spLocks noChangeArrowheads="1"/>
            </p:cNvSpPr>
            <p:nvPr/>
          </p:nvSpPr>
          <p:spPr bwMode="auto">
            <a:xfrm>
              <a:off x="262255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3" name="Rectangle 101"/>
            <p:cNvSpPr>
              <a:spLocks noChangeArrowheads="1"/>
            </p:cNvSpPr>
            <p:nvPr/>
          </p:nvSpPr>
          <p:spPr bwMode="auto">
            <a:xfrm>
              <a:off x="3211830" y="3672449"/>
              <a:ext cx="10414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i'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4" name="Rectangle 102"/>
            <p:cNvSpPr>
              <a:spLocks noChangeArrowheads="1"/>
            </p:cNvSpPr>
            <p:nvPr/>
          </p:nvSpPr>
          <p:spPr bwMode="auto">
            <a:xfrm>
              <a:off x="331597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5" name="Rectangle 103"/>
            <p:cNvSpPr>
              <a:spLocks noChangeArrowheads="1"/>
            </p:cNvSpPr>
            <p:nvPr/>
          </p:nvSpPr>
          <p:spPr bwMode="auto">
            <a:xfrm>
              <a:off x="3059430" y="4086768"/>
              <a:ext cx="60960" cy="271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6" name="Rectangle 104"/>
            <p:cNvSpPr>
              <a:spLocks noChangeArrowheads="1"/>
            </p:cNvSpPr>
            <p:nvPr/>
          </p:nvSpPr>
          <p:spPr bwMode="auto">
            <a:xfrm>
              <a:off x="3103880" y="4160451"/>
              <a:ext cx="165100" cy="1993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7" name="Oval 105"/>
            <p:cNvSpPr>
              <a:spLocks noChangeArrowheads="1"/>
            </p:cNvSpPr>
            <p:nvPr/>
          </p:nvSpPr>
          <p:spPr bwMode="auto">
            <a:xfrm>
              <a:off x="3442970" y="4266749"/>
              <a:ext cx="7493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8" name="Oval 106"/>
            <p:cNvSpPr>
              <a:spLocks noChangeArrowheads="1"/>
            </p:cNvSpPr>
            <p:nvPr/>
          </p:nvSpPr>
          <p:spPr bwMode="auto">
            <a:xfrm>
              <a:off x="4888230" y="4801861"/>
              <a:ext cx="9017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9" name="Rectangle 107"/>
            <p:cNvSpPr>
              <a:spLocks noChangeArrowheads="1"/>
            </p:cNvSpPr>
            <p:nvPr/>
          </p:nvSpPr>
          <p:spPr bwMode="auto">
            <a:xfrm>
              <a:off x="3163570" y="4475721"/>
              <a:ext cx="1524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cxnSp>
          <p:nvCxnSpPr>
            <p:cNvPr id="120" name="Connecteur droit avec flèche 119"/>
            <p:cNvCxnSpPr/>
            <p:nvPr/>
          </p:nvCxnSpPr>
          <p:spPr>
            <a:xfrm>
              <a:off x="5255696" y="4160767"/>
              <a:ext cx="0" cy="7940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Groupe 120"/>
          <p:cNvGrpSpPr>
            <a:grpSpLocks/>
          </p:cNvGrpSpPr>
          <p:nvPr/>
        </p:nvGrpSpPr>
        <p:grpSpPr bwMode="auto">
          <a:xfrm>
            <a:off x="2746879" y="3851275"/>
            <a:ext cx="8208963" cy="1814513"/>
            <a:chOff x="25254" y="4003805"/>
            <a:chExt cx="8209109" cy="1815168"/>
          </a:xfrm>
        </p:grpSpPr>
        <p:sp>
          <p:nvSpPr>
            <p:cNvPr id="122" name="Text Box 199"/>
            <p:cNvSpPr txBox="1">
              <a:spLocks noChangeArrowheads="1"/>
            </p:cNvSpPr>
            <p:nvPr/>
          </p:nvSpPr>
          <p:spPr bwMode="auto">
            <a:xfrm>
              <a:off x="5405438" y="4016375"/>
              <a:ext cx="2828925" cy="9159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latin typeface="Symbol" panose="05050102010706020507" pitchFamily="18" charset="2"/>
                </a:rPr>
                <a:t>a</a:t>
              </a:r>
              <a:r>
                <a:rPr lang="en-CA" altLang="fr-FR" sz="1800" b="1">
                  <a:latin typeface="Times New Roman" panose="02020603050405020304" pitchFamily="18" charset="0"/>
                </a:rPr>
                <a:t>T &lt; t &lt; T : T</a:t>
              </a:r>
              <a:r>
                <a:rPr lang="en-CA" altLang="fr-FR" sz="1800" b="1" baseline="-25000">
                  <a:latin typeface="Times New Roman" panose="02020603050405020304" pitchFamily="18" charset="0"/>
                </a:rPr>
                <a:t>p</a:t>
              </a:r>
              <a:r>
                <a:rPr lang="en-CA" altLang="fr-FR" sz="1800" b="1">
                  <a:latin typeface="Times New Roman" panose="02020603050405020304" pitchFamily="18" charset="0"/>
                </a:rPr>
                <a:t> opened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latin typeface="Times New Roman" panose="02020603050405020304" pitchFamily="18" charset="0"/>
                </a:rPr>
                <a:t>=&gt; i</a:t>
              </a:r>
              <a:r>
                <a:rPr lang="en-CA" altLang="fr-FR" sz="1800" b="1" baseline="-25000">
                  <a:latin typeface="Times New Roman" panose="02020603050405020304" pitchFamily="18" charset="0"/>
                </a:rPr>
                <a:t>1</a:t>
              </a:r>
              <a:r>
                <a:rPr lang="en-CA" altLang="fr-FR" sz="1800" b="1">
                  <a:latin typeface="Times New Roman" panose="02020603050405020304" pitchFamily="18" charset="0"/>
                </a:rPr>
                <a:t> = 0 =&gt; i’</a:t>
              </a:r>
              <a:r>
                <a:rPr lang="en-CA" altLang="fr-FR" sz="1800" b="1" baseline="-25000">
                  <a:latin typeface="Times New Roman" panose="02020603050405020304" pitchFamily="18" charset="0"/>
                </a:rPr>
                <a:t>1</a:t>
              </a:r>
              <a:r>
                <a:rPr lang="en-CA" altLang="fr-FR" sz="1800" b="1">
                  <a:latin typeface="Times New Roman" panose="02020603050405020304" pitchFamily="18" charset="0"/>
                </a:rPr>
                <a:t> = - i</a:t>
              </a:r>
              <a:r>
                <a:rPr lang="en-CA" altLang="fr-FR" sz="1800" b="1" baseline="-25000">
                  <a:latin typeface="Times New Roman" panose="02020603050405020304" pitchFamily="18" charset="0"/>
                </a:rPr>
                <a:t>10 </a:t>
              </a:r>
              <a:r>
                <a:rPr lang="en-CA" altLang="fr-FR" sz="1800" b="1">
                  <a:latin typeface="Times New Roman" panose="02020603050405020304" pitchFamily="18" charset="0"/>
                </a:rPr>
                <a:t>&lt; 0</a:t>
              </a:r>
              <a:endParaRPr lang="en-CA" altLang="fr-FR" sz="1800" b="1" baseline="-250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latin typeface="Times New Roman" panose="02020603050405020304" pitchFamily="18" charset="0"/>
                </a:rPr>
                <a:t>=&gt; i</a:t>
              </a:r>
              <a:r>
                <a:rPr lang="en-CA" altLang="fr-FR" sz="1800" b="1" baseline="-25000">
                  <a:latin typeface="Times New Roman" panose="02020603050405020304" pitchFamily="18" charset="0"/>
                </a:rPr>
                <a:t>2</a:t>
              </a:r>
              <a:r>
                <a:rPr lang="en-CA" altLang="fr-FR" sz="1800" b="1">
                  <a:latin typeface="Times New Roman" panose="02020603050405020304" pitchFamily="18" charset="0"/>
                </a:rPr>
                <a:t> &lt; 0	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=&gt; D forward</a:t>
              </a:r>
            </a:p>
          </p:txBody>
        </p:sp>
        <p:grpSp>
          <p:nvGrpSpPr>
            <p:cNvPr id="123" name="Groupe 310"/>
            <p:cNvGrpSpPr>
              <a:grpSpLocks/>
            </p:cNvGrpSpPr>
            <p:nvPr/>
          </p:nvGrpSpPr>
          <p:grpSpPr bwMode="auto">
            <a:xfrm>
              <a:off x="25254" y="4003805"/>
              <a:ext cx="5030053" cy="1815168"/>
              <a:chOff x="725170" y="3672449"/>
              <a:chExt cx="6399090" cy="2426726"/>
            </a:xfrm>
          </p:grpSpPr>
          <p:sp>
            <p:nvSpPr>
              <p:cNvPr id="124" name="Line 6"/>
              <p:cNvSpPr>
                <a:spLocks noChangeShapeType="1"/>
              </p:cNvSpPr>
              <p:nvPr/>
            </p:nvSpPr>
            <p:spPr bwMode="auto">
              <a:xfrm>
                <a:off x="5650230" y="5106259"/>
                <a:ext cx="138303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Oval 9"/>
              <p:cNvSpPr>
                <a:spLocks noChangeArrowheads="1"/>
              </p:cNvSpPr>
              <p:nvPr/>
            </p:nvSpPr>
            <p:spPr bwMode="auto">
              <a:xfrm>
                <a:off x="1195070" y="4910574"/>
                <a:ext cx="340360" cy="322517"/>
              </a:xfrm>
              <a:prstGeom prst="ellips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6" name="Freeform 10"/>
              <p:cNvSpPr>
                <a:spLocks/>
              </p:cNvSpPr>
              <p:nvPr/>
            </p:nvSpPr>
            <p:spPr bwMode="auto">
              <a:xfrm>
                <a:off x="975360" y="4910574"/>
                <a:ext cx="102870" cy="195684"/>
              </a:xfrm>
              <a:custGeom>
                <a:avLst/>
                <a:gdLst>
                  <a:gd name="T0" fmla="*/ 2147483646 w 81"/>
                  <a:gd name="T1" fmla="*/ 0 h 162"/>
                  <a:gd name="T2" fmla="*/ 2147483646 w 81"/>
                  <a:gd name="T3" fmla="*/ 2147483646 h 162"/>
                  <a:gd name="T4" fmla="*/ 2147483646 w 81"/>
                  <a:gd name="T5" fmla="*/ 2147483646 h 162"/>
                  <a:gd name="T6" fmla="*/ 0 w 81"/>
                  <a:gd name="T7" fmla="*/ 2147483646 h 162"/>
                  <a:gd name="T8" fmla="*/ 2147483646 w 81"/>
                  <a:gd name="T9" fmla="*/ 0 h 1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1" h="162">
                    <a:moveTo>
                      <a:pt x="47" y="0"/>
                    </a:moveTo>
                    <a:lnTo>
                      <a:pt x="81" y="162"/>
                    </a:lnTo>
                    <a:lnTo>
                      <a:pt x="47" y="162"/>
                    </a:lnTo>
                    <a:lnTo>
                      <a:pt x="0" y="162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11"/>
              <p:cNvSpPr>
                <a:spLocks noChangeShapeType="1"/>
              </p:cNvSpPr>
              <p:nvPr/>
            </p:nvSpPr>
            <p:spPr bwMode="auto">
              <a:xfrm>
                <a:off x="1035050" y="5106259"/>
                <a:ext cx="1270" cy="125624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Rectangle 12"/>
              <p:cNvSpPr>
                <a:spLocks noChangeArrowheads="1"/>
              </p:cNvSpPr>
              <p:nvPr/>
            </p:nvSpPr>
            <p:spPr bwMode="auto">
              <a:xfrm>
                <a:off x="725170" y="4911782"/>
                <a:ext cx="185580" cy="3498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7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E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9" name="Line 13"/>
              <p:cNvSpPr>
                <a:spLocks noChangeShapeType="1"/>
              </p:cNvSpPr>
              <p:nvPr/>
            </p:nvSpPr>
            <p:spPr bwMode="auto">
              <a:xfrm flipH="1">
                <a:off x="2344420" y="5100219"/>
                <a:ext cx="220980" cy="195684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Freeform 14"/>
              <p:cNvSpPr>
                <a:spLocks/>
              </p:cNvSpPr>
              <p:nvPr/>
            </p:nvSpPr>
            <p:spPr bwMode="auto">
              <a:xfrm>
                <a:off x="2402840" y="5602717"/>
                <a:ext cx="236220" cy="195684"/>
              </a:xfrm>
              <a:custGeom>
                <a:avLst/>
                <a:gdLst>
                  <a:gd name="T0" fmla="*/ 2147483646 w 186"/>
                  <a:gd name="T1" fmla="*/ 2147483646 h 162"/>
                  <a:gd name="T2" fmla="*/ 0 w 186"/>
                  <a:gd name="T3" fmla="*/ 2147483646 h 162"/>
                  <a:gd name="T4" fmla="*/ 2147483646 w 186"/>
                  <a:gd name="T5" fmla="*/ 2147483646 h 162"/>
                  <a:gd name="T6" fmla="*/ 2147483646 w 186"/>
                  <a:gd name="T7" fmla="*/ 0 h 162"/>
                  <a:gd name="T8" fmla="*/ 2147483646 w 186"/>
                  <a:gd name="T9" fmla="*/ 2147483646 h 1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6" h="162">
                    <a:moveTo>
                      <a:pt x="186" y="162"/>
                    </a:moveTo>
                    <a:lnTo>
                      <a:pt x="0" y="70"/>
                    </a:lnTo>
                    <a:lnTo>
                      <a:pt x="35" y="35"/>
                    </a:lnTo>
                    <a:lnTo>
                      <a:pt x="70" y="0"/>
                    </a:lnTo>
                    <a:lnTo>
                      <a:pt x="186" y="1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15"/>
              <p:cNvSpPr>
                <a:spLocks noChangeShapeType="1"/>
              </p:cNvSpPr>
              <p:nvPr/>
            </p:nvSpPr>
            <p:spPr bwMode="auto">
              <a:xfrm flipH="1" flipV="1">
                <a:off x="2344420" y="5547152"/>
                <a:ext cx="102870" cy="97842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16"/>
              <p:cNvSpPr>
                <a:spLocks noChangeShapeType="1"/>
              </p:cNvSpPr>
              <p:nvPr/>
            </p:nvSpPr>
            <p:spPr bwMode="auto">
              <a:xfrm>
                <a:off x="2344420" y="5128001"/>
                <a:ext cx="1270" cy="642617"/>
              </a:xfrm>
              <a:prstGeom prst="line">
                <a:avLst/>
              </a:prstGeom>
              <a:noFill/>
              <a:ln w="730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17"/>
              <p:cNvSpPr>
                <a:spLocks noChangeShapeType="1"/>
              </p:cNvSpPr>
              <p:nvPr/>
            </p:nvSpPr>
            <p:spPr bwMode="auto">
              <a:xfrm>
                <a:off x="1372870" y="3970807"/>
                <a:ext cx="11620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18"/>
              <p:cNvSpPr>
                <a:spLocks noChangeShapeType="1"/>
              </p:cNvSpPr>
              <p:nvPr/>
            </p:nvSpPr>
            <p:spPr bwMode="auto">
              <a:xfrm>
                <a:off x="1372870" y="6097967"/>
                <a:ext cx="12509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19"/>
              <p:cNvSpPr>
                <a:spLocks noChangeShapeType="1"/>
              </p:cNvSpPr>
              <p:nvPr/>
            </p:nvSpPr>
            <p:spPr bwMode="auto">
              <a:xfrm>
                <a:off x="1372870" y="3961143"/>
                <a:ext cx="1270" cy="949431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20"/>
              <p:cNvSpPr>
                <a:spLocks noChangeShapeType="1"/>
              </p:cNvSpPr>
              <p:nvPr/>
            </p:nvSpPr>
            <p:spPr bwMode="auto">
              <a:xfrm>
                <a:off x="2623820" y="5776658"/>
                <a:ext cx="1270" cy="32130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21"/>
              <p:cNvSpPr>
                <a:spLocks noChangeShapeType="1"/>
              </p:cNvSpPr>
              <p:nvPr/>
            </p:nvSpPr>
            <p:spPr bwMode="auto">
              <a:xfrm>
                <a:off x="1372870" y="5231883"/>
                <a:ext cx="1270" cy="866084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22"/>
              <p:cNvSpPr>
                <a:spLocks noChangeShapeType="1"/>
              </p:cNvSpPr>
              <p:nvPr/>
            </p:nvSpPr>
            <p:spPr bwMode="auto">
              <a:xfrm>
                <a:off x="1902460" y="5449310"/>
                <a:ext cx="412750" cy="1208"/>
              </a:xfrm>
              <a:prstGeom prst="line">
                <a:avLst/>
              </a:prstGeom>
              <a:noFill/>
              <a:ln w="1746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Rectangle 23"/>
              <p:cNvSpPr>
                <a:spLocks noChangeArrowheads="1"/>
              </p:cNvSpPr>
              <p:nvPr/>
            </p:nvSpPr>
            <p:spPr bwMode="auto">
              <a:xfrm>
                <a:off x="1902460" y="5227051"/>
                <a:ext cx="175382" cy="3498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700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0" name="Rectangle 24"/>
              <p:cNvSpPr>
                <a:spLocks noChangeArrowheads="1"/>
              </p:cNvSpPr>
              <p:nvPr/>
            </p:nvSpPr>
            <p:spPr bwMode="auto">
              <a:xfrm>
                <a:off x="2049780" y="5253627"/>
                <a:ext cx="238603" cy="3498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700">
                    <a:solidFill>
                      <a:srgbClr val="000000"/>
                    </a:solidFill>
                    <a:latin typeface="Times" panose="02020603050405020304" pitchFamily="18" charset="0"/>
                  </a:rPr>
                  <a:t>,T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1" name="Line 25"/>
              <p:cNvSpPr>
                <a:spLocks noChangeShapeType="1"/>
              </p:cNvSpPr>
              <p:nvPr/>
            </p:nvSpPr>
            <p:spPr bwMode="auto">
              <a:xfrm flipV="1">
                <a:off x="6383020" y="3731637"/>
                <a:ext cx="1270" cy="474715"/>
              </a:xfrm>
              <a:prstGeom prst="line">
                <a:avLst/>
              </a:prstGeom>
              <a:noFill/>
              <a:ln w="730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2" name="Line 26"/>
              <p:cNvSpPr>
                <a:spLocks noChangeShapeType="1"/>
              </p:cNvSpPr>
              <p:nvPr/>
            </p:nvSpPr>
            <p:spPr bwMode="auto">
              <a:xfrm flipH="1">
                <a:off x="6043930" y="3968391"/>
                <a:ext cx="339090" cy="237962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Line 27"/>
              <p:cNvSpPr>
                <a:spLocks noChangeShapeType="1"/>
              </p:cNvSpPr>
              <p:nvPr/>
            </p:nvSpPr>
            <p:spPr bwMode="auto">
              <a:xfrm flipV="1">
                <a:off x="6043930" y="3731637"/>
                <a:ext cx="1270" cy="474715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4" name="Line 28"/>
              <p:cNvSpPr>
                <a:spLocks noChangeShapeType="1"/>
              </p:cNvSpPr>
              <p:nvPr/>
            </p:nvSpPr>
            <p:spPr bwMode="auto">
              <a:xfrm>
                <a:off x="6043930" y="3731637"/>
                <a:ext cx="339090" cy="236754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Line 29"/>
              <p:cNvSpPr>
                <a:spLocks noChangeShapeType="1"/>
              </p:cNvSpPr>
              <p:nvPr/>
            </p:nvSpPr>
            <p:spPr bwMode="auto">
              <a:xfrm>
                <a:off x="5650230" y="3969599"/>
                <a:ext cx="393700" cy="0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6" name="Line 30"/>
              <p:cNvSpPr>
                <a:spLocks noChangeShapeType="1"/>
              </p:cNvSpPr>
              <p:nvPr/>
            </p:nvSpPr>
            <p:spPr bwMode="auto">
              <a:xfrm>
                <a:off x="6383020" y="3968391"/>
                <a:ext cx="57404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Freeform 31"/>
              <p:cNvSpPr>
                <a:spLocks/>
              </p:cNvSpPr>
              <p:nvPr/>
            </p:nvSpPr>
            <p:spPr bwMode="auto">
              <a:xfrm>
                <a:off x="6739890" y="4052946"/>
                <a:ext cx="102870" cy="194476"/>
              </a:xfrm>
              <a:custGeom>
                <a:avLst/>
                <a:gdLst>
                  <a:gd name="T0" fmla="*/ 2147483646 w 81"/>
                  <a:gd name="T1" fmla="*/ 0 h 161"/>
                  <a:gd name="T2" fmla="*/ 2147483646 w 81"/>
                  <a:gd name="T3" fmla="*/ 2147483646 h 161"/>
                  <a:gd name="T4" fmla="*/ 2147483646 w 81"/>
                  <a:gd name="T5" fmla="*/ 2147483646 h 161"/>
                  <a:gd name="T6" fmla="*/ 0 w 81"/>
                  <a:gd name="T7" fmla="*/ 2147483646 h 161"/>
                  <a:gd name="T8" fmla="*/ 2147483646 w 81"/>
                  <a:gd name="T9" fmla="*/ 0 h 1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1" h="161">
                    <a:moveTo>
                      <a:pt x="35" y="0"/>
                    </a:moveTo>
                    <a:lnTo>
                      <a:pt x="81" y="161"/>
                    </a:lnTo>
                    <a:lnTo>
                      <a:pt x="35" y="161"/>
                    </a:lnTo>
                    <a:lnTo>
                      <a:pt x="0" y="161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8" name="Line 32"/>
              <p:cNvSpPr>
                <a:spLocks noChangeShapeType="1"/>
              </p:cNvSpPr>
              <p:nvPr/>
            </p:nvSpPr>
            <p:spPr bwMode="auto">
              <a:xfrm>
                <a:off x="6784340" y="4240175"/>
                <a:ext cx="1270" cy="754955"/>
              </a:xfrm>
              <a:prstGeom prst="line">
                <a:avLst/>
              </a:prstGeom>
              <a:noFill/>
              <a:ln w="1746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9" name="Rectangle 33"/>
              <p:cNvSpPr>
                <a:spLocks noChangeArrowheads="1"/>
              </p:cNvSpPr>
              <p:nvPr/>
            </p:nvSpPr>
            <p:spPr bwMode="auto">
              <a:xfrm>
                <a:off x="6871970" y="4450355"/>
                <a:ext cx="236562" cy="4116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20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0" name="Rectangle 34"/>
              <p:cNvSpPr>
                <a:spLocks noChangeArrowheads="1"/>
              </p:cNvSpPr>
              <p:nvPr/>
            </p:nvSpPr>
            <p:spPr bwMode="auto">
              <a:xfrm>
                <a:off x="7034530" y="4562691"/>
                <a:ext cx="89730" cy="288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s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1" name="Freeform 35"/>
              <p:cNvSpPr>
                <a:spLocks/>
              </p:cNvSpPr>
              <p:nvPr/>
            </p:nvSpPr>
            <p:spPr bwMode="auto">
              <a:xfrm>
                <a:off x="2653030" y="5170279"/>
                <a:ext cx="102870" cy="195684"/>
              </a:xfrm>
              <a:custGeom>
                <a:avLst/>
                <a:gdLst>
                  <a:gd name="T0" fmla="*/ 2147483646 w 81"/>
                  <a:gd name="T1" fmla="*/ 0 h 162"/>
                  <a:gd name="T2" fmla="*/ 2147483646 w 81"/>
                  <a:gd name="T3" fmla="*/ 2147483646 h 162"/>
                  <a:gd name="T4" fmla="*/ 2147483646 w 81"/>
                  <a:gd name="T5" fmla="*/ 2147483646 h 162"/>
                  <a:gd name="T6" fmla="*/ 0 w 81"/>
                  <a:gd name="T7" fmla="*/ 2147483646 h 162"/>
                  <a:gd name="T8" fmla="*/ 2147483646 w 81"/>
                  <a:gd name="T9" fmla="*/ 0 h 1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1" h="162">
                    <a:moveTo>
                      <a:pt x="35" y="0"/>
                    </a:moveTo>
                    <a:lnTo>
                      <a:pt x="81" y="162"/>
                    </a:lnTo>
                    <a:lnTo>
                      <a:pt x="35" y="162"/>
                    </a:lnTo>
                    <a:lnTo>
                      <a:pt x="0" y="162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2" name="Line 36"/>
              <p:cNvSpPr>
                <a:spLocks noChangeShapeType="1"/>
              </p:cNvSpPr>
              <p:nvPr/>
            </p:nvSpPr>
            <p:spPr bwMode="auto">
              <a:xfrm>
                <a:off x="2697480" y="5365963"/>
                <a:ext cx="1270" cy="516993"/>
              </a:xfrm>
              <a:prstGeom prst="line">
                <a:avLst/>
              </a:prstGeom>
              <a:noFill/>
              <a:ln w="1746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Rectangle 37"/>
              <p:cNvSpPr>
                <a:spLocks noChangeArrowheads="1"/>
              </p:cNvSpPr>
              <p:nvPr/>
            </p:nvSpPr>
            <p:spPr bwMode="auto">
              <a:xfrm>
                <a:off x="2816860" y="5420320"/>
                <a:ext cx="163146" cy="4116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20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4" name="Rectangle 38"/>
              <p:cNvSpPr>
                <a:spLocks noChangeArrowheads="1"/>
              </p:cNvSpPr>
              <p:nvPr/>
            </p:nvSpPr>
            <p:spPr bwMode="auto">
              <a:xfrm>
                <a:off x="2905760" y="5533865"/>
                <a:ext cx="203933" cy="288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ce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5" name="Rectangle 39"/>
              <p:cNvSpPr>
                <a:spLocks noChangeArrowheads="1"/>
              </p:cNvSpPr>
              <p:nvPr/>
            </p:nvSpPr>
            <p:spPr bwMode="auto">
              <a:xfrm>
                <a:off x="6169660" y="4229303"/>
                <a:ext cx="199854" cy="3498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7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D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6" name="Rectangle 40"/>
              <p:cNvSpPr>
                <a:spLocks noChangeArrowheads="1"/>
              </p:cNvSpPr>
              <p:nvPr/>
            </p:nvSpPr>
            <p:spPr bwMode="auto">
              <a:xfrm>
                <a:off x="2080260" y="3683319"/>
                <a:ext cx="73416" cy="37045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 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7" name="Oval 41"/>
              <p:cNvSpPr>
                <a:spLocks noChangeArrowheads="1"/>
              </p:cNvSpPr>
              <p:nvPr/>
            </p:nvSpPr>
            <p:spPr bwMode="auto">
              <a:xfrm>
                <a:off x="3563620" y="4137501"/>
                <a:ext cx="857250" cy="817767"/>
              </a:xfrm>
              <a:prstGeom prst="ellips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8" name="Oval 42"/>
              <p:cNvSpPr>
                <a:spLocks noChangeArrowheads="1"/>
              </p:cNvSpPr>
              <p:nvPr/>
            </p:nvSpPr>
            <p:spPr bwMode="auto">
              <a:xfrm>
                <a:off x="3985260" y="4137501"/>
                <a:ext cx="857250" cy="817767"/>
              </a:xfrm>
              <a:prstGeom prst="ellips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9" name="Line 43"/>
              <p:cNvSpPr>
                <a:spLocks noChangeShapeType="1"/>
              </p:cNvSpPr>
              <p:nvPr/>
            </p:nvSpPr>
            <p:spPr bwMode="auto">
              <a:xfrm flipH="1">
                <a:off x="4744720" y="3972015"/>
                <a:ext cx="181610" cy="330972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0" name="Line 44"/>
              <p:cNvSpPr>
                <a:spLocks noChangeShapeType="1"/>
              </p:cNvSpPr>
              <p:nvPr/>
            </p:nvSpPr>
            <p:spPr bwMode="auto">
              <a:xfrm flipH="1" flipV="1">
                <a:off x="4744720" y="4790990"/>
                <a:ext cx="181610" cy="31526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1" name="Line 45"/>
              <p:cNvSpPr>
                <a:spLocks noChangeShapeType="1"/>
              </p:cNvSpPr>
              <p:nvPr/>
            </p:nvSpPr>
            <p:spPr bwMode="auto">
              <a:xfrm flipH="1">
                <a:off x="2532380" y="3972015"/>
                <a:ext cx="9334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2" name="Line 46"/>
              <p:cNvSpPr>
                <a:spLocks noChangeShapeType="1"/>
              </p:cNvSpPr>
              <p:nvPr/>
            </p:nvSpPr>
            <p:spPr bwMode="auto">
              <a:xfrm flipH="1">
                <a:off x="2532380" y="5106259"/>
                <a:ext cx="9334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3" name="Line 47"/>
              <p:cNvSpPr>
                <a:spLocks noChangeShapeType="1"/>
              </p:cNvSpPr>
              <p:nvPr/>
            </p:nvSpPr>
            <p:spPr bwMode="auto">
              <a:xfrm flipH="1">
                <a:off x="4926330" y="3972015"/>
                <a:ext cx="76708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4" name="Line 48"/>
              <p:cNvSpPr>
                <a:spLocks noChangeShapeType="1"/>
              </p:cNvSpPr>
              <p:nvPr/>
            </p:nvSpPr>
            <p:spPr bwMode="auto">
              <a:xfrm flipH="1">
                <a:off x="4926330" y="5106259"/>
                <a:ext cx="76708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5" name="Arc 49"/>
              <p:cNvSpPr>
                <a:spLocks/>
              </p:cNvSpPr>
              <p:nvPr/>
            </p:nvSpPr>
            <p:spPr bwMode="auto">
              <a:xfrm>
                <a:off x="2871470" y="4805485"/>
                <a:ext cx="97790" cy="79723"/>
              </a:xfrm>
              <a:custGeom>
                <a:avLst/>
                <a:gdLst>
                  <a:gd name="T0" fmla="*/ 185993524 w 21600"/>
                  <a:gd name="T1" fmla="*/ 54605084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6" name="Arc 50"/>
              <p:cNvSpPr>
                <a:spLocks/>
              </p:cNvSpPr>
              <p:nvPr/>
            </p:nvSpPr>
            <p:spPr bwMode="auto">
              <a:xfrm>
                <a:off x="2969260" y="4848970"/>
                <a:ext cx="97790" cy="36238"/>
              </a:xfrm>
              <a:custGeom>
                <a:avLst/>
                <a:gdLst>
                  <a:gd name="T0" fmla="*/ 185993524 w 21600"/>
                  <a:gd name="T1" fmla="*/ 0 h 21648"/>
                  <a:gd name="T2" fmla="*/ 0 w 21600"/>
                  <a:gd name="T3" fmla="*/ 476313 h 21648"/>
                  <a:gd name="T4" fmla="*/ 0 w 21600"/>
                  <a:gd name="T5" fmla="*/ 1051 h 21648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48" fill="none" extrusionOk="0">
                    <a:moveTo>
                      <a:pt x="21599" y="0"/>
                    </a:moveTo>
                    <a:cubicBezTo>
                      <a:pt x="21599" y="16"/>
                      <a:pt x="21600" y="32"/>
                      <a:pt x="21600" y="48"/>
                    </a:cubicBezTo>
                    <a:cubicBezTo>
                      <a:pt x="21600" y="11977"/>
                      <a:pt x="11929" y="21647"/>
                      <a:pt x="0" y="21648"/>
                    </a:cubicBezTo>
                  </a:path>
                  <a:path w="21600" h="21648" stroke="0" extrusionOk="0">
                    <a:moveTo>
                      <a:pt x="21599" y="0"/>
                    </a:moveTo>
                    <a:cubicBezTo>
                      <a:pt x="21599" y="16"/>
                      <a:pt x="21600" y="32"/>
                      <a:pt x="21600" y="48"/>
                    </a:cubicBezTo>
                    <a:cubicBezTo>
                      <a:pt x="21600" y="11977"/>
                      <a:pt x="11929" y="21647"/>
                      <a:pt x="0" y="21648"/>
                    </a:cubicBezTo>
                    <a:lnTo>
                      <a:pt x="0" y="48"/>
                    </a:lnTo>
                    <a:lnTo>
                      <a:pt x="21599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7" name="Arc 51"/>
              <p:cNvSpPr>
                <a:spLocks/>
              </p:cNvSpPr>
              <p:nvPr/>
            </p:nvSpPr>
            <p:spPr bwMode="auto">
              <a:xfrm>
                <a:off x="2871470" y="4812732"/>
                <a:ext cx="97790" cy="78515"/>
              </a:xfrm>
              <a:custGeom>
                <a:avLst/>
                <a:gdLst>
                  <a:gd name="T0" fmla="*/ 0 w 21600"/>
                  <a:gd name="T1" fmla="*/ 49824932 h 21600"/>
                  <a:gd name="T2" fmla="*/ 185993524 w 21600"/>
                  <a:gd name="T3" fmla="*/ 0 h 21600"/>
                  <a:gd name="T4" fmla="*/ 185993524 w 21600"/>
                  <a:gd name="T5" fmla="*/ 49824932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8" name="Arc 52"/>
              <p:cNvSpPr>
                <a:spLocks/>
              </p:cNvSpPr>
              <p:nvPr/>
            </p:nvSpPr>
            <p:spPr bwMode="auto">
              <a:xfrm>
                <a:off x="2969260" y="4812732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0556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9" name="Arc 53"/>
              <p:cNvSpPr>
                <a:spLocks/>
              </p:cNvSpPr>
              <p:nvPr/>
            </p:nvSpPr>
            <p:spPr bwMode="auto">
              <a:xfrm>
                <a:off x="2871470" y="4719722"/>
                <a:ext cx="97790" cy="79723"/>
              </a:xfrm>
              <a:custGeom>
                <a:avLst/>
                <a:gdLst>
                  <a:gd name="T0" fmla="*/ 185993524 w 21600"/>
                  <a:gd name="T1" fmla="*/ 54327895 h 21622"/>
                  <a:gd name="T2" fmla="*/ 0 w 21600"/>
                  <a:gd name="T3" fmla="*/ 0 h 21622"/>
                  <a:gd name="T4" fmla="*/ 185993524 w 21600"/>
                  <a:gd name="T5" fmla="*/ 55237 h 2162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22" fill="none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</a:path>
                  <a:path w="21600" h="21622" stroke="0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  <a:lnTo>
                      <a:pt x="21600" y="22"/>
                    </a:lnTo>
                    <a:lnTo>
                      <a:pt x="21600" y="21622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0" name="Arc 54"/>
              <p:cNvSpPr>
                <a:spLocks/>
              </p:cNvSpPr>
              <p:nvPr/>
            </p:nvSpPr>
            <p:spPr bwMode="auto">
              <a:xfrm>
                <a:off x="2969260" y="4761999"/>
                <a:ext cx="97790" cy="36238"/>
              </a:xfrm>
              <a:custGeom>
                <a:avLst/>
                <a:gdLst>
                  <a:gd name="T0" fmla="*/ 185993524 w 21600"/>
                  <a:gd name="T1" fmla="*/ 0 h 21600"/>
                  <a:gd name="T2" fmla="*/ 0 w 21600"/>
                  <a:gd name="T3" fmla="*/ 481637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1" name="Arc 55"/>
              <p:cNvSpPr>
                <a:spLocks/>
              </p:cNvSpPr>
              <p:nvPr/>
            </p:nvSpPr>
            <p:spPr bwMode="auto">
              <a:xfrm>
                <a:off x="2871470" y="4725761"/>
                <a:ext cx="97790" cy="79723"/>
              </a:xfrm>
              <a:custGeom>
                <a:avLst/>
                <a:gdLst>
                  <a:gd name="T0" fmla="*/ 0 w 21600"/>
                  <a:gd name="T1" fmla="*/ 54605084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2" name="Arc 56"/>
              <p:cNvSpPr>
                <a:spLocks/>
              </p:cNvSpPr>
              <p:nvPr/>
            </p:nvSpPr>
            <p:spPr bwMode="auto">
              <a:xfrm>
                <a:off x="2969260" y="4725761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3" name="Arc 57"/>
              <p:cNvSpPr>
                <a:spLocks/>
              </p:cNvSpPr>
              <p:nvPr/>
            </p:nvSpPr>
            <p:spPr bwMode="auto">
              <a:xfrm>
                <a:off x="2871470" y="4625504"/>
                <a:ext cx="97790" cy="85763"/>
              </a:xfrm>
              <a:custGeom>
                <a:avLst/>
                <a:gdLst>
                  <a:gd name="T0" fmla="*/ 185993524 w 21600"/>
                  <a:gd name="T1" fmla="*/ 82319027 h 21720"/>
                  <a:gd name="T2" fmla="*/ 0 w 21600"/>
                  <a:gd name="T3" fmla="*/ 0 h 21720"/>
                  <a:gd name="T4" fmla="*/ 185993524 w 21600"/>
                  <a:gd name="T5" fmla="*/ 455077 h 2172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20" fill="none" extrusionOk="0">
                    <a:moveTo>
                      <a:pt x="21600" y="21720"/>
                    </a:moveTo>
                    <a:cubicBezTo>
                      <a:pt x="9670" y="21720"/>
                      <a:pt x="0" y="12049"/>
                      <a:pt x="0" y="120"/>
                    </a:cubicBezTo>
                    <a:cubicBezTo>
                      <a:pt x="-1" y="80"/>
                      <a:pt x="0" y="40"/>
                      <a:pt x="0" y="0"/>
                    </a:cubicBezTo>
                  </a:path>
                  <a:path w="21600" h="21720" stroke="0" extrusionOk="0">
                    <a:moveTo>
                      <a:pt x="21600" y="21720"/>
                    </a:moveTo>
                    <a:cubicBezTo>
                      <a:pt x="9670" y="21720"/>
                      <a:pt x="0" y="12049"/>
                      <a:pt x="0" y="120"/>
                    </a:cubicBezTo>
                    <a:cubicBezTo>
                      <a:pt x="-1" y="80"/>
                      <a:pt x="0" y="40"/>
                      <a:pt x="0" y="0"/>
                    </a:cubicBezTo>
                    <a:lnTo>
                      <a:pt x="21600" y="120"/>
                    </a:lnTo>
                    <a:lnTo>
                      <a:pt x="21600" y="2172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4" name="Arc 58"/>
              <p:cNvSpPr>
                <a:spLocks/>
              </p:cNvSpPr>
              <p:nvPr/>
            </p:nvSpPr>
            <p:spPr bwMode="auto">
              <a:xfrm>
                <a:off x="2969260" y="4676236"/>
                <a:ext cx="97790" cy="36238"/>
              </a:xfrm>
              <a:custGeom>
                <a:avLst/>
                <a:gdLst>
                  <a:gd name="T0" fmla="*/ 185993524 w 21600"/>
                  <a:gd name="T1" fmla="*/ 0 h 21600"/>
                  <a:gd name="T2" fmla="*/ 0 w 21600"/>
                  <a:gd name="T3" fmla="*/ 481637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5" name="Arc 59"/>
              <p:cNvSpPr>
                <a:spLocks/>
              </p:cNvSpPr>
              <p:nvPr/>
            </p:nvSpPr>
            <p:spPr bwMode="auto">
              <a:xfrm>
                <a:off x="2871470" y="4639999"/>
                <a:ext cx="97790" cy="79723"/>
              </a:xfrm>
              <a:custGeom>
                <a:avLst/>
                <a:gdLst>
                  <a:gd name="T0" fmla="*/ 0 w 21600"/>
                  <a:gd name="T1" fmla="*/ 54549573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</a:path>
                  <a:path w="21600" h="21600" stroke="0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  <a:lnTo>
                      <a:pt x="21600" y="21600"/>
                    </a:lnTo>
                    <a:lnTo>
                      <a:pt x="0" y="21578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6" name="Arc 60"/>
              <p:cNvSpPr>
                <a:spLocks/>
              </p:cNvSpPr>
              <p:nvPr/>
            </p:nvSpPr>
            <p:spPr bwMode="auto">
              <a:xfrm>
                <a:off x="2969260" y="4639999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7" name="Arc 61"/>
              <p:cNvSpPr>
                <a:spLocks/>
              </p:cNvSpPr>
              <p:nvPr/>
            </p:nvSpPr>
            <p:spPr bwMode="auto">
              <a:xfrm>
                <a:off x="2871470" y="4532493"/>
                <a:ext cx="97790" cy="79723"/>
              </a:xfrm>
              <a:custGeom>
                <a:avLst/>
                <a:gdLst>
                  <a:gd name="T0" fmla="*/ 185993524 w 21600"/>
                  <a:gd name="T1" fmla="*/ 54605084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8" name="Arc 62"/>
              <p:cNvSpPr>
                <a:spLocks/>
              </p:cNvSpPr>
              <p:nvPr/>
            </p:nvSpPr>
            <p:spPr bwMode="auto">
              <a:xfrm>
                <a:off x="2969260" y="4583226"/>
                <a:ext cx="97790" cy="28990"/>
              </a:xfrm>
              <a:custGeom>
                <a:avLst/>
                <a:gdLst>
                  <a:gd name="T0" fmla="*/ 185959461 w 21600"/>
                  <a:gd name="T1" fmla="*/ 0 h 22022"/>
                  <a:gd name="T2" fmla="*/ 0 w 21600"/>
                  <a:gd name="T3" fmla="*/ 114607 h 22022"/>
                  <a:gd name="T4" fmla="*/ 0 w 21600"/>
                  <a:gd name="T5" fmla="*/ 2200 h 2202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2022" fill="none" extrusionOk="0">
                    <a:moveTo>
                      <a:pt x="21595" y="0"/>
                    </a:moveTo>
                    <a:cubicBezTo>
                      <a:pt x="21598" y="140"/>
                      <a:pt x="21600" y="281"/>
                      <a:pt x="21600" y="422"/>
                    </a:cubicBezTo>
                    <a:cubicBezTo>
                      <a:pt x="21600" y="12351"/>
                      <a:pt x="11929" y="22021"/>
                      <a:pt x="0" y="22022"/>
                    </a:cubicBezTo>
                  </a:path>
                  <a:path w="21600" h="22022" stroke="0" extrusionOk="0">
                    <a:moveTo>
                      <a:pt x="21595" y="0"/>
                    </a:moveTo>
                    <a:cubicBezTo>
                      <a:pt x="21598" y="140"/>
                      <a:pt x="21600" y="281"/>
                      <a:pt x="21600" y="422"/>
                    </a:cubicBezTo>
                    <a:cubicBezTo>
                      <a:pt x="21600" y="12351"/>
                      <a:pt x="11929" y="22021"/>
                      <a:pt x="0" y="22022"/>
                    </a:cubicBezTo>
                    <a:lnTo>
                      <a:pt x="0" y="422"/>
                    </a:lnTo>
                    <a:lnTo>
                      <a:pt x="21595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9" name="Arc 63"/>
              <p:cNvSpPr>
                <a:spLocks/>
              </p:cNvSpPr>
              <p:nvPr/>
            </p:nvSpPr>
            <p:spPr bwMode="auto">
              <a:xfrm>
                <a:off x="2871470" y="4554236"/>
                <a:ext cx="97790" cy="78515"/>
              </a:xfrm>
              <a:custGeom>
                <a:avLst/>
                <a:gdLst>
                  <a:gd name="T0" fmla="*/ 0 w 21600"/>
                  <a:gd name="T1" fmla="*/ 49824932 h 21600"/>
                  <a:gd name="T2" fmla="*/ 185993524 w 21600"/>
                  <a:gd name="T3" fmla="*/ 0 h 21600"/>
                  <a:gd name="T4" fmla="*/ 185993524 w 21600"/>
                  <a:gd name="T5" fmla="*/ 49824932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0" name="Arc 64"/>
              <p:cNvSpPr>
                <a:spLocks/>
              </p:cNvSpPr>
              <p:nvPr/>
            </p:nvSpPr>
            <p:spPr bwMode="auto">
              <a:xfrm>
                <a:off x="2969260" y="4554236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0556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1" name="Arc 65"/>
              <p:cNvSpPr>
                <a:spLocks/>
              </p:cNvSpPr>
              <p:nvPr/>
            </p:nvSpPr>
            <p:spPr bwMode="auto">
              <a:xfrm>
                <a:off x="2871470" y="4446730"/>
                <a:ext cx="97790" cy="79723"/>
              </a:xfrm>
              <a:custGeom>
                <a:avLst/>
                <a:gdLst>
                  <a:gd name="T0" fmla="*/ 185993524 w 21600"/>
                  <a:gd name="T1" fmla="*/ 54327895 h 21622"/>
                  <a:gd name="T2" fmla="*/ 0 w 21600"/>
                  <a:gd name="T3" fmla="*/ 0 h 21622"/>
                  <a:gd name="T4" fmla="*/ 185993524 w 21600"/>
                  <a:gd name="T5" fmla="*/ 55237 h 2162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22" fill="none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</a:path>
                  <a:path w="21600" h="21622" stroke="0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  <a:lnTo>
                      <a:pt x="21600" y="22"/>
                    </a:lnTo>
                    <a:lnTo>
                      <a:pt x="21600" y="21622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2" name="Arc 66"/>
              <p:cNvSpPr>
                <a:spLocks/>
              </p:cNvSpPr>
              <p:nvPr/>
            </p:nvSpPr>
            <p:spPr bwMode="auto">
              <a:xfrm>
                <a:off x="2969260" y="4496255"/>
                <a:ext cx="97790" cy="28990"/>
              </a:xfrm>
              <a:custGeom>
                <a:avLst/>
                <a:gdLst>
                  <a:gd name="T0" fmla="*/ 185967062 w 21600"/>
                  <a:gd name="T1" fmla="*/ 0 h 21954"/>
                  <a:gd name="T2" fmla="*/ 0 w 21600"/>
                  <a:gd name="T3" fmla="*/ 116393 h 21954"/>
                  <a:gd name="T4" fmla="*/ 0 w 21600"/>
                  <a:gd name="T5" fmla="*/ 1876 h 21954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4" fill="none" extrusionOk="0">
                    <a:moveTo>
                      <a:pt x="21597" y="-1"/>
                    </a:moveTo>
                    <a:cubicBezTo>
                      <a:pt x="21599" y="117"/>
                      <a:pt x="21600" y="235"/>
                      <a:pt x="21600" y="354"/>
                    </a:cubicBezTo>
                    <a:cubicBezTo>
                      <a:pt x="21600" y="12283"/>
                      <a:pt x="11929" y="21953"/>
                      <a:pt x="0" y="21954"/>
                    </a:cubicBezTo>
                  </a:path>
                  <a:path w="21600" h="21954" stroke="0" extrusionOk="0">
                    <a:moveTo>
                      <a:pt x="21597" y="-1"/>
                    </a:moveTo>
                    <a:cubicBezTo>
                      <a:pt x="21599" y="117"/>
                      <a:pt x="21600" y="235"/>
                      <a:pt x="21600" y="354"/>
                    </a:cubicBezTo>
                    <a:cubicBezTo>
                      <a:pt x="21600" y="12283"/>
                      <a:pt x="11929" y="21953"/>
                      <a:pt x="0" y="21954"/>
                    </a:cubicBezTo>
                    <a:lnTo>
                      <a:pt x="0" y="354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3" name="Arc 67"/>
              <p:cNvSpPr>
                <a:spLocks/>
              </p:cNvSpPr>
              <p:nvPr/>
            </p:nvSpPr>
            <p:spPr bwMode="auto">
              <a:xfrm>
                <a:off x="2871470" y="4467265"/>
                <a:ext cx="97790" cy="79723"/>
              </a:xfrm>
              <a:custGeom>
                <a:avLst/>
                <a:gdLst>
                  <a:gd name="T0" fmla="*/ 0 w 21600"/>
                  <a:gd name="T1" fmla="*/ 54605084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4" name="Arc 68"/>
              <p:cNvSpPr>
                <a:spLocks/>
              </p:cNvSpPr>
              <p:nvPr/>
            </p:nvSpPr>
            <p:spPr bwMode="auto">
              <a:xfrm>
                <a:off x="2969260" y="4467265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5" name="Arc 69"/>
              <p:cNvSpPr>
                <a:spLocks/>
              </p:cNvSpPr>
              <p:nvPr/>
            </p:nvSpPr>
            <p:spPr bwMode="auto">
              <a:xfrm>
                <a:off x="2871470" y="4359759"/>
                <a:ext cx="97790" cy="78515"/>
              </a:xfrm>
              <a:custGeom>
                <a:avLst/>
                <a:gdLst>
                  <a:gd name="T0" fmla="*/ 185993524 w 21600"/>
                  <a:gd name="T1" fmla="*/ 49824932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6" name="Arc 70"/>
              <p:cNvSpPr>
                <a:spLocks/>
              </p:cNvSpPr>
              <p:nvPr/>
            </p:nvSpPr>
            <p:spPr bwMode="auto">
              <a:xfrm>
                <a:off x="2969260" y="4410492"/>
                <a:ext cx="97790" cy="28990"/>
              </a:xfrm>
              <a:custGeom>
                <a:avLst/>
                <a:gdLst>
                  <a:gd name="T0" fmla="*/ 185967062 w 21600"/>
                  <a:gd name="T1" fmla="*/ 0 h 21962"/>
                  <a:gd name="T2" fmla="*/ 0 w 21600"/>
                  <a:gd name="T3" fmla="*/ 116180 h 21962"/>
                  <a:gd name="T4" fmla="*/ 0 w 21600"/>
                  <a:gd name="T5" fmla="*/ 1917 h 2196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62" fill="none" extrusionOk="0">
                    <a:moveTo>
                      <a:pt x="21596" y="0"/>
                    </a:moveTo>
                    <a:cubicBezTo>
                      <a:pt x="21598" y="120"/>
                      <a:pt x="21600" y="241"/>
                      <a:pt x="21600" y="362"/>
                    </a:cubicBezTo>
                    <a:cubicBezTo>
                      <a:pt x="21600" y="12291"/>
                      <a:pt x="11929" y="21961"/>
                      <a:pt x="0" y="21962"/>
                    </a:cubicBezTo>
                  </a:path>
                  <a:path w="21600" h="21962" stroke="0" extrusionOk="0">
                    <a:moveTo>
                      <a:pt x="21596" y="0"/>
                    </a:moveTo>
                    <a:cubicBezTo>
                      <a:pt x="21598" y="120"/>
                      <a:pt x="21600" y="241"/>
                      <a:pt x="21600" y="362"/>
                    </a:cubicBezTo>
                    <a:cubicBezTo>
                      <a:pt x="21600" y="12291"/>
                      <a:pt x="11929" y="21961"/>
                      <a:pt x="0" y="21962"/>
                    </a:cubicBezTo>
                    <a:lnTo>
                      <a:pt x="0" y="362"/>
                    </a:lnTo>
                    <a:lnTo>
                      <a:pt x="21596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7" name="Arc 71"/>
              <p:cNvSpPr>
                <a:spLocks/>
              </p:cNvSpPr>
              <p:nvPr/>
            </p:nvSpPr>
            <p:spPr bwMode="auto">
              <a:xfrm>
                <a:off x="2871470" y="4381502"/>
                <a:ext cx="97790" cy="79723"/>
              </a:xfrm>
              <a:custGeom>
                <a:avLst/>
                <a:gdLst>
                  <a:gd name="T0" fmla="*/ 0 w 21600"/>
                  <a:gd name="T1" fmla="*/ 54549573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</a:path>
                  <a:path w="21600" h="21600" stroke="0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  <a:lnTo>
                      <a:pt x="21600" y="21600"/>
                    </a:lnTo>
                    <a:lnTo>
                      <a:pt x="0" y="21578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8" name="Arc 72"/>
              <p:cNvSpPr>
                <a:spLocks/>
              </p:cNvSpPr>
              <p:nvPr/>
            </p:nvSpPr>
            <p:spPr bwMode="auto">
              <a:xfrm>
                <a:off x="2969260" y="4381502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9" name="Arc 73"/>
              <p:cNvSpPr>
                <a:spLocks/>
              </p:cNvSpPr>
              <p:nvPr/>
            </p:nvSpPr>
            <p:spPr bwMode="auto">
              <a:xfrm>
                <a:off x="2871470" y="4295739"/>
                <a:ext cx="97790" cy="78515"/>
              </a:xfrm>
              <a:custGeom>
                <a:avLst/>
                <a:gdLst>
                  <a:gd name="T0" fmla="*/ 0 w 21600"/>
                  <a:gd name="T1" fmla="*/ 49824932 h 21600"/>
                  <a:gd name="T2" fmla="*/ 185993524 w 21600"/>
                  <a:gd name="T3" fmla="*/ 0 h 21600"/>
                  <a:gd name="T4" fmla="*/ 185993524 w 21600"/>
                  <a:gd name="T5" fmla="*/ 49824932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0" name="Arc 74"/>
              <p:cNvSpPr>
                <a:spLocks/>
              </p:cNvSpPr>
              <p:nvPr/>
            </p:nvSpPr>
            <p:spPr bwMode="auto">
              <a:xfrm>
                <a:off x="2871470" y="4891248"/>
                <a:ext cx="97790" cy="78515"/>
              </a:xfrm>
              <a:custGeom>
                <a:avLst/>
                <a:gdLst>
                  <a:gd name="T0" fmla="*/ 185993524 w 21600"/>
                  <a:gd name="T1" fmla="*/ 49824932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1" name="Line 75"/>
              <p:cNvSpPr>
                <a:spLocks noChangeShapeType="1"/>
              </p:cNvSpPr>
              <p:nvPr/>
            </p:nvSpPr>
            <p:spPr bwMode="auto">
              <a:xfrm flipV="1">
                <a:off x="2954020" y="4216016"/>
                <a:ext cx="1270" cy="72476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2" name="Line 76"/>
              <p:cNvSpPr>
                <a:spLocks noChangeShapeType="1"/>
              </p:cNvSpPr>
              <p:nvPr/>
            </p:nvSpPr>
            <p:spPr bwMode="auto">
              <a:xfrm flipV="1">
                <a:off x="2954020" y="4984258"/>
                <a:ext cx="1270" cy="72476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3" name="Line 77"/>
              <p:cNvSpPr>
                <a:spLocks noChangeShapeType="1"/>
              </p:cNvSpPr>
              <p:nvPr/>
            </p:nvSpPr>
            <p:spPr bwMode="auto">
              <a:xfrm>
                <a:off x="3465830" y="3972015"/>
                <a:ext cx="180340" cy="330972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4" name="Line 78"/>
              <p:cNvSpPr>
                <a:spLocks noChangeShapeType="1"/>
              </p:cNvSpPr>
              <p:nvPr/>
            </p:nvSpPr>
            <p:spPr bwMode="auto">
              <a:xfrm flipV="1">
                <a:off x="3465830" y="4790990"/>
                <a:ext cx="180340" cy="31526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5" name="Freeform 79"/>
              <p:cNvSpPr>
                <a:spLocks/>
              </p:cNvSpPr>
              <p:nvPr/>
            </p:nvSpPr>
            <p:spPr bwMode="auto">
              <a:xfrm>
                <a:off x="2908300" y="4101263"/>
                <a:ext cx="105410" cy="201724"/>
              </a:xfrm>
              <a:custGeom>
                <a:avLst/>
                <a:gdLst>
                  <a:gd name="T0" fmla="*/ 2147483646 w 83"/>
                  <a:gd name="T1" fmla="*/ 2147483646 h 167"/>
                  <a:gd name="T2" fmla="*/ 0 w 83"/>
                  <a:gd name="T3" fmla="*/ 0 h 167"/>
                  <a:gd name="T4" fmla="*/ 2147483646 w 83"/>
                  <a:gd name="T5" fmla="*/ 0 h 167"/>
                  <a:gd name="T6" fmla="*/ 2147483646 w 83"/>
                  <a:gd name="T7" fmla="*/ 0 h 167"/>
                  <a:gd name="T8" fmla="*/ 2147483646 w 83"/>
                  <a:gd name="T9" fmla="*/ 2147483646 h 16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7">
                    <a:moveTo>
                      <a:pt x="36" y="167"/>
                    </a:moveTo>
                    <a:lnTo>
                      <a:pt x="0" y="0"/>
                    </a:lnTo>
                    <a:lnTo>
                      <a:pt x="36" y="0"/>
                    </a:lnTo>
                    <a:lnTo>
                      <a:pt x="83" y="0"/>
                    </a:lnTo>
                    <a:lnTo>
                      <a:pt x="36" y="167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6" name="Line 80"/>
              <p:cNvSpPr>
                <a:spLocks noChangeShapeType="1"/>
              </p:cNvSpPr>
              <p:nvPr/>
            </p:nvSpPr>
            <p:spPr bwMode="auto">
              <a:xfrm flipV="1">
                <a:off x="2954020" y="3972015"/>
                <a:ext cx="1270" cy="12924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7" name="Line 81"/>
              <p:cNvSpPr>
                <a:spLocks noChangeShapeType="1"/>
              </p:cNvSpPr>
              <p:nvPr/>
            </p:nvSpPr>
            <p:spPr bwMode="auto">
              <a:xfrm flipV="1">
                <a:off x="2954020" y="5056734"/>
                <a:ext cx="1270" cy="7126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8" name="Freeform 82"/>
              <p:cNvSpPr>
                <a:spLocks/>
              </p:cNvSpPr>
              <p:nvPr/>
            </p:nvSpPr>
            <p:spPr bwMode="auto">
              <a:xfrm>
                <a:off x="3180080" y="3929737"/>
                <a:ext cx="210820" cy="100258"/>
              </a:xfrm>
              <a:custGeom>
                <a:avLst/>
                <a:gdLst>
                  <a:gd name="T0" fmla="*/ 2147483646 w 166"/>
                  <a:gd name="T1" fmla="*/ 2147483646 h 83"/>
                  <a:gd name="T2" fmla="*/ 0 w 166"/>
                  <a:gd name="T3" fmla="*/ 2147483646 h 83"/>
                  <a:gd name="T4" fmla="*/ 0 w 166"/>
                  <a:gd name="T5" fmla="*/ 2147483646 h 83"/>
                  <a:gd name="T6" fmla="*/ 0 w 166"/>
                  <a:gd name="T7" fmla="*/ 0 h 83"/>
                  <a:gd name="T8" fmla="*/ 2147483646 w 166"/>
                  <a:gd name="T9" fmla="*/ 2147483646 h 8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6" h="83">
                    <a:moveTo>
                      <a:pt x="166" y="35"/>
                    </a:moveTo>
                    <a:lnTo>
                      <a:pt x="0" y="83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166" y="35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9" name="Line 83"/>
              <p:cNvSpPr>
                <a:spLocks noChangeShapeType="1"/>
              </p:cNvSpPr>
              <p:nvPr/>
            </p:nvSpPr>
            <p:spPr bwMode="auto">
              <a:xfrm flipH="1">
                <a:off x="3044190" y="3972015"/>
                <a:ext cx="13589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0" name="Freeform 84"/>
              <p:cNvSpPr>
                <a:spLocks/>
              </p:cNvSpPr>
              <p:nvPr/>
            </p:nvSpPr>
            <p:spPr bwMode="auto">
              <a:xfrm>
                <a:off x="2668270" y="3929737"/>
                <a:ext cx="210820" cy="100258"/>
              </a:xfrm>
              <a:custGeom>
                <a:avLst/>
                <a:gdLst>
                  <a:gd name="T0" fmla="*/ 2147483646 w 166"/>
                  <a:gd name="T1" fmla="*/ 2147483646 h 83"/>
                  <a:gd name="T2" fmla="*/ 0 w 166"/>
                  <a:gd name="T3" fmla="*/ 2147483646 h 83"/>
                  <a:gd name="T4" fmla="*/ 0 w 166"/>
                  <a:gd name="T5" fmla="*/ 2147483646 h 83"/>
                  <a:gd name="T6" fmla="*/ 0 w 166"/>
                  <a:gd name="T7" fmla="*/ 0 h 83"/>
                  <a:gd name="T8" fmla="*/ 2147483646 w 166"/>
                  <a:gd name="T9" fmla="*/ 2147483646 h 8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6" h="83">
                    <a:moveTo>
                      <a:pt x="166" y="35"/>
                    </a:moveTo>
                    <a:lnTo>
                      <a:pt x="0" y="83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166" y="35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1" name="Line 85"/>
              <p:cNvSpPr>
                <a:spLocks noChangeShapeType="1"/>
              </p:cNvSpPr>
              <p:nvPr/>
            </p:nvSpPr>
            <p:spPr bwMode="auto">
              <a:xfrm flipH="1">
                <a:off x="2532380" y="3972015"/>
                <a:ext cx="13589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2" name="Freeform 86"/>
              <p:cNvSpPr>
                <a:spLocks/>
              </p:cNvSpPr>
              <p:nvPr/>
            </p:nvSpPr>
            <p:spPr bwMode="auto">
              <a:xfrm>
                <a:off x="5324475" y="5057338"/>
                <a:ext cx="210820" cy="100258"/>
              </a:xfrm>
              <a:custGeom>
                <a:avLst/>
                <a:gdLst>
                  <a:gd name="T0" fmla="*/ 2147483646 w 166"/>
                  <a:gd name="T1" fmla="*/ 2147483646 h 83"/>
                  <a:gd name="T2" fmla="*/ 0 w 166"/>
                  <a:gd name="T3" fmla="*/ 2147483646 h 83"/>
                  <a:gd name="T4" fmla="*/ 0 w 166"/>
                  <a:gd name="T5" fmla="*/ 2147483646 h 83"/>
                  <a:gd name="T6" fmla="*/ 0 w 166"/>
                  <a:gd name="T7" fmla="*/ 0 h 83"/>
                  <a:gd name="T8" fmla="*/ 2147483646 w 166"/>
                  <a:gd name="T9" fmla="*/ 2147483646 h 8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6" h="83">
                    <a:moveTo>
                      <a:pt x="166" y="35"/>
                    </a:moveTo>
                    <a:lnTo>
                      <a:pt x="0" y="83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166" y="35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3" name="Line 87"/>
              <p:cNvSpPr>
                <a:spLocks noChangeShapeType="1"/>
              </p:cNvSpPr>
              <p:nvPr/>
            </p:nvSpPr>
            <p:spPr bwMode="auto">
              <a:xfrm flipH="1">
                <a:off x="5256530" y="3972015"/>
                <a:ext cx="13589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4" name="Freeform 90"/>
              <p:cNvSpPr>
                <a:spLocks/>
              </p:cNvSpPr>
              <p:nvPr/>
            </p:nvSpPr>
            <p:spPr bwMode="auto">
              <a:xfrm>
                <a:off x="2396490" y="4058986"/>
                <a:ext cx="105410" cy="200516"/>
              </a:xfrm>
              <a:custGeom>
                <a:avLst/>
                <a:gdLst>
                  <a:gd name="T0" fmla="*/ 2147483646 w 83"/>
                  <a:gd name="T1" fmla="*/ 0 h 166"/>
                  <a:gd name="T2" fmla="*/ 2147483646 w 83"/>
                  <a:gd name="T3" fmla="*/ 2147483646 h 166"/>
                  <a:gd name="T4" fmla="*/ 2147483646 w 83"/>
                  <a:gd name="T5" fmla="*/ 2147483646 h 166"/>
                  <a:gd name="T6" fmla="*/ 0 w 83"/>
                  <a:gd name="T7" fmla="*/ 2147483646 h 166"/>
                  <a:gd name="T8" fmla="*/ 2147483646 w 83"/>
                  <a:gd name="T9" fmla="*/ 0 h 16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6">
                    <a:moveTo>
                      <a:pt x="36" y="0"/>
                    </a:moveTo>
                    <a:lnTo>
                      <a:pt x="83" y="166"/>
                    </a:lnTo>
                    <a:lnTo>
                      <a:pt x="36" y="166"/>
                    </a:lnTo>
                    <a:lnTo>
                      <a:pt x="0" y="16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5" name="Line 91"/>
              <p:cNvSpPr>
                <a:spLocks noChangeShapeType="1"/>
              </p:cNvSpPr>
              <p:nvPr/>
            </p:nvSpPr>
            <p:spPr bwMode="auto">
              <a:xfrm>
                <a:off x="2442210" y="4259501"/>
                <a:ext cx="1270" cy="77548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6" name="Rectangle 92"/>
              <p:cNvSpPr>
                <a:spLocks noChangeArrowheads="1"/>
              </p:cNvSpPr>
              <p:nvPr/>
            </p:nvSpPr>
            <p:spPr bwMode="auto">
              <a:xfrm>
                <a:off x="4173220" y="3813776"/>
                <a:ext cx="244719" cy="37045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m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7" name="Rectangle 93"/>
              <p:cNvSpPr>
                <a:spLocks noChangeArrowheads="1"/>
              </p:cNvSpPr>
              <p:nvPr/>
            </p:nvSpPr>
            <p:spPr bwMode="auto">
              <a:xfrm>
                <a:off x="2112010" y="4389958"/>
                <a:ext cx="146832" cy="37045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8" name="Rectangle 94"/>
              <p:cNvSpPr>
                <a:spLocks noChangeArrowheads="1"/>
              </p:cNvSpPr>
              <p:nvPr/>
            </p:nvSpPr>
            <p:spPr bwMode="auto">
              <a:xfrm>
                <a:off x="2216150" y="4503503"/>
                <a:ext cx="106045" cy="2675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9" name="Rectangle 95"/>
              <p:cNvSpPr>
                <a:spLocks noChangeArrowheads="1"/>
              </p:cNvSpPr>
              <p:nvPr/>
            </p:nvSpPr>
            <p:spPr bwMode="auto">
              <a:xfrm>
                <a:off x="5364110" y="4389958"/>
                <a:ext cx="146832" cy="37045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0" name="Rectangle 96"/>
              <p:cNvSpPr>
                <a:spLocks noChangeArrowheads="1"/>
              </p:cNvSpPr>
              <p:nvPr/>
            </p:nvSpPr>
            <p:spPr bwMode="auto">
              <a:xfrm>
                <a:off x="5469520" y="4503503"/>
                <a:ext cx="106045" cy="2675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2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1" name="Rectangle 97"/>
              <p:cNvSpPr>
                <a:spLocks noChangeArrowheads="1"/>
              </p:cNvSpPr>
              <p:nvPr/>
            </p:nvSpPr>
            <p:spPr bwMode="auto">
              <a:xfrm>
                <a:off x="5287010" y="5161417"/>
                <a:ext cx="81573" cy="37045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2" name="Rectangle 98"/>
              <p:cNvSpPr>
                <a:spLocks noChangeArrowheads="1"/>
              </p:cNvSpPr>
              <p:nvPr/>
            </p:nvSpPr>
            <p:spPr bwMode="auto">
              <a:xfrm>
                <a:off x="5363210" y="5247180"/>
                <a:ext cx="106045" cy="2675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2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3" name="Rectangle 99"/>
              <p:cNvSpPr>
                <a:spLocks noChangeArrowheads="1"/>
              </p:cNvSpPr>
              <p:nvPr/>
            </p:nvSpPr>
            <p:spPr bwMode="auto">
              <a:xfrm>
                <a:off x="2546350" y="3672449"/>
                <a:ext cx="81573" cy="37045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4" name="Rectangle 100"/>
              <p:cNvSpPr>
                <a:spLocks noChangeArrowheads="1"/>
              </p:cNvSpPr>
              <p:nvPr/>
            </p:nvSpPr>
            <p:spPr bwMode="auto">
              <a:xfrm>
                <a:off x="2622549" y="3758212"/>
                <a:ext cx="106045" cy="2675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5" name="Rectangle 101"/>
              <p:cNvSpPr>
                <a:spLocks noChangeArrowheads="1"/>
              </p:cNvSpPr>
              <p:nvPr/>
            </p:nvSpPr>
            <p:spPr bwMode="auto">
              <a:xfrm>
                <a:off x="3211830" y="3672449"/>
                <a:ext cx="134596" cy="37045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i'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6" name="Rectangle 102"/>
              <p:cNvSpPr>
                <a:spLocks noChangeArrowheads="1"/>
              </p:cNvSpPr>
              <p:nvPr/>
            </p:nvSpPr>
            <p:spPr bwMode="auto">
              <a:xfrm>
                <a:off x="3315970" y="3758212"/>
                <a:ext cx="106045" cy="2675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7" name="Rectangle 103"/>
              <p:cNvSpPr>
                <a:spLocks noChangeArrowheads="1"/>
              </p:cNvSpPr>
              <p:nvPr/>
            </p:nvSpPr>
            <p:spPr bwMode="auto">
              <a:xfrm>
                <a:off x="3059430" y="4086768"/>
                <a:ext cx="81573" cy="37045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8" name="Rectangle 104"/>
              <p:cNvSpPr>
                <a:spLocks noChangeArrowheads="1"/>
              </p:cNvSpPr>
              <p:nvPr/>
            </p:nvSpPr>
            <p:spPr bwMode="auto">
              <a:xfrm>
                <a:off x="3103880" y="4160451"/>
                <a:ext cx="212090" cy="2675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10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9" name="Oval 105"/>
              <p:cNvSpPr>
                <a:spLocks noChangeArrowheads="1"/>
              </p:cNvSpPr>
              <p:nvPr/>
            </p:nvSpPr>
            <p:spPr bwMode="auto">
              <a:xfrm>
                <a:off x="3442970" y="4266749"/>
                <a:ext cx="74930" cy="85763"/>
              </a:xfrm>
              <a:prstGeom prst="ellipse">
                <a:avLst/>
              </a:prstGeom>
              <a:solidFill>
                <a:srgbClr val="000000"/>
              </a:solidFill>
              <a:ln w="2857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20" name="Oval 106"/>
              <p:cNvSpPr>
                <a:spLocks noChangeArrowheads="1"/>
              </p:cNvSpPr>
              <p:nvPr/>
            </p:nvSpPr>
            <p:spPr bwMode="auto">
              <a:xfrm>
                <a:off x="4888230" y="4801861"/>
                <a:ext cx="90170" cy="85763"/>
              </a:xfrm>
              <a:prstGeom prst="ellipse">
                <a:avLst/>
              </a:prstGeom>
              <a:solidFill>
                <a:srgbClr val="000000"/>
              </a:solidFill>
              <a:ln w="2857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21" name="Rectangle 107"/>
              <p:cNvSpPr>
                <a:spLocks noChangeArrowheads="1"/>
              </p:cNvSpPr>
              <p:nvPr/>
            </p:nvSpPr>
            <p:spPr bwMode="auto">
              <a:xfrm>
                <a:off x="3163570" y="4475721"/>
                <a:ext cx="195775" cy="37045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L</a:t>
                </a: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cxnSp>
            <p:nvCxnSpPr>
              <p:cNvPr id="222" name="Connecteur droit avec flèche 221"/>
              <p:cNvCxnSpPr/>
              <p:nvPr/>
            </p:nvCxnSpPr>
            <p:spPr>
              <a:xfrm>
                <a:off x="5255151" y="4160766"/>
                <a:ext cx="0" cy="79404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223" name="Obje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13501831"/>
              </p:ext>
            </p:extLst>
          </p:nvPr>
        </p:nvGraphicFramePr>
        <p:xfrm>
          <a:off x="5026025" y="5892800"/>
          <a:ext cx="3346450" cy="525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4" name="Équation" r:id="rId3" imgW="1777680" imgH="279360" progId="Equation.3">
                  <p:embed/>
                </p:oleObj>
              </mc:Choice>
              <mc:Fallback>
                <p:oleObj name="Équation" r:id="rId3" imgW="1777680" imgH="279360" progId="Equation.3">
                  <p:embed/>
                  <p:pic>
                    <p:nvPicPr>
                      <p:cNvPr id="18444" name="Obje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6025" y="5892800"/>
                        <a:ext cx="3346450" cy="5254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4" name="ZoneTexte 223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8341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2891342" y="1714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" name="Rectangle 3"/>
          <p:cNvSpPr>
            <a:spLocks noChangeArrowheads="1"/>
          </p:cNvSpPr>
          <p:nvPr/>
        </p:nvSpPr>
        <p:spPr bwMode="auto">
          <a:xfrm>
            <a:off x="2891342" y="34242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AutoShape 4"/>
          <p:cNvSpPr>
            <a:spLocks noChangeAspect="1" noChangeArrowheads="1" noTextEdit="1"/>
          </p:cNvSpPr>
          <p:nvPr/>
        </p:nvSpPr>
        <p:spPr bwMode="auto">
          <a:xfrm>
            <a:off x="2915155" y="307975"/>
            <a:ext cx="4162425" cy="616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3" name="Group 5"/>
          <p:cNvGrpSpPr>
            <a:grpSpLocks/>
          </p:cNvGrpSpPr>
          <p:nvPr/>
        </p:nvGrpSpPr>
        <p:grpSpPr bwMode="auto">
          <a:xfrm>
            <a:off x="3250117" y="387350"/>
            <a:ext cx="76200" cy="1219200"/>
            <a:chOff x="226" y="136"/>
            <a:chExt cx="48" cy="768"/>
          </a:xfrm>
        </p:grpSpPr>
        <p:sp>
          <p:nvSpPr>
            <p:cNvPr id="14" name="Freeform 6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7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3224717" y="1492250"/>
            <a:ext cx="3883025" cy="76200"/>
            <a:chOff x="210" y="832"/>
            <a:chExt cx="2446" cy="48"/>
          </a:xfrm>
        </p:grpSpPr>
        <p:sp>
          <p:nvSpPr>
            <p:cNvPr id="17" name="Freeform 9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0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9" name="Line 11"/>
          <p:cNvSpPr>
            <a:spLocks noChangeShapeType="1"/>
          </p:cNvSpPr>
          <p:nvPr/>
        </p:nvSpPr>
        <p:spPr bwMode="auto">
          <a:xfrm flipV="1">
            <a:off x="3288217" y="819150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2"/>
          <p:cNvSpPr>
            <a:spLocks noChangeShapeType="1"/>
          </p:cNvSpPr>
          <p:nvPr/>
        </p:nvSpPr>
        <p:spPr bwMode="auto">
          <a:xfrm>
            <a:off x="4010530" y="819150"/>
            <a:ext cx="1435100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3"/>
          <p:cNvSpPr>
            <a:spLocks noChangeShapeType="1"/>
          </p:cNvSpPr>
          <p:nvPr/>
        </p:nvSpPr>
        <p:spPr bwMode="auto">
          <a:xfrm flipV="1">
            <a:off x="5445630" y="819150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Rectangle 14"/>
          <p:cNvSpPr>
            <a:spLocks noChangeArrowheads="1"/>
          </p:cNvSpPr>
          <p:nvPr/>
        </p:nvSpPr>
        <p:spPr bwMode="auto">
          <a:xfrm>
            <a:off x="3059617" y="2984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5"/>
          <p:cNvSpPr>
            <a:spLocks noChangeArrowheads="1"/>
          </p:cNvSpPr>
          <p:nvPr/>
        </p:nvSpPr>
        <p:spPr bwMode="auto">
          <a:xfrm>
            <a:off x="3097717" y="387350"/>
            <a:ext cx="11430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6"/>
          <p:cNvSpPr>
            <a:spLocks noChangeArrowheads="1"/>
          </p:cNvSpPr>
          <p:nvPr/>
        </p:nvSpPr>
        <p:spPr bwMode="auto">
          <a:xfrm>
            <a:off x="3897817" y="159385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17"/>
          <p:cNvSpPr>
            <a:spLocks noChangeArrowheads="1"/>
          </p:cNvSpPr>
          <p:nvPr/>
        </p:nvSpPr>
        <p:spPr bwMode="auto">
          <a:xfrm>
            <a:off x="5344030" y="153035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18"/>
          <p:cNvSpPr>
            <a:spLocks noChangeArrowheads="1"/>
          </p:cNvSpPr>
          <p:nvPr/>
        </p:nvSpPr>
        <p:spPr bwMode="auto">
          <a:xfrm>
            <a:off x="3758117" y="1581150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7" name="Group 19"/>
          <p:cNvGrpSpPr>
            <a:grpSpLocks/>
          </p:cNvGrpSpPr>
          <p:nvPr/>
        </p:nvGrpSpPr>
        <p:grpSpPr bwMode="auto">
          <a:xfrm>
            <a:off x="4010530" y="666750"/>
            <a:ext cx="1587" cy="5756275"/>
            <a:chOff x="705" y="312"/>
            <a:chExt cx="1" cy="3626"/>
          </a:xfrm>
        </p:grpSpPr>
        <p:sp>
          <p:nvSpPr>
            <p:cNvPr id="28" name="Line 20"/>
            <p:cNvSpPr>
              <a:spLocks noChangeShapeType="1"/>
            </p:cNvSpPr>
            <p:nvPr/>
          </p:nvSpPr>
          <p:spPr bwMode="auto">
            <a:xfrm>
              <a:off x="705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1"/>
            <p:cNvSpPr>
              <a:spLocks noChangeShapeType="1"/>
            </p:cNvSpPr>
            <p:nvPr/>
          </p:nvSpPr>
          <p:spPr bwMode="auto">
            <a:xfrm>
              <a:off x="705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2"/>
            <p:cNvSpPr>
              <a:spLocks noChangeShapeType="1"/>
            </p:cNvSpPr>
            <p:nvPr/>
          </p:nvSpPr>
          <p:spPr bwMode="auto">
            <a:xfrm>
              <a:off x="705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3"/>
            <p:cNvSpPr>
              <a:spLocks noChangeShapeType="1"/>
            </p:cNvSpPr>
            <p:nvPr/>
          </p:nvSpPr>
          <p:spPr bwMode="auto">
            <a:xfrm>
              <a:off x="705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4"/>
            <p:cNvSpPr>
              <a:spLocks noChangeShapeType="1"/>
            </p:cNvSpPr>
            <p:nvPr/>
          </p:nvSpPr>
          <p:spPr bwMode="auto">
            <a:xfrm>
              <a:off x="705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5"/>
            <p:cNvSpPr>
              <a:spLocks noChangeShapeType="1"/>
            </p:cNvSpPr>
            <p:nvPr/>
          </p:nvSpPr>
          <p:spPr bwMode="auto">
            <a:xfrm>
              <a:off x="705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6"/>
            <p:cNvSpPr>
              <a:spLocks noChangeShapeType="1"/>
            </p:cNvSpPr>
            <p:nvPr/>
          </p:nvSpPr>
          <p:spPr bwMode="auto">
            <a:xfrm>
              <a:off x="705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7"/>
            <p:cNvSpPr>
              <a:spLocks noChangeShapeType="1"/>
            </p:cNvSpPr>
            <p:nvPr/>
          </p:nvSpPr>
          <p:spPr bwMode="auto">
            <a:xfrm>
              <a:off x="705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8"/>
            <p:cNvSpPr>
              <a:spLocks noChangeShapeType="1"/>
            </p:cNvSpPr>
            <p:nvPr/>
          </p:nvSpPr>
          <p:spPr bwMode="auto">
            <a:xfrm>
              <a:off x="705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29"/>
            <p:cNvSpPr>
              <a:spLocks noChangeShapeType="1"/>
            </p:cNvSpPr>
            <p:nvPr/>
          </p:nvSpPr>
          <p:spPr bwMode="auto">
            <a:xfrm>
              <a:off x="705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0"/>
            <p:cNvSpPr>
              <a:spLocks noChangeShapeType="1"/>
            </p:cNvSpPr>
            <p:nvPr/>
          </p:nvSpPr>
          <p:spPr bwMode="auto">
            <a:xfrm>
              <a:off x="705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1"/>
            <p:cNvSpPr>
              <a:spLocks noChangeShapeType="1"/>
            </p:cNvSpPr>
            <p:nvPr/>
          </p:nvSpPr>
          <p:spPr bwMode="auto">
            <a:xfrm>
              <a:off x="705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2"/>
            <p:cNvSpPr>
              <a:spLocks noChangeShapeType="1"/>
            </p:cNvSpPr>
            <p:nvPr/>
          </p:nvSpPr>
          <p:spPr bwMode="auto">
            <a:xfrm>
              <a:off x="705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3"/>
            <p:cNvSpPr>
              <a:spLocks noChangeShapeType="1"/>
            </p:cNvSpPr>
            <p:nvPr/>
          </p:nvSpPr>
          <p:spPr bwMode="auto">
            <a:xfrm>
              <a:off x="705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4"/>
            <p:cNvSpPr>
              <a:spLocks noChangeShapeType="1"/>
            </p:cNvSpPr>
            <p:nvPr/>
          </p:nvSpPr>
          <p:spPr bwMode="auto">
            <a:xfrm>
              <a:off x="705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5"/>
            <p:cNvSpPr>
              <a:spLocks noChangeShapeType="1"/>
            </p:cNvSpPr>
            <p:nvPr/>
          </p:nvSpPr>
          <p:spPr bwMode="auto">
            <a:xfrm>
              <a:off x="705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6"/>
            <p:cNvSpPr>
              <a:spLocks noChangeShapeType="1"/>
            </p:cNvSpPr>
            <p:nvPr/>
          </p:nvSpPr>
          <p:spPr bwMode="auto">
            <a:xfrm>
              <a:off x="705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37"/>
            <p:cNvSpPr>
              <a:spLocks noChangeShapeType="1"/>
            </p:cNvSpPr>
            <p:nvPr/>
          </p:nvSpPr>
          <p:spPr bwMode="auto">
            <a:xfrm>
              <a:off x="705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8"/>
            <p:cNvSpPr>
              <a:spLocks noChangeShapeType="1"/>
            </p:cNvSpPr>
            <p:nvPr/>
          </p:nvSpPr>
          <p:spPr bwMode="auto">
            <a:xfrm>
              <a:off x="705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39"/>
            <p:cNvSpPr>
              <a:spLocks noChangeShapeType="1"/>
            </p:cNvSpPr>
            <p:nvPr/>
          </p:nvSpPr>
          <p:spPr bwMode="auto">
            <a:xfrm>
              <a:off x="705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0"/>
            <p:cNvSpPr>
              <a:spLocks noChangeShapeType="1"/>
            </p:cNvSpPr>
            <p:nvPr/>
          </p:nvSpPr>
          <p:spPr bwMode="auto">
            <a:xfrm>
              <a:off x="705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1"/>
            <p:cNvSpPr>
              <a:spLocks noChangeShapeType="1"/>
            </p:cNvSpPr>
            <p:nvPr/>
          </p:nvSpPr>
          <p:spPr bwMode="auto">
            <a:xfrm>
              <a:off x="705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2"/>
            <p:cNvSpPr>
              <a:spLocks noChangeShapeType="1"/>
            </p:cNvSpPr>
            <p:nvPr/>
          </p:nvSpPr>
          <p:spPr bwMode="auto">
            <a:xfrm>
              <a:off x="705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3"/>
            <p:cNvSpPr>
              <a:spLocks noChangeShapeType="1"/>
            </p:cNvSpPr>
            <p:nvPr/>
          </p:nvSpPr>
          <p:spPr bwMode="auto">
            <a:xfrm>
              <a:off x="705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4"/>
            <p:cNvSpPr>
              <a:spLocks noChangeShapeType="1"/>
            </p:cNvSpPr>
            <p:nvPr/>
          </p:nvSpPr>
          <p:spPr bwMode="auto">
            <a:xfrm>
              <a:off x="705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5"/>
            <p:cNvSpPr>
              <a:spLocks noChangeShapeType="1"/>
            </p:cNvSpPr>
            <p:nvPr/>
          </p:nvSpPr>
          <p:spPr bwMode="auto">
            <a:xfrm>
              <a:off x="705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6"/>
            <p:cNvSpPr>
              <a:spLocks noChangeShapeType="1"/>
            </p:cNvSpPr>
            <p:nvPr/>
          </p:nvSpPr>
          <p:spPr bwMode="auto">
            <a:xfrm>
              <a:off x="705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47"/>
            <p:cNvSpPr>
              <a:spLocks noChangeShapeType="1"/>
            </p:cNvSpPr>
            <p:nvPr/>
          </p:nvSpPr>
          <p:spPr bwMode="auto">
            <a:xfrm>
              <a:off x="705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48"/>
            <p:cNvSpPr>
              <a:spLocks noChangeShapeType="1"/>
            </p:cNvSpPr>
            <p:nvPr/>
          </p:nvSpPr>
          <p:spPr bwMode="auto">
            <a:xfrm>
              <a:off x="705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49"/>
            <p:cNvSpPr>
              <a:spLocks noChangeShapeType="1"/>
            </p:cNvSpPr>
            <p:nvPr/>
          </p:nvSpPr>
          <p:spPr bwMode="auto">
            <a:xfrm>
              <a:off x="705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0"/>
            <p:cNvSpPr>
              <a:spLocks noChangeShapeType="1"/>
            </p:cNvSpPr>
            <p:nvPr/>
          </p:nvSpPr>
          <p:spPr bwMode="auto">
            <a:xfrm>
              <a:off x="705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1"/>
            <p:cNvSpPr>
              <a:spLocks noChangeShapeType="1"/>
            </p:cNvSpPr>
            <p:nvPr/>
          </p:nvSpPr>
          <p:spPr bwMode="auto">
            <a:xfrm>
              <a:off x="705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2"/>
            <p:cNvSpPr>
              <a:spLocks noChangeShapeType="1"/>
            </p:cNvSpPr>
            <p:nvPr/>
          </p:nvSpPr>
          <p:spPr bwMode="auto">
            <a:xfrm>
              <a:off x="705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3"/>
            <p:cNvSpPr>
              <a:spLocks noChangeShapeType="1"/>
            </p:cNvSpPr>
            <p:nvPr/>
          </p:nvSpPr>
          <p:spPr bwMode="auto">
            <a:xfrm>
              <a:off x="705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4"/>
            <p:cNvSpPr>
              <a:spLocks noChangeShapeType="1"/>
            </p:cNvSpPr>
            <p:nvPr/>
          </p:nvSpPr>
          <p:spPr bwMode="auto">
            <a:xfrm>
              <a:off x="705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5"/>
            <p:cNvSpPr>
              <a:spLocks noChangeShapeType="1"/>
            </p:cNvSpPr>
            <p:nvPr/>
          </p:nvSpPr>
          <p:spPr bwMode="auto">
            <a:xfrm>
              <a:off x="705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6"/>
            <p:cNvSpPr>
              <a:spLocks noChangeShapeType="1"/>
            </p:cNvSpPr>
            <p:nvPr/>
          </p:nvSpPr>
          <p:spPr bwMode="auto">
            <a:xfrm>
              <a:off x="705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57"/>
            <p:cNvSpPr>
              <a:spLocks noChangeShapeType="1"/>
            </p:cNvSpPr>
            <p:nvPr/>
          </p:nvSpPr>
          <p:spPr bwMode="auto">
            <a:xfrm>
              <a:off x="705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58"/>
            <p:cNvSpPr>
              <a:spLocks noChangeShapeType="1"/>
            </p:cNvSpPr>
            <p:nvPr/>
          </p:nvSpPr>
          <p:spPr bwMode="auto">
            <a:xfrm>
              <a:off x="705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59"/>
            <p:cNvSpPr>
              <a:spLocks noChangeShapeType="1"/>
            </p:cNvSpPr>
            <p:nvPr/>
          </p:nvSpPr>
          <p:spPr bwMode="auto">
            <a:xfrm>
              <a:off x="705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0"/>
            <p:cNvSpPr>
              <a:spLocks noChangeShapeType="1"/>
            </p:cNvSpPr>
            <p:nvPr/>
          </p:nvSpPr>
          <p:spPr bwMode="auto">
            <a:xfrm>
              <a:off x="705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1"/>
            <p:cNvSpPr>
              <a:spLocks noChangeShapeType="1"/>
            </p:cNvSpPr>
            <p:nvPr/>
          </p:nvSpPr>
          <p:spPr bwMode="auto">
            <a:xfrm>
              <a:off x="705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2"/>
            <p:cNvSpPr>
              <a:spLocks noChangeShapeType="1"/>
            </p:cNvSpPr>
            <p:nvPr/>
          </p:nvSpPr>
          <p:spPr bwMode="auto">
            <a:xfrm>
              <a:off x="705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3"/>
            <p:cNvSpPr>
              <a:spLocks noChangeShapeType="1"/>
            </p:cNvSpPr>
            <p:nvPr/>
          </p:nvSpPr>
          <p:spPr bwMode="auto">
            <a:xfrm>
              <a:off x="705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4"/>
            <p:cNvSpPr>
              <a:spLocks noChangeShapeType="1"/>
            </p:cNvSpPr>
            <p:nvPr/>
          </p:nvSpPr>
          <p:spPr bwMode="auto">
            <a:xfrm>
              <a:off x="705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5"/>
            <p:cNvSpPr>
              <a:spLocks noChangeShapeType="1"/>
            </p:cNvSpPr>
            <p:nvPr/>
          </p:nvSpPr>
          <p:spPr bwMode="auto">
            <a:xfrm>
              <a:off x="705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6"/>
            <p:cNvSpPr>
              <a:spLocks noChangeShapeType="1"/>
            </p:cNvSpPr>
            <p:nvPr/>
          </p:nvSpPr>
          <p:spPr bwMode="auto">
            <a:xfrm>
              <a:off x="705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67"/>
            <p:cNvSpPr>
              <a:spLocks noChangeShapeType="1"/>
            </p:cNvSpPr>
            <p:nvPr/>
          </p:nvSpPr>
          <p:spPr bwMode="auto">
            <a:xfrm>
              <a:off x="705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68"/>
            <p:cNvSpPr>
              <a:spLocks noChangeShapeType="1"/>
            </p:cNvSpPr>
            <p:nvPr/>
          </p:nvSpPr>
          <p:spPr bwMode="auto">
            <a:xfrm>
              <a:off x="705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69"/>
            <p:cNvSpPr>
              <a:spLocks noChangeShapeType="1"/>
            </p:cNvSpPr>
            <p:nvPr/>
          </p:nvSpPr>
          <p:spPr bwMode="auto">
            <a:xfrm>
              <a:off x="705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0"/>
            <p:cNvSpPr>
              <a:spLocks noChangeShapeType="1"/>
            </p:cNvSpPr>
            <p:nvPr/>
          </p:nvSpPr>
          <p:spPr bwMode="auto">
            <a:xfrm>
              <a:off x="705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79" name="Group 71"/>
          <p:cNvGrpSpPr>
            <a:grpSpLocks/>
          </p:cNvGrpSpPr>
          <p:nvPr/>
        </p:nvGrpSpPr>
        <p:grpSpPr bwMode="auto">
          <a:xfrm>
            <a:off x="5445630" y="666750"/>
            <a:ext cx="1587" cy="5756275"/>
            <a:chOff x="1609" y="312"/>
            <a:chExt cx="1" cy="3626"/>
          </a:xfrm>
        </p:grpSpPr>
        <p:sp>
          <p:nvSpPr>
            <p:cNvPr id="80" name="Line 72"/>
            <p:cNvSpPr>
              <a:spLocks noChangeShapeType="1"/>
            </p:cNvSpPr>
            <p:nvPr/>
          </p:nvSpPr>
          <p:spPr bwMode="auto">
            <a:xfrm>
              <a:off x="1609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3"/>
            <p:cNvSpPr>
              <a:spLocks noChangeShapeType="1"/>
            </p:cNvSpPr>
            <p:nvPr/>
          </p:nvSpPr>
          <p:spPr bwMode="auto">
            <a:xfrm>
              <a:off x="1609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4"/>
            <p:cNvSpPr>
              <a:spLocks noChangeShapeType="1"/>
            </p:cNvSpPr>
            <p:nvPr/>
          </p:nvSpPr>
          <p:spPr bwMode="auto">
            <a:xfrm>
              <a:off x="1609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5"/>
            <p:cNvSpPr>
              <a:spLocks noChangeShapeType="1"/>
            </p:cNvSpPr>
            <p:nvPr/>
          </p:nvSpPr>
          <p:spPr bwMode="auto">
            <a:xfrm>
              <a:off x="1609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6"/>
            <p:cNvSpPr>
              <a:spLocks noChangeShapeType="1"/>
            </p:cNvSpPr>
            <p:nvPr/>
          </p:nvSpPr>
          <p:spPr bwMode="auto">
            <a:xfrm>
              <a:off x="1609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77"/>
            <p:cNvSpPr>
              <a:spLocks noChangeShapeType="1"/>
            </p:cNvSpPr>
            <p:nvPr/>
          </p:nvSpPr>
          <p:spPr bwMode="auto">
            <a:xfrm>
              <a:off x="1609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78"/>
            <p:cNvSpPr>
              <a:spLocks noChangeShapeType="1"/>
            </p:cNvSpPr>
            <p:nvPr/>
          </p:nvSpPr>
          <p:spPr bwMode="auto">
            <a:xfrm>
              <a:off x="1609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79"/>
            <p:cNvSpPr>
              <a:spLocks noChangeShapeType="1"/>
            </p:cNvSpPr>
            <p:nvPr/>
          </p:nvSpPr>
          <p:spPr bwMode="auto">
            <a:xfrm>
              <a:off x="1609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0"/>
            <p:cNvSpPr>
              <a:spLocks noChangeShapeType="1"/>
            </p:cNvSpPr>
            <p:nvPr/>
          </p:nvSpPr>
          <p:spPr bwMode="auto">
            <a:xfrm>
              <a:off x="1609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1"/>
            <p:cNvSpPr>
              <a:spLocks noChangeShapeType="1"/>
            </p:cNvSpPr>
            <p:nvPr/>
          </p:nvSpPr>
          <p:spPr bwMode="auto">
            <a:xfrm>
              <a:off x="1609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2"/>
            <p:cNvSpPr>
              <a:spLocks noChangeShapeType="1"/>
            </p:cNvSpPr>
            <p:nvPr/>
          </p:nvSpPr>
          <p:spPr bwMode="auto">
            <a:xfrm>
              <a:off x="1609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3"/>
            <p:cNvSpPr>
              <a:spLocks noChangeShapeType="1"/>
            </p:cNvSpPr>
            <p:nvPr/>
          </p:nvSpPr>
          <p:spPr bwMode="auto">
            <a:xfrm>
              <a:off x="1609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4"/>
            <p:cNvSpPr>
              <a:spLocks noChangeShapeType="1"/>
            </p:cNvSpPr>
            <p:nvPr/>
          </p:nvSpPr>
          <p:spPr bwMode="auto">
            <a:xfrm>
              <a:off x="1609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5"/>
            <p:cNvSpPr>
              <a:spLocks noChangeShapeType="1"/>
            </p:cNvSpPr>
            <p:nvPr/>
          </p:nvSpPr>
          <p:spPr bwMode="auto">
            <a:xfrm>
              <a:off x="1609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6"/>
            <p:cNvSpPr>
              <a:spLocks noChangeShapeType="1"/>
            </p:cNvSpPr>
            <p:nvPr/>
          </p:nvSpPr>
          <p:spPr bwMode="auto">
            <a:xfrm>
              <a:off x="1609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7"/>
            <p:cNvSpPr>
              <a:spLocks noChangeShapeType="1"/>
            </p:cNvSpPr>
            <p:nvPr/>
          </p:nvSpPr>
          <p:spPr bwMode="auto">
            <a:xfrm>
              <a:off x="1609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88"/>
            <p:cNvSpPr>
              <a:spLocks noChangeShapeType="1"/>
            </p:cNvSpPr>
            <p:nvPr/>
          </p:nvSpPr>
          <p:spPr bwMode="auto">
            <a:xfrm>
              <a:off x="1609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89"/>
            <p:cNvSpPr>
              <a:spLocks noChangeShapeType="1"/>
            </p:cNvSpPr>
            <p:nvPr/>
          </p:nvSpPr>
          <p:spPr bwMode="auto">
            <a:xfrm>
              <a:off x="1609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0"/>
            <p:cNvSpPr>
              <a:spLocks noChangeShapeType="1"/>
            </p:cNvSpPr>
            <p:nvPr/>
          </p:nvSpPr>
          <p:spPr bwMode="auto">
            <a:xfrm>
              <a:off x="1609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1"/>
            <p:cNvSpPr>
              <a:spLocks noChangeShapeType="1"/>
            </p:cNvSpPr>
            <p:nvPr/>
          </p:nvSpPr>
          <p:spPr bwMode="auto">
            <a:xfrm>
              <a:off x="1609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2"/>
            <p:cNvSpPr>
              <a:spLocks noChangeShapeType="1"/>
            </p:cNvSpPr>
            <p:nvPr/>
          </p:nvSpPr>
          <p:spPr bwMode="auto">
            <a:xfrm>
              <a:off x="1609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3"/>
            <p:cNvSpPr>
              <a:spLocks noChangeShapeType="1"/>
            </p:cNvSpPr>
            <p:nvPr/>
          </p:nvSpPr>
          <p:spPr bwMode="auto">
            <a:xfrm>
              <a:off x="1609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4"/>
            <p:cNvSpPr>
              <a:spLocks noChangeShapeType="1"/>
            </p:cNvSpPr>
            <p:nvPr/>
          </p:nvSpPr>
          <p:spPr bwMode="auto">
            <a:xfrm>
              <a:off x="1609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5"/>
            <p:cNvSpPr>
              <a:spLocks noChangeShapeType="1"/>
            </p:cNvSpPr>
            <p:nvPr/>
          </p:nvSpPr>
          <p:spPr bwMode="auto">
            <a:xfrm>
              <a:off x="1609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6"/>
            <p:cNvSpPr>
              <a:spLocks noChangeShapeType="1"/>
            </p:cNvSpPr>
            <p:nvPr/>
          </p:nvSpPr>
          <p:spPr bwMode="auto">
            <a:xfrm>
              <a:off x="1609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97"/>
            <p:cNvSpPr>
              <a:spLocks noChangeShapeType="1"/>
            </p:cNvSpPr>
            <p:nvPr/>
          </p:nvSpPr>
          <p:spPr bwMode="auto">
            <a:xfrm>
              <a:off x="1609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98"/>
            <p:cNvSpPr>
              <a:spLocks noChangeShapeType="1"/>
            </p:cNvSpPr>
            <p:nvPr/>
          </p:nvSpPr>
          <p:spPr bwMode="auto">
            <a:xfrm>
              <a:off x="1609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99"/>
            <p:cNvSpPr>
              <a:spLocks noChangeShapeType="1"/>
            </p:cNvSpPr>
            <p:nvPr/>
          </p:nvSpPr>
          <p:spPr bwMode="auto">
            <a:xfrm>
              <a:off x="1609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0"/>
            <p:cNvSpPr>
              <a:spLocks noChangeShapeType="1"/>
            </p:cNvSpPr>
            <p:nvPr/>
          </p:nvSpPr>
          <p:spPr bwMode="auto">
            <a:xfrm>
              <a:off x="1609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1"/>
            <p:cNvSpPr>
              <a:spLocks noChangeShapeType="1"/>
            </p:cNvSpPr>
            <p:nvPr/>
          </p:nvSpPr>
          <p:spPr bwMode="auto">
            <a:xfrm>
              <a:off x="1609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2"/>
            <p:cNvSpPr>
              <a:spLocks noChangeShapeType="1"/>
            </p:cNvSpPr>
            <p:nvPr/>
          </p:nvSpPr>
          <p:spPr bwMode="auto">
            <a:xfrm>
              <a:off x="1609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3"/>
            <p:cNvSpPr>
              <a:spLocks noChangeShapeType="1"/>
            </p:cNvSpPr>
            <p:nvPr/>
          </p:nvSpPr>
          <p:spPr bwMode="auto">
            <a:xfrm>
              <a:off x="1609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4"/>
            <p:cNvSpPr>
              <a:spLocks noChangeShapeType="1"/>
            </p:cNvSpPr>
            <p:nvPr/>
          </p:nvSpPr>
          <p:spPr bwMode="auto">
            <a:xfrm>
              <a:off x="1609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5"/>
            <p:cNvSpPr>
              <a:spLocks noChangeShapeType="1"/>
            </p:cNvSpPr>
            <p:nvPr/>
          </p:nvSpPr>
          <p:spPr bwMode="auto">
            <a:xfrm>
              <a:off x="1609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6"/>
            <p:cNvSpPr>
              <a:spLocks noChangeShapeType="1"/>
            </p:cNvSpPr>
            <p:nvPr/>
          </p:nvSpPr>
          <p:spPr bwMode="auto">
            <a:xfrm>
              <a:off x="1609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07"/>
            <p:cNvSpPr>
              <a:spLocks noChangeShapeType="1"/>
            </p:cNvSpPr>
            <p:nvPr/>
          </p:nvSpPr>
          <p:spPr bwMode="auto">
            <a:xfrm>
              <a:off x="1609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08"/>
            <p:cNvSpPr>
              <a:spLocks noChangeShapeType="1"/>
            </p:cNvSpPr>
            <p:nvPr/>
          </p:nvSpPr>
          <p:spPr bwMode="auto">
            <a:xfrm>
              <a:off x="1609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09"/>
            <p:cNvSpPr>
              <a:spLocks noChangeShapeType="1"/>
            </p:cNvSpPr>
            <p:nvPr/>
          </p:nvSpPr>
          <p:spPr bwMode="auto">
            <a:xfrm>
              <a:off x="1609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0"/>
            <p:cNvSpPr>
              <a:spLocks noChangeShapeType="1"/>
            </p:cNvSpPr>
            <p:nvPr/>
          </p:nvSpPr>
          <p:spPr bwMode="auto">
            <a:xfrm>
              <a:off x="1609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1"/>
            <p:cNvSpPr>
              <a:spLocks noChangeShapeType="1"/>
            </p:cNvSpPr>
            <p:nvPr/>
          </p:nvSpPr>
          <p:spPr bwMode="auto">
            <a:xfrm>
              <a:off x="1609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2"/>
            <p:cNvSpPr>
              <a:spLocks noChangeShapeType="1"/>
            </p:cNvSpPr>
            <p:nvPr/>
          </p:nvSpPr>
          <p:spPr bwMode="auto">
            <a:xfrm>
              <a:off x="1609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3"/>
            <p:cNvSpPr>
              <a:spLocks noChangeShapeType="1"/>
            </p:cNvSpPr>
            <p:nvPr/>
          </p:nvSpPr>
          <p:spPr bwMode="auto">
            <a:xfrm>
              <a:off x="1609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4"/>
            <p:cNvSpPr>
              <a:spLocks noChangeShapeType="1"/>
            </p:cNvSpPr>
            <p:nvPr/>
          </p:nvSpPr>
          <p:spPr bwMode="auto">
            <a:xfrm>
              <a:off x="1609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3" name="Line 115"/>
            <p:cNvSpPr>
              <a:spLocks noChangeShapeType="1"/>
            </p:cNvSpPr>
            <p:nvPr/>
          </p:nvSpPr>
          <p:spPr bwMode="auto">
            <a:xfrm>
              <a:off x="1609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4" name="Line 116"/>
            <p:cNvSpPr>
              <a:spLocks noChangeShapeType="1"/>
            </p:cNvSpPr>
            <p:nvPr/>
          </p:nvSpPr>
          <p:spPr bwMode="auto">
            <a:xfrm>
              <a:off x="1609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117"/>
            <p:cNvSpPr>
              <a:spLocks noChangeShapeType="1"/>
            </p:cNvSpPr>
            <p:nvPr/>
          </p:nvSpPr>
          <p:spPr bwMode="auto">
            <a:xfrm>
              <a:off x="1609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118"/>
            <p:cNvSpPr>
              <a:spLocks noChangeShapeType="1"/>
            </p:cNvSpPr>
            <p:nvPr/>
          </p:nvSpPr>
          <p:spPr bwMode="auto">
            <a:xfrm>
              <a:off x="1609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119"/>
            <p:cNvSpPr>
              <a:spLocks noChangeShapeType="1"/>
            </p:cNvSpPr>
            <p:nvPr/>
          </p:nvSpPr>
          <p:spPr bwMode="auto">
            <a:xfrm>
              <a:off x="1609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120"/>
            <p:cNvSpPr>
              <a:spLocks noChangeShapeType="1"/>
            </p:cNvSpPr>
            <p:nvPr/>
          </p:nvSpPr>
          <p:spPr bwMode="auto">
            <a:xfrm>
              <a:off x="1609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121"/>
            <p:cNvSpPr>
              <a:spLocks noChangeShapeType="1"/>
            </p:cNvSpPr>
            <p:nvPr/>
          </p:nvSpPr>
          <p:spPr bwMode="auto">
            <a:xfrm>
              <a:off x="1609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Line 122"/>
            <p:cNvSpPr>
              <a:spLocks noChangeShapeType="1"/>
            </p:cNvSpPr>
            <p:nvPr/>
          </p:nvSpPr>
          <p:spPr bwMode="auto">
            <a:xfrm>
              <a:off x="1609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1" name="Rectangle 123"/>
          <p:cNvSpPr>
            <a:spLocks noChangeArrowheads="1"/>
          </p:cNvSpPr>
          <p:nvPr/>
        </p:nvSpPr>
        <p:spPr bwMode="auto">
          <a:xfrm>
            <a:off x="6942642" y="12001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2" name="Rectangle 124"/>
          <p:cNvSpPr>
            <a:spLocks noChangeArrowheads="1"/>
          </p:cNvSpPr>
          <p:nvPr/>
        </p:nvSpPr>
        <p:spPr bwMode="auto">
          <a:xfrm>
            <a:off x="3186617" y="156845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3" name="Group 125"/>
          <p:cNvGrpSpPr>
            <a:grpSpLocks/>
          </p:cNvGrpSpPr>
          <p:nvPr/>
        </p:nvGrpSpPr>
        <p:grpSpPr bwMode="auto">
          <a:xfrm>
            <a:off x="3250117" y="1900238"/>
            <a:ext cx="76200" cy="1219200"/>
            <a:chOff x="226" y="1089"/>
            <a:chExt cx="48" cy="768"/>
          </a:xfrm>
        </p:grpSpPr>
        <p:sp>
          <p:nvSpPr>
            <p:cNvPr id="134" name="Freeform 126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5" name="Line 127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6" name="Group 128"/>
          <p:cNvGrpSpPr>
            <a:grpSpLocks/>
          </p:cNvGrpSpPr>
          <p:nvPr/>
        </p:nvGrpSpPr>
        <p:grpSpPr bwMode="auto">
          <a:xfrm>
            <a:off x="3224717" y="3017838"/>
            <a:ext cx="3883025" cy="63500"/>
            <a:chOff x="210" y="1793"/>
            <a:chExt cx="2446" cy="40"/>
          </a:xfrm>
        </p:grpSpPr>
        <p:sp>
          <p:nvSpPr>
            <p:cNvPr id="137" name="Freeform 129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8" name="Line 130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9" name="Line 131"/>
          <p:cNvSpPr>
            <a:spLocks noChangeShapeType="1"/>
          </p:cNvSpPr>
          <p:nvPr/>
        </p:nvSpPr>
        <p:spPr bwMode="auto">
          <a:xfrm flipV="1">
            <a:off x="3288217" y="2332038"/>
            <a:ext cx="722313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Line 132"/>
          <p:cNvSpPr>
            <a:spLocks noChangeShapeType="1"/>
          </p:cNvSpPr>
          <p:nvPr/>
        </p:nvSpPr>
        <p:spPr bwMode="auto">
          <a:xfrm flipV="1">
            <a:off x="5445630" y="2332038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Rectangle 133"/>
          <p:cNvSpPr>
            <a:spLocks noChangeArrowheads="1"/>
          </p:cNvSpPr>
          <p:nvPr/>
        </p:nvSpPr>
        <p:spPr bwMode="auto">
          <a:xfrm>
            <a:off x="3059617" y="18113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2" name="Rectangle 134"/>
          <p:cNvSpPr>
            <a:spLocks noChangeArrowheads="1"/>
          </p:cNvSpPr>
          <p:nvPr/>
        </p:nvSpPr>
        <p:spPr bwMode="auto">
          <a:xfrm>
            <a:off x="3123117" y="19002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3" name="Rectangle 135"/>
          <p:cNvSpPr>
            <a:spLocks noChangeArrowheads="1"/>
          </p:cNvSpPr>
          <p:nvPr/>
        </p:nvSpPr>
        <p:spPr bwMode="auto">
          <a:xfrm>
            <a:off x="3897817" y="3106738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4" name="Rectangle 136"/>
          <p:cNvSpPr>
            <a:spLocks noChangeArrowheads="1"/>
          </p:cNvSpPr>
          <p:nvPr/>
        </p:nvSpPr>
        <p:spPr bwMode="auto">
          <a:xfrm>
            <a:off x="5344030" y="3043238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5" name="Rectangle 137"/>
          <p:cNvSpPr>
            <a:spLocks noChangeArrowheads="1"/>
          </p:cNvSpPr>
          <p:nvPr/>
        </p:nvSpPr>
        <p:spPr bwMode="auto">
          <a:xfrm>
            <a:off x="3758117" y="3094038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6" name="Rectangle 138"/>
          <p:cNvSpPr>
            <a:spLocks noChangeArrowheads="1"/>
          </p:cNvSpPr>
          <p:nvPr/>
        </p:nvSpPr>
        <p:spPr bwMode="auto">
          <a:xfrm>
            <a:off x="6942642" y="27130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7" name="Rectangle 139"/>
          <p:cNvSpPr>
            <a:spLocks noChangeArrowheads="1"/>
          </p:cNvSpPr>
          <p:nvPr/>
        </p:nvSpPr>
        <p:spPr bwMode="auto">
          <a:xfrm>
            <a:off x="3186617" y="3081338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8" name="Line 140"/>
          <p:cNvSpPr>
            <a:spLocks noChangeShapeType="1"/>
          </p:cNvSpPr>
          <p:nvPr/>
        </p:nvSpPr>
        <p:spPr bwMode="auto">
          <a:xfrm>
            <a:off x="4010530" y="2332038"/>
            <a:ext cx="1587" cy="7112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141"/>
          <p:cNvSpPr>
            <a:spLocks noChangeShapeType="1"/>
          </p:cNvSpPr>
          <p:nvPr/>
        </p:nvSpPr>
        <p:spPr bwMode="auto">
          <a:xfrm>
            <a:off x="6167942" y="2332038"/>
            <a:ext cx="1588" cy="7112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142"/>
          <p:cNvSpPr>
            <a:spLocks noChangeShapeType="1"/>
          </p:cNvSpPr>
          <p:nvPr/>
        </p:nvSpPr>
        <p:spPr bwMode="auto">
          <a:xfrm>
            <a:off x="5445630" y="2827338"/>
            <a:ext cx="1587" cy="2159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51" name="Group 143"/>
          <p:cNvGrpSpPr>
            <a:grpSpLocks/>
          </p:cNvGrpSpPr>
          <p:nvPr/>
        </p:nvGrpSpPr>
        <p:grpSpPr bwMode="auto">
          <a:xfrm>
            <a:off x="3250117" y="3411538"/>
            <a:ext cx="76200" cy="1219200"/>
            <a:chOff x="226" y="2041"/>
            <a:chExt cx="48" cy="768"/>
          </a:xfrm>
        </p:grpSpPr>
        <p:sp>
          <p:nvSpPr>
            <p:cNvPr id="152" name="Freeform 144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3" name="Line 145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4" name="Group 146"/>
          <p:cNvGrpSpPr>
            <a:grpSpLocks/>
          </p:cNvGrpSpPr>
          <p:nvPr/>
        </p:nvGrpSpPr>
        <p:grpSpPr bwMode="auto">
          <a:xfrm>
            <a:off x="3224717" y="4437063"/>
            <a:ext cx="3883025" cy="63500"/>
            <a:chOff x="210" y="2201"/>
            <a:chExt cx="2446" cy="40"/>
          </a:xfrm>
        </p:grpSpPr>
        <p:sp>
          <p:nvSpPr>
            <p:cNvPr id="155" name="Freeform 147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6" name="Line 148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7" name="Rectangle 149"/>
          <p:cNvSpPr>
            <a:spLocks noChangeArrowheads="1"/>
          </p:cNvSpPr>
          <p:nvPr/>
        </p:nvSpPr>
        <p:spPr bwMode="auto">
          <a:xfrm>
            <a:off x="3059617" y="3322638"/>
            <a:ext cx="95250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-i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8" name="Rectangle 150"/>
          <p:cNvSpPr>
            <a:spLocks noChangeArrowheads="1"/>
          </p:cNvSpPr>
          <p:nvPr/>
        </p:nvSpPr>
        <p:spPr bwMode="auto">
          <a:xfrm>
            <a:off x="3158042" y="34115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9" name="Rectangle 151"/>
          <p:cNvSpPr>
            <a:spLocks noChangeArrowheads="1"/>
          </p:cNvSpPr>
          <p:nvPr/>
        </p:nvSpPr>
        <p:spPr bwMode="auto">
          <a:xfrm>
            <a:off x="3897817" y="4525963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0" name="Rectangle 152"/>
          <p:cNvSpPr>
            <a:spLocks noChangeArrowheads="1"/>
          </p:cNvSpPr>
          <p:nvPr/>
        </p:nvSpPr>
        <p:spPr bwMode="auto">
          <a:xfrm>
            <a:off x="5344030" y="4462463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1" name="Rectangle 153"/>
          <p:cNvSpPr>
            <a:spLocks noChangeArrowheads="1"/>
          </p:cNvSpPr>
          <p:nvPr/>
        </p:nvSpPr>
        <p:spPr bwMode="auto">
          <a:xfrm>
            <a:off x="3758117" y="4513263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2" name="Rectangle 154"/>
          <p:cNvSpPr>
            <a:spLocks noChangeArrowheads="1"/>
          </p:cNvSpPr>
          <p:nvPr/>
        </p:nvSpPr>
        <p:spPr bwMode="auto">
          <a:xfrm>
            <a:off x="6942642" y="4132263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3" name="Rectangle 155"/>
          <p:cNvSpPr>
            <a:spLocks noChangeArrowheads="1"/>
          </p:cNvSpPr>
          <p:nvPr/>
        </p:nvSpPr>
        <p:spPr bwMode="auto">
          <a:xfrm>
            <a:off x="3186617" y="4500563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64" name="Group 156"/>
          <p:cNvGrpSpPr>
            <a:grpSpLocks/>
          </p:cNvGrpSpPr>
          <p:nvPr/>
        </p:nvGrpSpPr>
        <p:grpSpPr bwMode="auto">
          <a:xfrm>
            <a:off x="3250117" y="5064125"/>
            <a:ext cx="98425" cy="1584325"/>
            <a:chOff x="226" y="3082"/>
            <a:chExt cx="48" cy="776"/>
          </a:xfrm>
        </p:grpSpPr>
        <p:sp>
          <p:nvSpPr>
            <p:cNvPr id="165" name="Freeform 157"/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6" name="Line 158"/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7" name="Group 159"/>
          <p:cNvGrpSpPr>
            <a:grpSpLocks/>
          </p:cNvGrpSpPr>
          <p:nvPr/>
        </p:nvGrpSpPr>
        <p:grpSpPr bwMode="auto">
          <a:xfrm>
            <a:off x="3224717" y="6181725"/>
            <a:ext cx="3883025" cy="76200"/>
            <a:chOff x="210" y="3786"/>
            <a:chExt cx="2446" cy="48"/>
          </a:xfrm>
        </p:grpSpPr>
        <p:sp>
          <p:nvSpPr>
            <p:cNvPr id="168" name="Freeform 160"/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9" name="Line 161"/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0" name="Line 162"/>
          <p:cNvSpPr>
            <a:spLocks noChangeShapeType="1"/>
          </p:cNvSpPr>
          <p:nvPr/>
        </p:nvSpPr>
        <p:spPr bwMode="auto">
          <a:xfrm>
            <a:off x="4001005" y="3697288"/>
            <a:ext cx="1435100" cy="5524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Line 164"/>
          <p:cNvSpPr>
            <a:spLocks noChangeShapeType="1"/>
          </p:cNvSpPr>
          <p:nvPr/>
        </p:nvSpPr>
        <p:spPr bwMode="auto">
          <a:xfrm>
            <a:off x="5436105" y="4224338"/>
            <a:ext cx="1587" cy="22542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2" name="Rectangle 165"/>
          <p:cNvSpPr>
            <a:spLocks noChangeArrowheads="1"/>
          </p:cNvSpPr>
          <p:nvPr/>
        </p:nvSpPr>
        <p:spPr bwMode="auto">
          <a:xfrm>
            <a:off x="2983417" y="4987925"/>
            <a:ext cx="7461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3" name="Rectangle 166"/>
          <p:cNvSpPr>
            <a:spLocks noChangeArrowheads="1"/>
          </p:cNvSpPr>
          <p:nvPr/>
        </p:nvSpPr>
        <p:spPr bwMode="auto">
          <a:xfrm>
            <a:off x="3097717" y="5064125"/>
            <a:ext cx="100013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ce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4" name="Rectangle 167"/>
          <p:cNvSpPr>
            <a:spLocks noChangeArrowheads="1"/>
          </p:cNvSpPr>
          <p:nvPr/>
        </p:nvSpPr>
        <p:spPr bwMode="auto">
          <a:xfrm>
            <a:off x="3897817" y="6283325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5" name="Rectangle 168"/>
          <p:cNvSpPr>
            <a:spLocks noChangeArrowheads="1"/>
          </p:cNvSpPr>
          <p:nvPr/>
        </p:nvSpPr>
        <p:spPr bwMode="auto">
          <a:xfrm>
            <a:off x="5344030" y="6207125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6" name="Rectangle 169"/>
          <p:cNvSpPr>
            <a:spLocks noChangeArrowheads="1"/>
          </p:cNvSpPr>
          <p:nvPr/>
        </p:nvSpPr>
        <p:spPr bwMode="auto">
          <a:xfrm>
            <a:off x="3758117" y="6270625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7" name="Rectangle 170"/>
          <p:cNvSpPr>
            <a:spLocks noChangeArrowheads="1"/>
          </p:cNvSpPr>
          <p:nvPr/>
        </p:nvSpPr>
        <p:spPr bwMode="auto">
          <a:xfrm>
            <a:off x="6942642" y="5889625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8" name="Rectangle 171"/>
          <p:cNvSpPr>
            <a:spLocks noChangeArrowheads="1"/>
          </p:cNvSpPr>
          <p:nvPr/>
        </p:nvSpPr>
        <p:spPr bwMode="auto">
          <a:xfrm>
            <a:off x="3186617" y="6245225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9" name="Line 172"/>
          <p:cNvSpPr>
            <a:spLocks noChangeShapeType="1"/>
          </p:cNvSpPr>
          <p:nvPr/>
        </p:nvSpPr>
        <p:spPr bwMode="auto">
          <a:xfrm>
            <a:off x="4010530" y="5356225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73"/>
          <p:cNvSpPr>
            <a:spLocks noChangeShapeType="1"/>
          </p:cNvSpPr>
          <p:nvPr/>
        </p:nvSpPr>
        <p:spPr bwMode="auto">
          <a:xfrm>
            <a:off x="5445630" y="5356225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Line 174"/>
          <p:cNvSpPr>
            <a:spLocks noChangeShapeType="1"/>
          </p:cNvSpPr>
          <p:nvPr/>
        </p:nvSpPr>
        <p:spPr bwMode="auto">
          <a:xfrm>
            <a:off x="4010530" y="5356225"/>
            <a:ext cx="1435100" cy="1588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2" name="Text Box 175"/>
          <p:cNvSpPr txBox="1">
            <a:spLocks noChangeArrowheads="1"/>
          </p:cNvSpPr>
          <p:nvPr/>
        </p:nvSpPr>
        <p:spPr bwMode="auto">
          <a:xfrm>
            <a:off x="3418392" y="273050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183" name="Rectangle 176"/>
          <p:cNvSpPr>
            <a:spLocks noChangeArrowheads="1"/>
          </p:cNvSpPr>
          <p:nvPr/>
        </p:nvSpPr>
        <p:spPr bwMode="auto">
          <a:xfrm>
            <a:off x="2891342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4" name="Rectangle 177"/>
          <p:cNvSpPr>
            <a:spLocks noChangeArrowheads="1"/>
          </p:cNvSpPr>
          <p:nvPr/>
        </p:nvSpPr>
        <p:spPr bwMode="auto">
          <a:xfrm>
            <a:off x="2891342" y="34099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85" name="Group 178"/>
          <p:cNvGrpSpPr>
            <a:grpSpLocks/>
          </p:cNvGrpSpPr>
          <p:nvPr/>
        </p:nvGrpSpPr>
        <p:grpSpPr bwMode="auto">
          <a:xfrm>
            <a:off x="7587167" y="504825"/>
            <a:ext cx="3790950" cy="625475"/>
            <a:chOff x="2958" y="210"/>
            <a:chExt cx="2388" cy="394"/>
          </a:xfrm>
        </p:grpSpPr>
        <p:sp>
          <p:nvSpPr>
            <p:cNvPr id="186" name="AutoShape 179"/>
            <p:cNvSpPr>
              <a:spLocks/>
            </p:cNvSpPr>
            <p:nvPr/>
          </p:nvSpPr>
          <p:spPr bwMode="auto">
            <a:xfrm>
              <a:off x="2958" y="210"/>
              <a:ext cx="2388" cy="384"/>
            </a:xfrm>
            <a:prstGeom prst="borderCallout2">
              <a:avLst>
                <a:gd name="adj1" fmla="val 18750"/>
                <a:gd name="adj2" fmla="val -2009"/>
                <a:gd name="adj3" fmla="val 18750"/>
                <a:gd name="adj4" fmla="val -38778"/>
                <a:gd name="adj5" fmla="val 89065"/>
                <a:gd name="adj6" fmla="val -100505"/>
              </a:avLst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 type="stealth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87" name="Object 18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6991822"/>
                </p:ext>
              </p:extLst>
            </p:nvPr>
          </p:nvGraphicFramePr>
          <p:xfrm>
            <a:off x="3313" y="229"/>
            <a:ext cx="1031" cy="35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6" name="Équation" r:id="rId3" imgW="1155600" imgH="393480" progId="Equation.3">
                    <p:embed/>
                  </p:oleObj>
                </mc:Choice>
                <mc:Fallback>
                  <p:oleObj name="Équation" r:id="rId3" imgW="1155600" imgH="393480" progId="Equation.3">
                    <p:embed/>
                    <p:pic>
                      <p:nvPicPr>
                        <p:cNvPr id="19657" name="Object 18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13" y="229"/>
                          <a:ext cx="1031" cy="35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8" name="Object 18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669035617"/>
                </p:ext>
              </p:extLst>
            </p:nvPr>
          </p:nvGraphicFramePr>
          <p:xfrm>
            <a:off x="4590" y="243"/>
            <a:ext cx="438" cy="3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7" name="Équation" r:id="rId5" imgW="520560" imgH="431640" progId="Equation.3">
                    <p:embed/>
                  </p:oleObj>
                </mc:Choice>
                <mc:Fallback>
                  <p:oleObj name="Équation" r:id="rId5" imgW="520560" imgH="431640" progId="Equation.3">
                    <p:embed/>
                    <p:pic>
                      <p:nvPicPr>
                        <p:cNvPr id="19658" name="Object 18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90" y="243"/>
                          <a:ext cx="438" cy="36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89" name="Rectangle 182"/>
          <p:cNvSpPr>
            <a:spLocks noChangeArrowheads="1"/>
          </p:cNvSpPr>
          <p:nvPr/>
        </p:nvSpPr>
        <p:spPr bwMode="auto">
          <a:xfrm>
            <a:off x="2891342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0" name="Rectangle 183"/>
          <p:cNvSpPr>
            <a:spLocks noChangeArrowheads="1"/>
          </p:cNvSpPr>
          <p:nvPr/>
        </p:nvSpPr>
        <p:spPr bwMode="auto">
          <a:xfrm>
            <a:off x="2891342" y="34099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91" name="Groupe 190"/>
          <p:cNvGrpSpPr>
            <a:grpSpLocks/>
          </p:cNvGrpSpPr>
          <p:nvPr/>
        </p:nvGrpSpPr>
        <p:grpSpPr bwMode="auto">
          <a:xfrm>
            <a:off x="7598280" y="1627188"/>
            <a:ext cx="3790950" cy="688975"/>
            <a:chOff x="4706938" y="1455738"/>
            <a:chExt cx="3790950" cy="688975"/>
          </a:xfrm>
        </p:grpSpPr>
        <p:sp>
          <p:nvSpPr>
            <p:cNvPr id="192" name="AutoShape 185"/>
            <p:cNvSpPr>
              <a:spLocks/>
            </p:cNvSpPr>
            <p:nvPr/>
          </p:nvSpPr>
          <p:spPr bwMode="auto">
            <a:xfrm>
              <a:off x="4706938" y="1477963"/>
              <a:ext cx="3790950" cy="609600"/>
            </a:xfrm>
            <a:prstGeom prst="borderCallout2">
              <a:avLst>
                <a:gd name="adj1" fmla="val 18750"/>
                <a:gd name="adj2" fmla="val -2009"/>
                <a:gd name="adj3" fmla="val 18750"/>
                <a:gd name="adj4" fmla="val -35551"/>
                <a:gd name="adj5" fmla="val -76565"/>
                <a:gd name="adj6" fmla="val -70352"/>
              </a:avLst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 type="stealth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93" name="Object 18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46953635"/>
                </p:ext>
              </p:extLst>
            </p:nvPr>
          </p:nvGraphicFramePr>
          <p:xfrm>
            <a:off x="5401758" y="1455738"/>
            <a:ext cx="1085850" cy="6334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8" name="Équation" r:id="rId7" imgW="672840" imgH="393480" progId="Equation.3">
                    <p:embed/>
                  </p:oleObj>
                </mc:Choice>
                <mc:Fallback>
                  <p:oleObj name="Équation" r:id="rId7" imgW="672840" imgH="393480" progId="Equation.3">
                    <p:embed/>
                    <p:pic>
                      <p:nvPicPr>
                        <p:cNvPr id="19654" name="Object 18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01758" y="1455738"/>
                          <a:ext cx="1085850" cy="6334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4" name="Object 187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77413983"/>
                </p:ext>
              </p:extLst>
            </p:nvPr>
          </p:nvGraphicFramePr>
          <p:xfrm>
            <a:off x="6922583" y="1485900"/>
            <a:ext cx="992188" cy="6588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9" name="Équation" r:id="rId9" imgW="647640" imgH="431640" progId="Equation.3">
                    <p:embed/>
                  </p:oleObj>
                </mc:Choice>
                <mc:Fallback>
                  <p:oleObj name="Équation" r:id="rId9" imgW="647640" imgH="431640" progId="Equation.3">
                    <p:embed/>
                    <p:pic>
                      <p:nvPicPr>
                        <p:cNvPr id="19655" name="Object 18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922583" y="1485900"/>
                          <a:ext cx="992188" cy="6588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95" name="Rectangle 283"/>
          <p:cNvSpPr>
            <a:spLocks noChangeArrowheads="1"/>
          </p:cNvSpPr>
          <p:nvPr/>
        </p:nvSpPr>
        <p:spPr bwMode="auto">
          <a:xfrm>
            <a:off x="2891342" y="35052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96" name="Group 284"/>
          <p:cNvGrpSpPr>
            <a:grpSpLocks/>
          </p:cNvGrpSpPr>
          <p:nvPr/>
        </p:nvGrpSpPr>
        <p:grpSpPr bwMode="auto">
          <a:xfrm>
            <a:off x="4129592" y="2017715"/>
            <a:ext cx="1104900" cy="411163"/>
            <a:chOff x="780" y="1163"/>
            <a:chExt cx="696" cy="259"/>
          </a:xfrm>
        </p:grpSpPr>
        <p:graphicFrame>
          <p:nvGraphicFramePr>
            <p:cNvPr id="197" name="Object 28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46767083"/>
                </p:ext>
              </p:extLst>
            </p:nvPr>
          </p:nvGraphicFramePr>
          <p:xfrm>
            <a:off x="782" y="1163"/>
            <a:ext cx="653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0" name="Équation" r:id="rId11" imgW="609480" imgH="215640" progId="Equation.3">
                    <p:embed/>
                  </p:oleObj>
                </mc:Choice>
                <mc:Fallback>
                  <p:oleObj name="Équation" r:id="rId11" imgW="609480" imgH="215640" progId="Equation.3">
                    <p:embed/>
                    <p:pic>
                      <p:nvPicPr>
                        <p:cNvPr id="19651" name="Object 28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82" y="1163"/>
                          <a:ext cx="653" cy="2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8" name="AutoShape 286"/>
            <p:cNvSpPr>
              <a:spLocks/>
            </p:cNvSpPr>
            <p:nvPr/>
          </p:nvSpPr>
          <p:spPr bwMode="auto">
            <a:xfrm>
              <a:off x="780" y="1164"/>
              <a:ext cx="696" cy="258"/>
            </a:xfrm>
            <a:prstGeom prst="borderCallout2">
              <a:avLst>
                <a:gd name="adj1" fmla="val 27907"/>
                <a:gd name="adj2" fmla="val -6898"/>
                <a:gd name="adj3" fmla="val 27907"/>
                <a:gd name="adj4" fmla="val -27157"/>
                <a:gd name="adj5" fmla="val 134884"/>
                <a:gd name="adj6" fmla="val -48278"/>
              </a:avLst>
            </a:prstGeom>
            <a:noFill/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199" name="Rectangle 287"/>
          <p:cNvSpPr>
            <a:spLocks noChangeArrowheads="1"/>
          </p:cNvSpPr>
          <p:nvPr/>
        </p:nvSpPr>
        <p:spPr bwMode="auto">
          <a:xfrm>
            <a:off x="2891342" y="1714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0" name="AutoShape 289"/>
          <p:cNvSpPr>
            <a:spLocks/>
          </p:cNvSpPr>
          <p:nvPr/>
        </p:nvSpPr>
        <p:spPr bwMode="auto">
          <a:xfrm>
            <a:off x="5391655" y="3514725"/>
            <a:ext cx="1166812" cy="361950"/>
          </a:xfrm>
          <a:prstGeom prst="borderCallout1">
            <a:avLst>
              <a:gd name="adj1" fmla="val 31579"/>
              <a:gd name="adj2" fmla="val -7079"/>
              <a:gd name="adj3" fmla="val 115792"/>
              <a:gd name="adj4" fmla="val -72565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01" name="Object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0858603"/>
              </p:ext>
            </p:extLst>
          </p:nvPr>
        </p:nvGraphicFramePr>
        <p:xfrm>
          <a:off x="5411788" y="3524250"/>
          <a:ext cx="1189037" cy="33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11" name="Équation" r:id="rId13" imgW="761760" imgH="215640" progId="Equation.3">
                  <p:embed/>
                </p:oleObj>
              </mc:Choice>
              <mc:Fallback>
                <p:oleObj name="Équation" r:id="rId13" imgW="761760" imgH="215640" progId="Equation.3">
                  <p:embed/>
                  <p:pic>
                    <p:nvPicPr>
                      <p:cNvPr id="270626" name="Object 2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1788" y="3524250"/>
                        <a:ext cx="1189037" cy="334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2" name="Line 291"/>
          <p:cNvSpPr>
            <a:spLocks noChangeShapeType="1"/>
          </p:cNvSpPr>
          <p:nvPr/>
        </p:nvSpPr>
        <p:spPr bwMode="auto">
          <a:xfrm flipH="1">
            <a:off x="3138992" y="5353050"/>
            <a:ext cx="3819525" cy="0"/>
          </a:xfrm>
          <a:prstGeom prst="line">
            <a:avLst/>
          </a:prstGeom>
          <a:noFill/>
          <a:ln w="12700">
            <a:solidFill>
              <a:srgbClr val="FF99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3" name="Rectangle 292"/>
          <p:cNvSpPr>
            <a:spLocks noChangeArrowheads="1"/>
          </p:cNvSpPr>
          <p:nvPr/>
        </p:nvSpPr>
        <p:spPr bwMode="auto">
          <a:xfrm>
            <a:off x="2891342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04" name="Group 293"/>
          <p:cNvGrpSpPr>
            <a:grpSpLocks/>
          </p:cNvGrpSpPr>
          <p:nvPr/>
        </p:nvGrpSpPr>
        <p:grpSpPr bwMode="auto">
          <a:xfrm>
            <a:off x="5644067" y="4829175"/>
            <a:ext cx="1314450" cy="533400"/>
            <a:chOff x="1734" y="2934"/>
            <a:chExt cx="828" cy="336"/>
          </a:xfrm>
        </p:grpSpPr>
        <p:graphicFrame>
          <p:nvGraphicFramePr>
            <p:cNvPr id="205" name="Object 294"/>
            <p:cNvGraphicFramePr>
              <a:graphicFrameLocks noChangeAspect="1"/>
            </p:cNvGraphicFramePr>
            <p:nvPr/>
          </p:nvGraphicFramePr>
          <p:xfrm>
            <a:off x="1776" y="2938"/>
            <a:ext cx="738" cy="30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2" name="Equation" r:id="rId15" imgW="837836" imgH="342751" progId="Equation.3">
                    <p:embed/>
                  </p:oleObj>
                </mc:Choice>
                <mc:Fallback>
                  <p:oleObj name="Equation" r:id="rId15" imgW="837836" imgH="342751" progId="Equation.3">
                    <p:embed/>
                    <p:pic>
                      <p:nvPicPr>
                        <p:cNvPr id="19649" name="Object 29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76" y="2938"/>
                          <a:ext cx="738" cy="30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6" name="AutoShape 295"/>
            <p:cNvSpPr>
              <a:spLocks/>
            </p:cNvSpPr>
            <p:nvPr/>
          </p:nvSpPr>
          <p:spPr bwMode="auto">
            <a:xfrm>
              <a:off x="1734" y="2934"/>
              <a:ext cx="828" cy="336"/>
            </a:xfrm>
            <a:prstGeom prst="borderCallout2">
              <a:avLst>
                <a:gd name="adj1" fmla="val 21431"/>
                <a:gd name="adj2" fmla="val -5796"/>
                <a:gd name="adj3" fmla="val 21431"/>
                <a:gd name="adj4" fmla="val -20046"/>
                <a:gd name="adj5" fmla="val 91069"/>
                <a:gd name="adj6" fmla="val -34782"/>
              </a:avLst>
            </a:prstGeom>
            <a:noFill/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207" name="Line 296"/>
          <p:cNvSpPr>
            <a:spLocks noChangeShapeType="1"/>
          </p:cNvSpPr>
          <p:nvPr/>
        </p:nvSpPr>
        <p:spPr bwMode="auto">
          <a:xfrm>
            <a:off x="3291392" y="5591175"/>
            <a:ext cx="7048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8" name="Line 297"/>
          <p:cNvSpPr>
            <a:spLocks noChangeShapeType="1"/>
          </p:cNvSpPr>
          <p:nvPr/>
        </p:nvSpPr>
        <p:spPr bwMode="auto">
          <a:xfrm>
            <a:off x="3996242" y="5591175"/>
            <a:ext cx="0" cy="10382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9" name="Line 298"/>
          <p:cNvSpPr>
            <a:spLocks noChangeShapeType="1"/>
          </p:cNvSpPr>
          <p:nvPr/>
        </p:nvSpPr>
        <p:spPr bwMode="auto">
          <a:xfrm>
            <a:off x="3986717" y="6629400"/>
            <a:ext cx="144780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0" name="Line 299"/>
          <p:cNvSpPr>
            <a:spLocks noChangeShapeType="1"/>
          </p:cNvSpPr>
          <p:nvPr/>
        </p:nvSpPr>
        <p:spPr bwMode="auto">
          <a:xfrm flipV="1">
            <a:off x="5434517" y="5581650"/>
            <a:ext cx="19050" cy="104775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1" name="Line 300"/>
          <p:cNvSpPr>
            <a:spLocks noChangeShapeType="1"/>
          </p:cNvSpPr>
          <p:nvPr/>
        </p:nvSpPr>
        <p:spPr bwMode="auto">
          <a:xfrm>
            <a:off x="5453567" y="5591175"/>
            <a:ext cx="7810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2" name="Text Box 301"/>
          <p:cNvSpPr txBox="1">
            <a:spLocks noChangeArrowheads="1"/>
          </p:cNvSpPr>
          <p:nvPr/>
        </p:nvSpPr>
        <p:spPr bwMode="auto">
          <a:xfrm>
            <a:off x="5856792" y="5486400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13" name="Text Box 302"/>
          <p:cNvSpPr txBox="1">
            <a:spLocks noChangeArrowheads="1"/>
          </p:cNvSpPr>
          <p:nvPr/>
        </p:nvSpPr>
        <p:spPr bwMode="auto">
          <a:xfrm>
            <a:off x="3019930" y="5411788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aseline="-2500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4" name="Rectangle 303"/>
          <p:cNvSpPr>
            <a:spLocks noChangeArrowheads="1"/>
          </p:cNvSpPr>
          <p:nvPr/>
        </p:nvSpPr>
        <p:spPr bwMode="auto">
          <a:xfrm>
            <a:off x="2891342" y="1714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15" name="Object 3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4507959"/>
              </p:ext>
            </p:extLst>
          </p:nvPr>
        </p:nvGraphicFramePr>
        <p:xfrm>
          <a:off x="2891342" y="6389688"/>
          <a:ext cx="428625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13" name="Equation" r:id="rId17" imgW="317225" imgH="342603" progId="Equation.3">
                  <p:embed/>
                </p:oleObj>
              </mc:Choice>
              <mc:Fallback>
                <p:oleObj name="Equation" r:id="rId17" imgW="317225" imgH="342603" progId="Equation.3">
                  <p:embed/>
                  <p:pic>
                    <p:nvPicPr>
                      <p:cNvPr id="19536" name="Object 30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1342" y="6389688"/>
                        <a:ext cx="428625" cy="468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Line 305"/>
          <p:cNvSpPr>
            <a:spLocks noChangeShapeType="1"/>
          </p:cNvSpPr>
          <p:nvPr/>
        </p:nvSpPr>
        <p:spPr bwMode="auto">
          <a:xfrm flipH="1">
            <a:off x="3291392" y="6610350"/>
            <a:ext cx="69532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7" name="Rectangle 306"/>
          <p:cNvSpPr>
            <a:spLocks noChangeArrowheads="1"/>
          </p:cNvSpPr>
          <p:nvPr/>
        </p:nvSpPr>
        <p:spPr bwMode="auto">
          <a:xfrm>
            <a:off x="2891342" y="35052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18" name="Object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9542988"/>
              </p:ext>
            </p:extLst>
          </p:nvPr>
        </p:nvGraphicFramePr>
        <p:xfrm>
          <a:off x="7520492" y="5372100"/>
          <a:ext cx="987425" cy="352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14" name="Equation" r:id="rId19" imgW="533169" imgH="190417" progId="Equation.3">
                  <p:embed/>
                </p:oleObj>
              </mc:Choice>
              <mc:Fallback>
                <p:oleObj name="Equation" r:id="rId19" imgW="533169" imgH="190417" progId="Equation.3">
                  <p:embed/>
                  <p:pic>
                    <p:nvPicPr>
                      <p:cNvPr id="270643" name="Object 30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20492" y="5372100"/>
                        <a:ext cx="987425" cy="352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Rectangle 308"/>
          <p:cNvSpPr>
            <a:spLocks noChangeArrowheads="1"/>
          </p:cNvSpPr>
          <p:nvPr/>
        </p:nvSpPr>
        <p:spPr bwMode="auto">
          <a:xfrm>
            <a:off x="2891342" y="33956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20" name="Object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5119341"/>
              </p:ext>
            </p:extLst>
          </p:nvPr>
        </p:nvGraphicFramePr>
        <p:xfrm>
          <a:off x="8692067" y="5186363"/>
          <a:ext cx="3228975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15" name="Equation" r:id="rId21" imgW="1981200" imgH="406400" progId="Equation.3">
                  <p:embed/>
                </p:oleObj>
              </mc:Choice>
              <mc:Fallback>
                <p:oleObj name="Equation" r:id="rId21" imgW="1981200" imgH="406400" progId="Equation.3">
                  <p:embed/>
                  <p:pic>
                    <p:nvPicPr>
                      <p:cNvPr id="270645" name="Object 30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92067" y="5186363"/>
                        <a:ext cx="3228975" cy="666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Rectangle 310"/>
          <p:cNvSpPr>
            <a:spLocks noChangeArrowheads="1"/>
          </p:cNvSpPr>
          <p:nvPr/>
        </p:nvSpPr>
        <p:spPr bwMode="auto">
          <a:xfrm>
            <a:off x="2891342" y="34147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22" name="Group 311"/>
          <p:cNvGrpSpPr>
            <a:grpSpLocks/>
          </p:cNvGrpSpPr>
          <p:nvPr/>
        </p:nvGrpSpPr>
        <p:grpSpPr bwMode="auto">
          <a:xfrm>
            <a:off x="8479125" y="5871490"/>
            <a:ext cx="1666875" cy="795337"/>
            <a:chOff x="4044" y="3591"/>
            <a:chExt cx="1050" cy="501"/>
          </a:xfrm>
        </p:grpSpPr>
        <p:sp>
          <p:nvSpPr>
            <p:cNvPr id="223" name="Rectangle 312"/>
            <p:cNvSpPr>
              <a:spLocks noChangeArrowheads="1"/>
            </p:cNvSpPr>
            <p:nvPr/>
          </p:nvSpPr>
          <p:spPr bwMode="auto">
            <a:xfrm>
              <a:off x="4044" y="3642"/>
              <a:ext cx="1050" cy="450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24" name="Object 313"/>
            <p:cNvGraphicFramePr>
              <a:graphicFrameLocks noChangeAspect="1"/>
            </p:cNvGraphicFramePr>
            <p:nvPr/>
          </p:nvGraphicFramePr>
          <p:xfrm>
            <a:off x="4060" y="3591"/>
            <a:ext cx="1022" cy="4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6" name="Equation" r:id="rId23" imgW="774364" imgH="368140" progId="Equation.3">
                    <p:embed/>
                  </p:oleObj>
                </mc:Choice>
                <mc:Fallback>
                  <p:oleObj name="Equation" r:id="rId23" imgW="774364" imgH="368140" progId="Equation.3">
                    <p:embed/>
                    <p:pic>
                      <p:nvPicPr>
                        <p:cNvPr id="19648" name="Object 3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60" y="3591"/>
                          <a:ext cx="1022" cy="49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25" name="Text Box 314"/>
          <p:cNvSpPr txBox="1">
            <a:spLocks noChangeArrowheads="1"/>
          </p:cNvSpPr>
          <p:nvPr/>
        </p:nvSpPr>
        <p:spPr bwMode="auto">
          <a:xfrm>
            <a:off x="8476167" y="4783280"/>
            <a:ext cx="2711450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solidFill>
                  <a:srgbClr val="009900"/>
                </a:solidFill>
                <a:latin typeface="Times New Roman" panose="02020603050405020304" pitchFamily="18" charset="0"/>
              </a:rPr>
              <a:t>Output voltage calculation</a:t>
            </a:r>
          </a:p>
        </p:txBody>
      </p:sp>
      <p:grpSp>
        <p:nvGrpSpPr>
          <p:cNvPr id="226" name="Groupe 418"/>
          <p:cNvGrpSpPr>
            <a:grpSpLocks/>
          </p:cNvGrpSpPr>
          <p:nvPr/>
        </p:nvGrpSpPr>
        <p:grpSpPr bwMode="auto">
          <a:xfrm>
            <a:off x="6880730" y="2471738"/>
            <a:ext cx="5011737" cy="1816100"/>
            <a:chOff x="725170" y="3672449"/>
            <a:chExt cx="6376670" cy="2426726"/>
          </a:xfrm>
        </p:grpSpPr>
        <p:sp>
          <p:nvSpPr>
            <p:cNvPr id="227" name="Line 6"/>
            <p:cNvSpPr>
              <a:spLocks noChangeShapeType="1"/>
            </p:cNvSpPr>
            <p:nvPr/>
          </p:nvSpPr>
          <p:spPr bwMode="auto">
            <a:xfrm>
              <a:off x="5650230" y="5106259"/>
              <a:ext cx="138303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8" name="AutoShape 7"/>
            <p:cNvSpPr>
              <a:spLocks noChangeAspect="1" noChangeArrowheads="1" noTextEdit="1"/>
            </p:cNvSpPr>
            <p:nvPr/>
          </p:nvSpPr>
          <p:spPr bwMode="auto">
            <a:xfrm>
              <a:off x="2078990" y="3682112"/>
              <a:ext cx="3975100" cy="14495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9" name="Oval 9"/>
            <p:cNvSpPr>
              <a:spLocks noChangeArrowheads="1"/>
            </p:cNvSpPr>
            <p:nvPr/>
          </p:nvSpPr>
          <p:spPr bwMode="auto">
            <a:xfrm>
              <a:off x="1195070" y="4910574"/>
              <a:ext cx="340360" cy="32251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0" name="Freeform 10"/>
            <p:cNvSpPr>
              <a:spLocks/>
            </p:cNvSpPr>
            <p:nvPr/>
          </p:nvSpPr>
          <p:spPr bwMode="auto">
            <a:xfrm>
              <a:off x="975360" y="4910574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47" y="0"/>
                  </a:moveTo>
                  <a:lnTo>
                    <a:pt x="81" y="162"/>
                  </a:lnTo>
                  <a:lnTo>
                    <a:pt x="47" y="162"/>
                  </a:lnTo>
                  <a:lnTo>
                    <a:pt x="0" y="162"/>
                  </a:lnTo>
                  <a:lnTo>
                    <a:pt x="47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1" name="Line 11"/>
            <p:cNvSpPr>
              <a:spLocks noChangeShapeType="1"/>
            </p:cNvSpPr>
            <p:nvPr/>
          </p:nvSpPr>
          <p:spPr bwMode="auto">
            <a:xfrm>
              <a:off x="1035050" y="5106259"/>
              <a:ext cx="1270" cy="12562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2" name="Rectangle 12"/>
            <p:cNvSpPr>
              <a:spLocks noChangeArrowheads="1"/>
            </p:cNvSpPr>
            <p:nvPr/>
          </p:nvSpPr>
          <p:spPr bwMode="auto">
            <a:xfrm>
              <a:off x="725170" y="4911782"/>
              <a:ext cx="14478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3" name="Line 13"/>
            <p:cNvSpPr>
              <a:spLocks noChangeShapeType="1"/>
            </p:cNvSpPr>
            <p:nvPr/>
          </p:nvSpPr>
          <p:spPr bwMode="auto">
            <a:xfrm flipH="1">
              <a:off x="2344420" y="5100219"/>
              <a:ext cx="220980" cy="19568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4" name="Freeform 14"/>
            <p:cNvSpPr>
              <a:spLocks/>
            </p:cNvSpPr>
            <p:nvPr/>
          </p:nvSpPr>
          <p:spPr bwMode="auto">
            <a:xfrm>
              <a:off x="2402840" y="5602717"/>
              <a:ext cx="236220" cy="195684"/>
            </a:xfrm>
            <a:custGeom>
              <a:avLst/>
              <a:gdLst>
                <a:gd name="T0" fmla="*/ 2147483646 w 186"/>
                <a:gd name="T1" fmla="*/ 2147483646 h 162"/>
                <a:gd name="T2" fmla="*/ 0 w 186"/>
                <a:gd name="T3" fmla="*/ 2147483646 h 162"/>
                <a:gd name="T4" fmla="*/ 2147483646 w 186"/>
                <a:gd name="T5" fmla="*/ 2147483646 h 162"/>
                <a:gd name="T6" fmla="*/ 2147483646 w 186"/>
                <a:gd name="T7" fmla="*/ 0 h 162"/>
                <a:gd name="T8" fmla="*/ 2147483646 w 186"/>
                <a:gd name="T9" fmla="*/ 2147483646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6" h="162">
                  <a:moveTo>
                    <a:pt x="186" y="162"/>
                  </a:moveTo>
                  <a:lnTo>
                    <a:pt x="0" y="70"/>
                  </a:lnTo>
                  <a:lnTo>
                    <a:pt x="35" y="35"/>
                  </a:lnTo>
                  <a:lnTo>
                    <a:pt x="70" y="0"/>
                  </a:lnTo>
                  <a:lnTo>
                    <a:pt x="186" y="16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5" name="Line 15"/>
            <p:cNvSpPr>
              <a:spLocks noChangeShapeType="1"/>
            </p:cNvSpPr>
            <p:nvPr/>
          </p:nvSpPr>
          <p:spPr bwMode="auto">
            <a:xfrm flipH="1" flipV="1">
              <a:off x="2344420" y="5547152"/>
              <a:ext cx="102870" cy="9784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6" name="Line 16"/>
            <p:cNvSpPr>
              <a:spLocks noChangeShapeType="1"/>
            </p:cNvSpPr>
            <p:nvPr/>
          </p:nvSpPr>
          <p:spPr bwMode="auto">
            <a:xfrm>
              <a:off x="2344420" y="5128001"/>
              <a:ext cx="1270" cy="642617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7" name="Line 17"/>
            <p:cNvSpPr>
              <a:spLocks noChangeShapeType="1"/>
            </p:cNvSpPr>
            <p:nvPr/>
          </p:nvSpPr>
          <p:spPr bwMode="auto">
            <a:xfrm>
              <a:off x="1372870" y="3970807"/>
              <a:ext cx="11620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8" name="Line 18"/>
            <p:cNvSpPr>
              <a:spLocks noChangeShapeType="1"/>
            </p:cNvSpPr>
            <p:nvPr/>
          </p:nvSpPr>
          <p:spPr bwMode="auto">
            <a:xfrm>
              <a:off x="1372870" y="6097967"/>
              <a:ext cx="12509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9" name="Line 19"/>
            <p:cNvSpPr>
              <a:spLocks noChangeShapeType="1"/>
            </p:cNvSpPr>
            <p:nvPr/>
          </p:nvSpPr>
          <p:spPr bwMode="auto">
            <a:xfrm>
              <a:off x="1372870" y="3961143"/>
              <a:ext cx="1270" cy="94943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0" name="Line 20"/>
            <p:cNvSpPr>
              <a:spLocks noChangeShapeType="1"/>
            </p:cNvSpPr>
            <p:nvPr/>
          </p:nvSpPr>
          <p:spPr bwMode="auto">
            <a:xfrm>
              <a:off x="2623820" y="5776658"/>
              <a:ext cx="1270" cy="32130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1" name="Line 21"/>
            <p:cNvSpPr>
              <a:spLocks noChangeShapeType="1"/>
            </p:cNvSpPr>
            <p:nvPr/>
          </p:nvSpPr>
          <p:spPr bwMode="auto">
            <a:xfrm>
              <a:off x="1372870" y="5231883"/>
              <a:ext cx="1270" cy="86608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2" name="Line 22"/>
            <p:cNvSpPr>
              <a:spLocks noChangeShapeType="1"/>
            </p:cNvSpPr>
            <p:nvPr/>
          </p:nvSpPr>
          <p:spPr bwMode="auto">
            <a:xfrm>
              <a:off x="1902460" y="5449310"/>
              <a:ext cx="412750" cy="1208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3" name="Rectangle 23"/>
            <p:cNvSpPr>
              <a:spLocks noChangeArrowheads="1"/>
            </p:cNvSpPr>
            <p:nvPr/>
          </p:nvSpPr>
          <p:spPr bwMode="auto">
            <a:xfrm>
              <a:off x="1902460" y="5227051"/>
              <a:ext cx="135890" cy="2597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4" name="Rectangle 24"/>
            <p:cNvSpPr>
              <a:spLocks noChangeArrowheads="1"/>
            </p:cNvSpPr>
            <p:nvPr/>
          </p:nvSpPr>
          <p:spPr bwMode="auto">
            <a:xfrm>
              <a:off x="2049780" y="5253626"/>
              <a:ext cx="18542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Times" panose="02020603050405020304" pitchFamily="18" charset="0"/>
                </a:rPr>
                <a:t>,T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5" name="Line 25"/>
            <p:cNvSpPr>
              <a:spLocks noChangeShapeType="1"/>
            </p:cNvSpPr>
            <p:nvPr/>
          </p:nvSpPr>
          <p:spPr bwMode="auto">
            <a:xfrm flipV="1">
              <a:off x="6383020" y="3731637"/>
              <a:ext cx="1270" cy="474715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6" name="Line 26"/>
            <p:cNvSpPr>
              <a:spLocks noChangeShapeType="1"/>
            </p:cNvSpPr>
            <p:nvPr/>
          </p:nvSpPr>
          <p:spPr bwMode="auto">
            <a:xfrm flipH="1">
              <a:off x="6043930" y="3968391"/>
              <a:ext cx="339090" cy="23796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7" name="Line 27"/>
            <p:cNvSpPr>
              <a:spLocks noChangeShapeType="1"/>
            </p:cNvSpPr>
            <p:nvPr/>
          </p:nvSpPr>
          <p:spPr bwMode="auto">
            <a:xfrm flipV="1">
              <a:off x="6043930" y="3731637"/>
              <a:ext cx="1270" cy="474715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8" name="Line 28"/>
            <p:cNvSpPr>
              <a:spLocks noChangeShapeType="1"/>
            </p:cNvSpPr>
            <p:nvPr/>
          </p:nvSpPr>
          <p:spPr bwMode="auto">
            <a:xfrm>
              <a:off x="6043930" y="3731637"/>
              <a:ext cx="339090" cy="23675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9" name="Line 29"/>
            <p:cNvSpPr>
              <a:spLocks noChangeShapeType="1"/>
            </p:cNvSpPr>
            <p:nvPr/>
          </p:nvSpPr>
          <p:spPr bwMode="auto">
            <a:xfrm>
              <a:off x="5650230" y="3969599"/>
              <a:ext cx="3937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0" name="Line 30"/>
            <p:cNvSpPr>
              <a:spLocks noChangeShapeType="1"/>
            </p:cNvSpPr>
            <p:nvPr/>
          </p:nvSpPr>
          <p:spPr bwMode="auto">
            <a:xfrm>
              <a:off x="6383020" y="3968391"/>
              <a:ext cx="57404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1" name="Freeform 31"/>
            <p:cNvSpPr>
              <a:spLocks/>
            </p:cNvSpPr>
            <p:nvPr/>
          </p:nvSpPr>
          <p:spPr bwMode="auto">
            <a:xfrm>
              <a:off x="6739890" y="4052946"/>
              <a:ext cx="102870" cy="194476"/>
            </a:xfrm>
            <a:custGeom>
              <a:avLst/>
              <a:gdLst>
                <a:gd name="T0" fmla="*/ 2147483646 w 81"/>
                <a:gd name="T1" fmla="*/ 0 h 161"/>
                <a:gd name="T2" fmla="*/ 2147483646 w 81"/>
                <a:gd name="T3" fmla="*/ 2147483646 h 161"/>
                <a:gd name="T4" fmla="*/ 2147483646 w 81"/>
                <a:gd name="T5" fmla="*/ 2147483646 h 161"/>
                <a:gd name="T6" fmla="*/ 0 w 81"/>
                <a:gd name="T7" fmla="*/ 2147483646 h 161"/>
                <a:gd name="T8" fmla="*/ 2147483646 w 81"/>
                <a:gd name="T9" fmla="*/ 0 h 1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1">
                  <a:moveTo>
                    <a:pt x="35" y="0"/>
                  </a:moveTo>
                  <a:lnTo>
                    <a:pt x="81" y="161"/>
                  </a:lnTo>
                  <a:lnTo>
                    <a:pt x="35" y="161"/>
                  </a:lnTo>
                  <a:lnTo>
                    <a:pt x="0" y="16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2" name="Line 32"/>
            <p:cNvSpPr>
              <a:spLocks noChangeShapeType="1"/>
            </p:cNvSpPr>
            <p:nvPr/>
          </p:nvSpPr>
          <p:spPr bwMode="auto">
            <a:xfrm>
              <a:off x="6784340" y="4240175"/>
              <a:ext cx="1270" cy="754955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3" name="Rectangle 33"/>
            <p:cNvSpPr>
              <a:spLocks noChangeArrowheads="1"/>
            </p:cNvSpPr>
            <p:nvPr/>
          </p:nvSpPr>
          <p:spPr bwMode="auto">
            <a:xfrm>
              <a:off x="6871970" y="4450354"/>
              <a:ext cx="18415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4" name="Rectangle 34"/>
            <p:cNvSpPr>
              <a:spLocks noChangeArrowheads="1"/>
            </p:cNvSpPr>
            <p:nvPr/>
          </p:nvSpPr>
          <p:spPr bwMode="auto">
            <a:xfrm>
              <a:off x="7034530" y="4562691"/>
              <a:ext cx="67310" cy="210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5" name="Freeform 35"/>
            <p:cNvSpPr>
              <a:spLocks/>
            </p:cNvSpPr>
            <p:nvPr/>
          </p:nvSpPr>
          <p:spPr bwMode="auto">
            <a:xfrm>
              <a:off x="2653030" y="5170279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35" y="0"/>
                  </a:moveTo>
                  <a:lnTo>
                    <a:pt x="81" y="162"/>
                  </a:lnTo>
                  <a:lnTo>
                    <a:pt x="35" y="162"/>
                  </a:lnTo>
                  <a:lnTo>
                    <a:pt x="0" y="162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6" name="Line 36"/>
            <p:cNvSpPr>
              <a:spLocks noChangeShapeType="1"/>
            </p:cNvSpPr>
            <p:nvPr/>
          </p:nvSpPr>
          <p:spPr bwMode="auto">
            <a:xfrm>
              <a:off x="2697480" y="5365963"/>
              <a:ext cx="1270" cy="516993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7" name="Rectangle 37"/>
            <p:cNvSpPr>
              <a:spLocks noChangeArrowheads="1"/>
            </p:cNvSpPr>
            <p:nvPr/>
          </p:nvSpPr>
          <p:spPr bwMode="auto">
            <a:xfrm>
              <a:off x="2816860" y="5420320"/>
              <a:ext cx="12700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8" name="Rectangle 38"/>
            <p:cNvSpPr>
              <a:spLocks noChangeArrowheads="1"/>
            </p:cNvSpPr>
            <p:nvPr/>
          </p:nvSpPr>
          <p:spPr bwMode="auto">
            <a:xfrm>
              <a:off x="2905760" y="5533865"/>
              <a:ext cx="158750" cy="2125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ce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9" name="Rectangle 39"/>
            <p:cNvSpPr>
              <a:spLocks noChangeArrowheads="1"/>
            </p:cNvSpPr>
            <p:nvPr/>
          </p:nvSpPr>
          <p:spPr bwMode="auto">
            <a:xfrm>
              <a:off x="6169660" y="4229303"/>
              <a:ext cx="15494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0" name="Rectangle 40"/>
            <p:cNvSpPr>
              <a:spLocks noChangeArrowheads="1"/>
            </p:cNvSpPr>
            <p:nvPr/>
          </p:nvSpPr>
          <p:spPr bwMode="auto">
            <a:xfrm>
              <a:off x="2080260" y="3683320"/>
              <a:ext cx="5715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1" name="Oval 41"/>
            <p:cNvSpPr>
              <a:spLocks noChangeArrowheads="1"/>
            </p:cNvSpPr>
            <p:nvPr/>
          </p:nvSpPr>
          <p:spPr bwMode="auto">
            <a:xfrm>
              <a:off x="356362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2" name="Oval 42"/>
            <p:cNvSpPr>
              <a:spLocks noChangeArrowheads="1"/>
            </p:cNvSpPr>
            <p:nvPr/>
          </p:nvSpPr>
          <p:spPr bwMode="auto">
            <a:xfrm>
              <a:off x="398526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3" name="Line 43"/>
            <p:cNvSpPr>
              <a:spLocks noChangeShapeType="1"/>
            </p:cNvSpPr>
            <p:nvPr/>
          </p:nvSpPr>
          <p:spPr bwMode="auto">
            <a:xfrm flipH="1">
              <a:off x="4744720" y="3972015"/>
              <a:ext cx="18161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4" name="Line 44"/>
            <p:cNvSpPr>
              <a:spLocks noChangeShapeType="1"/>
            </p:cNvSpPr>
            <p:nvPr/>
          </p:nvSpPr>
          <p:spPr bwMode="auto">
            <a:xfrm flipH="1" flipV="1">
              <a:off x="4744720" y="4790990"/>
              <a:ext cx="18161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5" name="Line 4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6" name="Line 46"/>
            <p:cNvSpPr>
              <a:spLocks noChangeShapeType="1"/>
            </p:cNvSpPr>
            <p:nvPr/>
          </p:nvSpPr>
          <p:spPr bwMode="auto">
            <a:xfrm flipH="1">
              <a:off x="2532380" y="5106259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7" name="Line 47"/>
            <p:cNvSpPr>
              <a:spLocks noChangeShapeType="1"/>
            </p:cNvSpPr>
            <p:nvPr/>
          </p:nvSpPr>
          <p:spPr bwMode="auto">
            <a:xfrm flipH="1">
              <a:off x="4926330" y="3972015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8" name="Line 48"/>
            <p:cNvSpPr>
              <a:spLocks noChangeShapeType="1"/>
            </p:cNvSpPr>
            <p:nvPr/>
          </p:nvSpPr>
          <p:spPr bwMode="auto">
            <a:xfrm flipH="1">
              <a:off x="4926330" y="5106259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9" name="Arc 49"/>
            <p:cNvSpPr>
              <a:spLocks/>
            </p:cNvSpPr>
            <p:nvPr/>
          </p:nvSpPr>
          <p:spPr bwMode="auto">
            <a:xfrm>
              <a:off x="2871470" y="4805485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0" name="Arc 50"/>
            <p:cNvSpPr>
              <a:spLocks/>
            </p:cNvSpPr>
            <p:nvPr/>
          </p:nvSpPr>
          <p:spPr bwMode="auto">
            <a:xfrm>
              <a:off x="2969260" y="4848970"/>
              <a:ext cx="97790" cy="36238"/>
            </a:xfrm>
            <a:custGeom>
              <a:avLst/>
              <a:gdLst>
                <a:gd name="T0" fmla="*/ 185993524 w 21600"/>
                <a:gd name="T1" fmla="*/ 0 h 21648"/>
                <a:gd name="T2" fmla="*/ 0 w 21600"/>
                <a:gd name="T3" fmla="*/ 476313 h 21648"/>
                <a:gd name="T4" fmla="*/ 0 w 21600"/>
                <a:gd name="T5" fmla="*/ 1051 h 21648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8" fill="none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</a:path>
                <a:path w="21600" h="21648" stroke="0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  <a:lnTo>
                    <a:pt x="0" y="48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1" name="Arc 51"/>
            <p:cNvSpPr>
              <a:spLocks/>
            </p:cNvSpPr>
            <p:nvPr/>
          </p:nvSpPr>
          <p:spPr bwMode="auto">
            <a:xfrm>
              <a:off x="2871470" y="4812732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2" name="Arc 52"/>
            <p:cNvSpPr>
              <a:spLocks/>
            </p:cNvSpPr>
            <p:nvPr/>
          </p:nvSpPr>
          <p:spPr bwMode="auto">
            <a:xfrm>
              <a:off x="2969260" y="481273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3" name="Arc 53"/>
            <p:cNvSpPr>
              <a:spLocks/>
            </p:cNvSpPr>
            <p:nvPr/>
          </p:nvSpPr>
          <p:spPr bwMode="auto">
            <a:xfrm>
              <a:off x="2871470" y="4719722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4" name="Arc 54"/>
            <p:cNvSpPr>
              <a:spLocks/>
            </p:cNvSpPr>
            <p:nvPr/>
          </p:nvSpPr>
          <p:spPr bwMode="auto">
            <a:xfrm>
              <a:off x="2969260" y="4761999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5" name="Arc 55"/>
            <p:cNvSpPr>
              <a:spLocks/>
            </p:cNvSpPr>
            <p:nvPr/>
          </p:nvSpPr>
          <p:spPr bwMode="auto">
            <a:xfrm>
              <a:off x="2871470" y="4725761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6" name="Arc 56"/>
            <p:cNvSpPr>
              <a:spLocks/>
            </p:cNvSpPr>
            <p:nvPr/>
          </p:nvSpPr>
          <p:spPr bwMode="auto">
            <a:xfrm>
              <a:off x="2969260" y="4725761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7" name="Arc 57"/>
            <p:cNvSpPr>
              <a:spLocks/>
            </p:cNvSpPr>
            <p:nvPr/>
          </p:nvSpPr>
          <p:spPr bwMode="auto">
            <a:xfrm>
              <a:off x="2871470" y="4625504"/>
              <a:ext cx="97790" cy="85763"/>
            </a:xfrm>
            <a:custGeom>
              <a:avLst/>
              <a:gdLst>
                <a:gd name="T0" fmla="*/ 185993524 w 21600"/>
                <a:gd name="T1" fmla="*/ 82319027 h 21720"/>
                <a:gd name="T2" fmla="*/ 0 w 21600"/>
                <a:gd name="T3" fmla="*/ 0 h 21720"/>
                <a:gd name="T4" fmla="*/ 185993524 w 21600"/>
                <a:gd name="T5" fmla="*/ 455077 h 2172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20" fill="none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</a:path>
                <a:path w="21600" h="21720" stroke="0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  <a:lnTo>
                    <a:pt x="21600" y="120"/>
                  </a:lnTo>
                  <a:lnTo>
                    <a:pt x="21600" y="2172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8" name="Arc 58"/>
            <p:cNvSpPr>
              <a:spLocks/>
            </p:cNvSpPr>
            <p:nvPr/>
          </p:nvSpPr>
          <p:spPr bwMode="auto">
            <a:xfrm>
              <a:off x="2969260" y="4676236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9" name="Arc 59"/>
            <p:cNvSpPr>
              <a:spLocks/>
            </p:cNvSpPr>
            <p:nvPr/>
          </p:nvSpPr>
          <p:spPr bwMode="auto">
            <a:xfrm>
              <a:off x="2871470" y="4639999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0" name="Arc 60"/>
            <p:cNvSpPr>
              <a:spLocks/>
            </p:cNvSpPr>
            <p:nvPr/>
          </p:nvSpPr>
          <p:spPr bwMode="auto">
            <a:xfrm>
              <a:off x="2969260" y="4639999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1" name="Arc 61"/>
            <p:cNvSpPr>
              <a:spLocks/>
            </p:cNvSpPr>
            <p:nvPr/>
          </p:nvSpPr>
          <p:spPr bwMode="auto">
            <a:xfrm>
              <a:off x="2871470" y="4532493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2" name="Arc 62"/>
            <p:cNvSpPr>
              <a:spLocks/>
            </p:cNvSpPr>
            <p:nvPr/>
          </p:nvSpPr>
          <p:spPr bwMode="auto">
            <a:xfrm>
              <a:off x="2969260" y="4583226"/>
              <a:ext cx="97790" cy="28990"/>
            </a:xfrm>
            <a:custGeom>
              <a:avLst/>
              <a:gdLst>
                <a:gd name="T0" fmla="*/ 185959461 w 21600"/>
                <a:gd name="T1" fmla="*/ 0 h 22022"/>
                <a:gd name="T2" fmla="*/ 0 w 21600"/>
                <a:gd name="T3" fmla="*/ 114607 h 22022"/>
                <a:gd name="T4" fmla="*/ 0 w 21600"/>
                <a:gd name="T5" fmla="*/ 2200 h 220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2022" fill="none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</a:path>
                <a:path w="21600" h="22022" stroke="0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  <a:lnTo>
                    <a:pt x="0" y="422"/>
                  </a:lnTo>
                  <a:lnTo>
                    <a:pt x="21595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3" name="Arc 63"/>
            <p:cNvSpPr>
              <a:spLocks/>
            </p:cNvSpPr>
            <p:nvPr/>
          </p:nvSpPr>
          <p:spPr bwMode="auto">
            <a:xfrm>
              <a:off x="2871470" y="4554236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4" name="Arc 64"/>
            <p:cNvSpPr>
              <a:spLocks/>
            </p:cNvSpPr>
            <p:nvPr/>
          </p:nvSpPr>
          <p:spPr bwMode="auto">
            <a:xfrm>
              <a:off x="2969260" y="4554236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5" name="Arc 65"/>
            <p:cNvSpPr>
              <a:spLocks/>
            </p:cNvSpPr>
            <p:nvPr/>
          </p:nvSpPr>
          <p:spPr bwMode="auto">
            <a:xfrm>
              <a:off x="2871470" y="4446730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6" name="Arc 66"/>
            <p:cNvSpPr>
              <a:spLocks/>
            </p:cNvSpPr>
            <p:nvPr/>
          </p:nvSpPr>
          <p:spPr bwMode="auto">
            <a:xfrm>
              <a:off x="2969260" y="4496255"/>
              <a:ext cx="97790" cy="28990"/>
            </a:xfrm>
            <a:custGeom>
              <a:avLst/>
              <a:gdLst>
                <a:gd name="T0" fmla="*/ 185967062 w 21600"/>
                <a:gd name="T1" fmla="*/ 0 h 21954"/>
                <a:gd name="T2" fmla="*/ 0 w 21600"/>
                <a:gd name="T3" fmla="*/ 116393 h 21954"/>
                <a:gd name="T4" fmla="*/ 0 w 21600"/>
                <a:gd name="T5" fmla="*/ 1876 h 2195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54" fill="none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</a:path>
                <a:path w="21600" h="21954" stroke="0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  <a:lnTo>
                    <a:pt x="0" y="354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7" name="Arc 67"/>
            <p:cNvSpPr>
              <a:spLocks/>
            </p:cNvSpPr>
            <p:nvPr/>
          </p:nvSpPr>
          <p:spPr bwMode="auto">
            <a:xfrm>
              <a:off x="2871470" y="4467265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8" name="Arc 68"/>
            <p:cNvSpPr>
              <a:spLocks/>
            </p:cNvSpPr>
            <p:nvPr/>
          </p:nvSpPr>
          <p:spPr bwMode="auto">
            <a:xfrm>
              <a:off x="2969260" y="4467265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9" name="Arc 69"/>
            <p:cNvSpPr>
              <a:spLocks/>
            </p:cNvSpPr>
            <p:nvPr/>
          </p:nvSpPr>
          <p:spPr bwMode="auto">
            <a:xfrm>
              <a:off x="2871470" y="4359759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0" name="Arc 70"/>
            <p:cNvSpPr>
              <a:spLocks/>
            </p:cNvSpPr>
            <p:nvPr/>
          </p:nvSpPr>
          <p:spPr bwMode="auto">
            <a:xfrm>
              <a:off x="2969260" y="4410492"/>
              <a:ext cx="97790" cy="28990"/>
            </a:xfrm>
            <a:custGeom>
              <a:avLst/>
              <a:gdLst>
                <a:gd name="T0" fmla="*/ 185967062 w 21600"/>
                <a:gd name="T1" fmla="*/ 0 h 21962"/>
                <a:gd name="T2" fmla="*/ 0 w 21600"/>
                <a:gd name="T3" fmla="*/ 116180 h 21962"/>
                <a:gd name="T4" fmla="*/ 0 w 21600"/>
                <a:gd name="T5" fmla="*/ 1917 h 2196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62" fill="none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</a:path>
                <a:path w="21600" h="21962" stroke="0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  <a:lnTo>
                    <a:pt x="0" y="362"/>
                  </a:lnTo>
                  <a:lnTo>
                    <a:pt x="21596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1" name="Arc 71"/>
            <p:cNvSpPr>
              <a:spLocks/>
            </p:cNvSpPr>
            <p:nvPr/>
          </p:nvSpPr>
          <p:spPr bwMode="auto">
            <a:xfrm>
              <a:off x="2871470" y="4381502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2" name="Arc 72"/>
            <p:cNvSpPr>
              <a:spLocks/>
            </p:cNvSpPr>
            <p:nvPr/>
          </p:nvSpPr>
          <p:spPr bwMode="auto">
            <a:xfrm>
              <a:off x="2969260" y="438150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3" name="Arc 73"/>
            <p:cNvSpPr>
              <a:spLocks/>
            </p:cNvSpPr>
            <p:nvPr/>
          </p:nvSpPr>
          <p:spPr bwMode="auto">
            <a:xfrm>
              <a:off x="2871470" y="4295739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4" name="Arc 74"/>
            <p:cNvSpPr>
              <a:spLocks/>
            </p:cNvSpPr>
            <p:nvPr/>
          </p:nvSpPr>
          <p:spPr bwMode="auto">
            <a:xfrm>
              <a:off x="2871470" y="4891248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5" name="Line 75"/>
            <p:cNvSpPr>
              <a:spLocks noChangeShapeType="1"/>
            </p:cNvSpPr>
            <p:nvPr/>
          </p:nvSpPr>
          <p:spPr bwMode="auto">
            <a:xfrm flipV="1">
              <a:off x="2954020" y="4216016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6" name="Line 76"/>
            <p:cNvSpPr>
              <a:spLocks noChangeShapeType="1"/>
            </p:cNvSpPr>
            <p:nvPr/>
          </p:nvSpPr>
          <p:spPr bwMode="auto">
            <a:xfrm flipV="1">
              <a:off x="2954020" y="4984258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7" name="Line 77"/>
            <p:cNvSpPr>
              <a:spLocks noChangeShapeType="1"/>
            </p:cNvSpPr>
            <p:nvPr/>
          </p:nvSpPr>
          <p:spPr bwMode="auto">
            <a:xfrm>
              <a:off x="3465830" y="3972015"/>
              <a:ext cx="18034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8" name="Line 78"/>
            <p:cNvSpPr>
              <a:spLocks noChangeShapeType="1"/>
            </p:cNvSpPr>
            <p:nvPr/>
          </p:nvSpPr>
          <p:spPr bwMode="auto">
            <a:xfrm flipV="1">
              <a:off x="3465830" y="4790990"/>
              <a:ext cx="18034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9" name="Freeform 79"/>
            <p:cNvSpPr>
              <a:spLocks/>
            </p:cNvSpPr>
            <p:nvPr/>
          </p:nvSpPr>
          <p:spPr bwMode="auto">
            <a:xfrm>
              <a:off x="2908300" y="4101263"/>
              <a:ext cx="105410" cy="201724"/>
            </a:xfrm>
            <a:custGeom>
              <a:avLst/>
              <a:gdLst>
                <a:gd name="T0" fmla="*/ 2147483646 w 83"/>
                <a:gd name="T1" fmla="*/ 2147483646 h 167"/>
                <a:gd name="T2" fmla="*/ 0 w 83"/>
                <a:gd name="T3" fmla="*/ 0 h 167"/>
                <a:gd name="T4" fmla="*/ 2147483646 w 83"/>
                <a:gd name="T5" fmla="*/ 0 h 167"/>
                <a:gd name="T6" fmla="*/ 2147483646 w 83"/>
                <a:gd name="T7" fmla="*/ 0 h 167"/>
                <a:gd name="T8" fmla="*/ 2147483646 w 83"/>
                <a:gd name="T9" fmla="*/ 2147483646 h 16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7">
                  <a:moveTo>
                    <a:pt x="36" y="167"/>
                  </a:moveTo>
                  <a:lnTo>
                    <a:pt x="0" y="0"/>
                  </a:lnTo>
                  <a:lnTo>
                    <a:pt x="36" y="0"/>
                  </a:lnTo>
                  <a:lnTo>
                    <a:pt x="83" y="0"/>
                  </a:lnTo>
                  <a:lnTo>
                    <a:pt x="36" y="167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0" name="Line 80"/>
            <p:cNvSpPr>
              <a:spLocks noChangeShapeType="1"/>
            </p:cNvSpPr>
            <p:nvPr/>
          </p:nvSpPr>
          <p:spPr bwMode="auto">
            <a:xfrm flipV="1">
              <a:off x="2954020" y="3972015"/>
              <a:ext cx="1270" cy="12924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1" name="Line 81"/>
            <p:cNvSpPr>
              <a:spLocks noChangeShapeType="1"/>
            </p:cNvSpPr>
            <p:nvPr/>
          </p:nvSpPr>
          <p:spPr bwMode="auto">
            <a:xfrm flipV="1">
              <a:off x="2954020" y="5056734"/>
              <a:ext cx="1270" cy="7126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2" name="Freeform 82"/>
            <p:cNvSpPr>
              <a:spLocks/>
            </p:cNvSpPr>
            <p:nvPr/>
          </p:nvSpPr>
          <p:spPr bwMode="auto">
            <a:xfrm>
              <a:off x="318008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3" name="Line 83"/>
            <p:cNvSpPr>
              <a:spLocks noChangeShapeType="1"/>
            </p:cNvSpPr>
            <p:nvPr/>
          </p:nvSpPr>
          <p:spPr bwMode="auto">
            <a:xfrm flipH="1">
              <a:off x="304419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4" name="Freeform 84"/>
            <p:cNvSpPr>
              <a:spLocks/>
            </p:cNvSpPr>
            <p:nvPr/>
          </p:nvSpPr>
          <p:spPr bwMode="auto">
            <a:xfrm>
              <a:off x="266827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5" name="Line 8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6" name="Freeform 86"/>
            <p:cNvSpPr>
              <a:spLocks/>
            </p:cNvSpPr>
            <p:nvPr/>
          </p:nvSpPr>
          <p:spPr bwMode="auto">
            <a:xfrm>
              <a:off x="5324475" y="5057338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7" name="Line 87"/>
            <p:cNvSpPr>
              <a:spLocks noChangeShapeType="1"/>
            </p:cNvSpPr>
            <p:nvPr/>
          </p:nvSpPr>
          <p:spPr bwMode="auto">
            <a:xfrm flipH="1">
              <a:off x="525653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8" name="Freeform 90"/>
            <p:cNvSpPr>
              <a:spLocks/>
            </p:cNvSpPr>
            <p:nvPr/>
          </p:nvSpPr>
          <p:spPr bwMode="auto">
            <a:xfrm>
              <a:off x="2396490" y="4058986"/>
              <a:ext cx="105410" cy="200516"/>
            </a:xfrm>
            <a:custGeom>
              <a:avLst/>
              <a:gdLst>
                <a:gd name="T0" fmla="*/ 2147483646 w 83"/>
                <a:gd name="T1" fmla="*/ 0 h 166"/>
                <a:gd name="T2" fmla="*/ 2147483646 w 83"/>
                <a:gd name="T3" fmla="*/ 2147483646 h 166"/>
                <a:gd name="T4" fmla="*/ 2147483646 w 83"/>
                <a:gd name="T5" fmla="*/ 2147483646 h 166"/>
                <a:gd name="T6" fmla="*/ 0 w 83"/>
                <a:gd name="T7" fmla="*/ 2147483646 h 166"/>
                <a:gd name="T8" fmla="*/ 2147483646 w 83"/>
                <a:gd name="T9" fmla="*/ 0 h 1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6">
                  <a:moveTo>
                    <a:pt x="36" y="0"/>
                  </a:moveTo>
                  <a:lnTo>
                    <a:pt x="83" y="166"/>
                  </a:lnTo>
                  <a:lnTo>
                    <a:pt x="36" y="166"/>
                  </a:lnTo>
                  <a:lnTo>
                    <a:pt x="0" y="166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9" name="Line 91"/>
            <p:cNvSpPr>
              <a:spLocks noChangeShapeType="1"/>
            </p:cNvSpPr>
            <p:nvPr/>
          </p:nvSpPr>
          <p:spPr bwMode="auto">
            <a:xfrm>
              <a:off x="2442210" y="4259501"/>
              <a:ext cx="1270" cy="77548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0" name="Rectangle 92"/>
            <p:cNvSpPr>
              <a:spLocks noChangeArrowheads="1"/>
            </p:cNvSpPr>
            <p:nvPr/>
          </p:nvSpPr>
          <p:spPr bwMode="auto">
            <a:xfrm>
              <a:off x="4173220" y="3813776"/>
              <a:ext cx="190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m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1" name="Rectangle 93"/>
            <p:cNvSpPr>
              <a:spLocks noChangeArrowheads="1"/>
            </p:cNvSpPr>
            <p:nvPr/>
          </p:nvSpPr>
          <p:spPr bwMode="auto">
            <a:xfrm>
              <a:off x="21120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2" name="Rectangle 94"/>
            <p:cNvSpPr>
              <a:spLocks noChangeArrowheads="1"/>
            </p:cNvSpPr>
            <p:nvPr/>
          </p:nvSpPr>
          <p:spPr bwMode="auto">
            <a:xfrm>
              <a:off x="221615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3" name="Rectangle 95"/>
            <p:cNvSpPr>
              <a:spLocks noChangeArrowheads="1"/>
            </p:cNvSpPr>
            <p:nvPr/>
          </p:nvSpPr>
          <p:spPr bwMode="auto">
            <a:xfrm>
              <a:off x="53641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4" name="Rectangle 96"/>
            <p:cNvSpPr>
              <a:spLocks noChangeArrowheads="1"/>
            </p:cNvSpPr>
            <p:nvPr/>
          </p:nvSpPr>
          <p:spPr bwMode="auto">
            <a:xfrm>
              <a:off x="546952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5" name="Rectangle 97"/>
            <p:cNvSpPr>
              <a:spLocks noChangeArrowheads="1"/>
            </p:cNvSpPr>
            <p:nvPr/>
          </p:nvSpPr>
          <p:spPr bwMode="auto">
            <a:xfrm>
              <a:off x="5287010" y="5161417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6" name="Rectangle 98"/>
            <p:cNvSpPr>
              <a:spLocks noChangeArrowheads="1"/>
            </p:cNvSpPr>
            <p:nvPr/>
          </p:nvSpPr>
          <p:spPr bwMode="auto">
            <a:xfrm>
              <a:off x="5363210" y="5247180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7" name="Rectangle 99"/>
            <p:cNvSpPr>
              <a:spLocks noChangeArrowheads="1"/>
            </p:cNvSpPr>
            <p:nvPr/>
          </p:nvSpPr>
          <p:spPr bwMode="auto">
            <a:xfrm>
              <a:off x="2546350" y="3672449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8" name="Rectangle 100"/>
            <p:cNvSpPr>
              <a:spLocks noChangeArrowheads="1"/>
            </p:cNvSpPr>
            <p:nvPr/>
          </p:nvSpPr>
          <p:spPr bwMode="auto">
            <a:xfrm>
              <a:off x="262255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9" name="Rectangle 101"/>
            <p:cNvSpPr>
              <a:spLocks noChangeArrowheads="1"/>
            </p:cNvSpPr>
            <p:nvPr/>
          </p:nvSpPr>
          <p:spPr bwMode="auto">
            <a:xfrm>
              <a:off x="3211830" y="3672449"/>
              <a:ext cx="10414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i'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0" name="Rectangle 102"/>
            <p:cNvSpPr>
              <a:spLocks noChangeArrowheads="1"/>
            </p:cNvSpPr>
            <p:nvPr/>
          </p:nvSpPr>
          <p:spPr bwMode="auto">
            <a:xfrm>
              <a:off x="331597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1" name="Rectangle 103"/>
            <p:cNvSpPr>
              <a:spLocks noChangeArrowheads="1"/>
            </p:cNvSpPr>
            <p:nvPr/>
          </p:nvSpPr>
          <p:spPr bwMode="auto">
            <a:xfrm>
              <a:off x="3059430" y="4086768"/>
              <a:ext cx="60960" cy="271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2" name="Rectangle 104"/>
            <p:cNvSpPr>
              <a:spLocks noChangeArrowheads="1"/>
            </p:cNvSpPr>
            <p:nvPr/>
          </p:nvSpPr>
          <p:spPr bwMode="auto">
            <a:xfrm>
              <a:off x="3103880" y="4160451"/>
              <a:ext cx="165100" cy="1993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3" name="Oval 105"/>
            <p:cNvSpPr>
              <a:spLocks noChangeArrowheads="1"/>
            </p:cNvSpPr>
            <p:nvPr/>
          </p:nvSpPr>
          <p:spPr bwMode="auto">
            <a:xfrm>
              <a:off x="3442970" y="4266749"/>
              <a:ext cx="7493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4" name="Oval 106"/>
            <p:cNvSpPr>
              <a:spLocks noChangeArrowheads="1"/>
            </p:cNvSpPr>
            <p:nvPr/>
          </p:nvSpPr>
          <p:spPr bwMode="auto">
            <a:xfrm>
              <a:off x="4888230" y="4801861"/>
              <a:ext cx="9017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5" name="Rectangle 107"/>
            <p:cNvSpPr>
              <a:spLocks noChangeArrowheads="1"/>
            </p:cNvSpPr>
            <p:nvPr/>
          </p:nvSpPr>
          <p:spPr bwMode="auto">
            <a:xfrm>
              <a:off x="3163570" y="4475721"/>
              <a:ext cx="1524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cxnSp>
          <p:nvCxnSpPr>
            <p:cNvPr id="326" name="Connecteur droit avec flèche 325"/>
            <p:cNvCxnSpPr/>
            <p:nvPr/>
          </p:nvCxnSpPr>
          <p:spPr>
            <a:xfrm>
              <a:off x="5255696" y="4160340"/>
              <a:ext cx="0" cy="79547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7" name="ZoneTexte 326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3063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0" grpId="0" animBg="1"/>
      <p:bldP spid="2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26888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Demagnetization issue</a:t>
            </a: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c 102"/>
          <p:cNvSpPr>
            <a:spLocks/>
          </p:cNvSpPr>
          <p:nvPr/>
        </p:nvSpPr>
        <p:spPr bwMode="auto">
          <a:xfrm>
            <a:off x="3365687" y="1724025"/>
            <a:ext cx="871538" cy="1500188"/>
          </a:xfrm>
          <a:custGeom>
            <a:avLst/>
            <a:gdLst>
              <a:gd name="T0" fmla="*/ 0 w 39000"/>
              <a:gd name="T1" fmla="*/ 0 h 41809"/>
              <a:gd name="T2" fmla="*/ 0 w 39000"/>
              <a:gd name="T3" fmla="*/ 0 h 41809"/>
              <a:gd name="T4" fmla="*/ 0 w 39000"/>
              <a:gd name="T5" fmla="*/ 0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0000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grpSp>
        <p:nvGrpSpPr>
          <p:cNvPr id="16" name="Groupe 15"/>
          <p:cNvGrpSpPr>
            <a:grpSpLocks/>
          </p:cNvGrpSpPr>
          <p:nvPr/>
        </p:nvGrpSpPr>
        <p:grpSpPr bwMode="auto">
          <a:xfrm>
            <a:off x="3999417" y="4008436"/>
            <a:ext cx="3180516" cy="955400"/>
            <a:chOff x="1505980" y="4160930"/>
            <a:chExt cx="3180672" cy="955512"/>
          </a:xfrm>
        </p:grpSpPr>
        <p:sp>
          <p:nvSpPr>
            <p:cNvPr id="18" name="Arc 205"/>
            <p:cNvSpPr>
              <a:spLocks/>
            </p:cNvSpPr>
            <p:nvPr/>
          </p:nvSpPr>
          <p:spPr bwMode="auto">
            <a:xfrm rot="-5647183">
              <a:off x="3500789" y="3846605"/>
              <a:ext cx="871538" cy="1500188"/>
            </a:xfrm>
            <a:custGeom>
              <a:avLst/>
              <a:gdLst>
                <a:gd name="T0" fmla="*/ 0 w 39000"/>
                <a:gd name="T1" fmla="*/ 2147483646 h 41809"/>
                <a:gd name="T2" fmla="*/ 2147483646 w 39000"/>
                <a:gd name="T3" fmla="*/ 2147483646 h 41809"/>
                <a:gd name="T4" fmla="*/ 2147483646 w 39000"/>
                <a:gd name="T5" fmla="*/ 2147483646 h 41809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000" h="41809" fill="none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</a:path>
                <a:path w="39000" h="41809" stroke="0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  <a:lnTo>
                    <a:pt x="17400" y="21600"/>
                  </a:lnTo>
                  <a:lnTo>
                    <a:pt x="-1" y="8801"/>
                  </a:lnTo>
                  <a:close/>
                </a:path>
              </a:pathLst>
            </a:custGeom>
            <a:noFill/>
            <a:ln w="31750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Arc 206"/>
            <p:cNvSpPr>
              <a:spLocks/>
            </p:cNvSpPr>
            <p:nvPr/>
          </p:nvSpPr>
          <p:spPr bwMode="auto">
            <a:xfrm rot="-5647183">
              <a:off x="1417080" y="4333804"/>
              <a:ext cx="871538" cy="693738"/>
            </a:xfrm>
            <a:custGeom>
              <a:avLst/>
              <a:gdLst>
                <a:gd name="T0" fmla="*/ 0 w 39000"/>
                <a:gd name="T1" fmla="*/ 2147483646 h 41809"/>
                <a:gd name="T2" fmla="*/ 2147483646 w 39000"/>
                <a:gd name="T3" fmla="*/ 2147483646 h 41809"/>
                <a:gd name="T4" fmla="*/ 2147483646 w 39000"/>
                <a:gd name="T5" fmla="*/ 2147483646 h 41809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000" h="41809" fill="none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</a:path>
                <a:path w="39000" h="41809" stroke="0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  <a:lnTo>
                    <a:pt x="17400" y="21600"/>
                  </a:lnTo>
                  <a:lnTo>
                    <a:pt x="-1" y="8801"/>
                  </a:lnTo>
                  <a:close/>
                </a:path>
              </a:pathLst>
            </a:custGeom>
            <a:noFill/>
            <a:ln w="31750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grpSp>
        <p:nvGrpSpPr>
          <p:cNvPr id="20" name="Groupe 209"/>
          <p:cNvGrpSpPr>
            <a:grpSpLocks/>
          </p:cNvGrpSpPr>
          <p:nvPr/>
        </p:nvGrpSpPr>
        <p:grpSpPr bwMode="auto">
          <a:xfrm>
            <a:off x="2502086" y="1462088"/>
            <a:ext cx="5011738" cy="1814512"/>
            <a:chOff x="725170" y="3672449"/>
            <a:chExt cx="6376670" cy="2426726"/>
          </a:xfrm>
        </p:grpSpPr>
        <p:sp>
          <p:nvSpPr>
            <p:cNvPr id="21" name="Line 6"/>
            <p:cNvSpPr>
              <a:spLocks noChangeShapeType="1"/>
            </p:cNvSpPr>
            <p:nvPr/>
          </p:nvSpPr>
          <p:spPr bwMode="auto">
            <a:xfrm>
              <a:off x="5650230" y="5106259"/>
              <a:ext cx="138303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7"/>
            <p:cNvSpPr>
              <a:spLocks noChangeAspect="1" noChangeArrowheads="1" noTextEdit="1"/>
            </p:cNvSpPr>
            <p:nvPr/>
          </p:nvSpPr>
          <p:spPr bwMode="auto">
            <a:xfrm>
              <a:off x="2078990" y="3682112"/>
              <a:ext cx="3975100" cy="14495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Oval 9"/>
            <p:cNvSpPr>
              <a:spLocks noChangeArrowheads="1"/>
            </p:cNvSpPr>
            <p:nvPr/>
          </p:nvSpPr>
          <p:spPr bwMode="auto">
            <a:xfrm>
              <a:off x="1195070" y="4910574"/>
              <a:ext cx="340360" cy="32251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Freeform 10"/>
            <p:cNvSpPr>
              <a:spLocks/>
            </p:cNvSpPr>
            <p:nvPr/>
          </p:nvSpPr>
          <p:spPr bwMode="auto">
            <a:xfrm>
              <a:off x="975360" y="4910574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47" y="0"/>
                  </a:moveTo>
                  <a:lnTo>
                    <a:pt x="81" y="162"/>
                  </a:lnTo>
                  <a:lnTo>
                    <a:pt x="47" y="162"/>
                  </a:lnTo>
                  <a:lnTo>
                    <a:pt x="0" y="162"/>
                  </a:lnTo>
                  <a:lnTo>
                    <a:pt x="47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1"/>
            <p:cNvSpPr>
              <a:spLocks noChangeShapeType="1"/>
            </p:cNvSpPr>
            <p:nvPr/>
          </p:nvSpPr>
          <p:spPr bwMode="auto">
            <a:xfrm>
              <a:off x="1035050" y="5106259"/>
              <a:ext cx="1270" cy="12562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Rectangle 12"/>
            <p:cNvSpPr>
              <a:spLocks noChangeArrowheads="1"/>
            </p:cNvSpPr>
            <p:nvPr/>
          </p:nvSpPr>
          <p:spPr bwMode="auto">
            <a:xfrm>
              <a:off x="725170" y="4911782"/>
              <a:ext cx="14478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Line 13"/>
            <p:cNvSpPr>
              <a:spLocks noChangeShapeType="1"/>
            </p:cNvSpPr>
            <p:nvPr/>
          </p:nvSpPr>
          <p:spPr bwMode="auto">
            <a:xfrm flipH="1">
              <a:off x="2344420" y="5100219"/>
              <a:ext cx="220980" cy="19568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14"/>
            <p:cNvSpPr>
              <a:spLocks/>
            </p:cNvSpPr>
            <p:nvPr/>
          </p:nvSpPr>
          <p:spPr bwMode="auto">
            <a:xfrm>
              <a:off x="2402840" y="5602717"/>
              <a:ext cx="236220" cy="195684"/>
            </a:xfrm>
            <a:custGeom>
              <a:avLst/>
              <a:gdLst>
                <a:gd name="T0" fmla="*/ 2147483646 w 186"/>
                <a:gd name="T1" fmla="*/ 2147483646 h 162"/>
                <a:gd name="T2" fmla="*/ 0 w 186"/>
                <a:gd name="T3" fmla="*/ 2147483646 h 162"/>
                <a:gd name="T4" fmla="*/ 2147483646 w 186"/>
                <a:gd name="T5" fmla="*/ 2147483646 h 162"/>
                <a:gd name="T6" fmla="*/ 2147483646 w 186"/>
                <a:gd name="T7" fmla="*/ 0 h 162"/>
                <a:gd name="T8" fmla="*/ 2147483646 w 186"/>
                <a:gd name="T9" fmla="*/ 2147483646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6" h="162">
                  <a:moveTo>
                    <a:pt x="186" y="162"/>
                  </a:moveTo>
                  <a:lnTo>
                    <a:pt x="0" y="70"/>
                  </a:lnTo>
                  <a:lnTo>
                    <a:pt x="35" y="35"/>
                  </a:lnTo>
                  <a:lnTo>
                    <a:pt x="70" y="0"/>
                  </a:lnTo>
                  <a:lnTo>
                    <a:pt x="186" y="16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15"/>
            <p:cNvSpPr>
              <a:spLocks noChangeShapeType="1"/>
            </p:cNvSpPr>
            <p:nvPr/>
          </p:nvSpPr>
          <p:spPr bwMode="auto">
            <a:xfrm flipH="1" flipV="1">
              <a:off x="2344420" y="5547152"/>
              <a:ext cx="102870" cy="9784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16"/>
            <p:cNvSpPr>
              <a:spLocks noChangeShapeType="1"/>
            </p:cNvSpPr>
            <p:nvPr/>
          </p:nvSpPr>
          <p:spPr bwMode="auto">
            <a:xfrm>
              <a:off x="2344420" y="5128001"/>
              <a:ext cx="1270" cy="642617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17"/>
            <p:cNvSpPr>
              <a:spLocks noChangeShapeType="1"/>
            </p:cNvSpPr>
            <p:nvPr/>
          </p:nvSpPr>
          <p:spPr bwMode="auto">
            <a:xfrm>
              <a:off x="1372870" y="3970807"/>
              <a:ext cx="11620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18"/>
            <p:cNvSpPr>
              <a:spLocks noChangeShapeType="1"/>
            </p:cNvSpPr>
            <p:nvPr/>
          </p:nvSpPr>
          <p:spPr bwMode="auto">
            <a:xfrm>
              <a:off x="1372870" y="6097967"/>
              <a:ext cx="12509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19"/>
            <p:cNvSpPr>
              <a:spLocks noChangeShapeType="1"/>
            </p:cNvSpPr>
            <p:nvPr/>
          </p:nvSpPr>
          <p:spPr bwMode="auto">
            <a:xfrm>
              <a:off x="1372870" y="3961143"/>
              <a:ext cx="1270" cy="94943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0"/>
            <p:cNvSpPr>
              <a:spLocks noChangeShapeType="1"/>
            </p:cNvSpPr>
            <p:nvPr/>
          </p:nvSpPr>
          <p:spPr bwMode="auto">
            <a:xfrm>
              <a:off x="2623820" y="5776658"/>
              <a:ext cx="1270" cy="32130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1"/>
            <p:cNvSpPr>
              <a:spLocks noChangeShapeType="1"/>
            </p:cNvSpPr>
            <p:nvPr/>
          </p:nvSpPr>
          <p:spPr bwMode="auto">
            <a:xfrm>
              <a:off x="1372870" y="5231883"/>
              <a:ext cx="1270" cy="86608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2"/>
            <p:cNvSpPr>
              <a:spLocks noChangeShapeType="1"/>
            </p:cNvSpPr>
            <p:nvPr/>
          </p:nvSpPr>
          <p:spPr bwMode="auto">
            <a:xfrm>
              <a:off x="1902460" y="5449310"/>
              <a:ext cx="412750" cy="1208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Rectangle 23"/>
            <p:cNvSpPr>
              <a:spLocks noChangeArrowheads="1"/>
            </p:cNvSpPr>
            <p:nvPr/>
          </p:nvSpPr>
          <p:spPr bwMode="auto">
            <a:xfrm>
              <a:off x="1902460" y="5227051"/>
              <a:ext cx="135890" cy="2597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24"/>
            <p:cNvSpPr>
              <a:spLocks noChangeArrowheads="1"/>
            </p:cNvSpPr>
            <p:nvPr/>
          </p:nvSpPr>
          <p:spPr bwMode="auto">
            <a:xfrm>
              <a:off x="2049780" y="5253626"/>
              <a:ext cx="18542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Times" panose="02020603050405020304" pitchFamily="18" charset="0"/>
                </a:rPr>
                <a:t>,T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Line 25"/>
            <p:cNvSpPr>
              <a:spLocks noChangeShapeType="1"/>
            </p:cNvSpPr>
            <p:nvPr/>
          </p:nvSpPr>
          <p:spPr bwMode="auto">
            <a:xfrm flipV="1">
              <a:off x="6383020" y="3731637"/>
              <a:ext cx="1270" cy="474715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26"/>
            <p:cNvSpPr>
              <a:spLocks noChangeShapeType="1"/>
            </p:cNvSpPr>
            <p:nvPr/>
          </p:nvSpPr>
          <p:spPr bwMode="auto">
            <a:xfrm flipH="1">
              <a:off x="6043930" y="3968391"/>
              <a:ext cx="339090" cy="23796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27"/>
            <p:cNvSpPr>
              <a:spLocks noChangeShapeType="1"/>
            </p:cNvSpPr>
            <p:nvPr/>
          </p:nvSpPr>
          <p:spPr bwMode="auto">
            <a:xfrm flipV="1">
              <a:off x="6043930" y="3731637"/>
              <a:ext cx="1270" cy="474715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28"/>
            <p:cNvSpPr>
              <a:spLocks noChangeShapeType="1"/>
            </p:cNvSpPr>
            <p:nvPr/>
          </p:nvSpPr>
          <p:spPr bwMode="auto">
            <a:xfrm>
              <a:off x="6043930" y="3731637"/>
              <a:ext cx="339090" cy="23675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29"/>
            <p:cNvSpPr>
              <a:spLocks noChangeShapeType="1"/>
            </p:cNvSpPr>
            <p:nvPr/>
          </p:nvSpPr>
          <p:spPr bwMode="auto">
            <a:xfrm>
              <a:off x="5650230" y="3969599"/>
              <a:ext cx="3937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0"/>
            <p:cNvSpPr>
              <a:spLocks noChangeShapeType="1"/>
            </p:cNvSpPr>
            <p:nvPr/>
          </p:nvSpPr>
          <p:spPr bwMode="auto">
            <a:xfrm>
              <a:off x="6383020" y="3968391"/>
              <a:ext cx="57404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Freeform 31"/>
            <p:cNvSpPr>
              <a:spLocks/>
            </p:cNvSpPr>
            <p:nvPr/>
          </p:nvSpPr>
          <p:spPr bwMode="auto">
            <a:xfrm>
              <a:off x="6739890" y="4052946"/>
              <a:ext cx="102870" cy="194476"/>
            </a:xfrm>
            <a:custGeom>
              <a:avLst/>
              <a:gdLst>
                <a:gd name="T0" fmla="*/ 2147483646 w 81"/>
                <a:gd name="T1" fmla="*/ 0 h 161"/>
                <a:gd name="T2" fmla="*/ 2147483646 w 81"/>
                <a:gd name="T3" fmla="*/ 2147483646 h 161"/>
                <a:gd name="T4" fmla="*/ 2147483646 w 81"/>
                <a:gd name="T5" fmla="*/ 2147483646 h 161"/>
                <a:gd name="T6" fmla="*/ 0 w 81"/>
                <a:gd name="T7" fmla="*/ 2147483646 h 161"/>
                <a:gd name="T8" fmla="*/ 2147483646 w 81"/>
                <a:gd name="T9" fmla="*/ 0 h 1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1">
                  <a:moveTo>
                    <a:pt x="35" y="0"/>
                  </a:moveTo>
                  <a:lnTo>
                    <a:pt x="81" y="161"/>
                  </a:lnTo>
                  <a:lnTo>
                    <a:pt x="35" y="161"/>
                  </a:lnTo>
                  <a:lnTo>
                    <a:pt x="0" y="16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2"/>
            <p:cNvSpPr>
              <a:spLocks noChangeShapeType="1"/>
            </p:cNvSpPr>
            <p:nvPr/>
          </p:nvSpPr>
          <p:spPr bwMode="auto">
            <a:xfrm>
              <a:off x="6784340" y="4240175"/>
              <a:ext cx="1270" cy="754955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Rectangle 33"/>
            <p:cNvSpPr>
              <a:spLocks noChangeArrowheads="1"/>
            </p:cNvSpPr>
            <p:nvPr/>
          </p:nvSpPr>
          <p:spPr bwMode="auto">
            <a:xfrm>
              <a:off x="6871970" y="4450354"/>
              <a:ext cx="18415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8" name="Rectangle 34"/>
            <p:cNvSpPr>
              <a:spLocks noChangeArrowheads="1"/>
            </p:cNvSpPr>
            <p:nvPr/>
          </p:nvSpPr>
          <p:spPr bwMode="auto">
            <a:xfrm>
              <a:off x="7034530" y="4562691"/>
              <a:ext cx="67310" cy="210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9" name="Freeform 35"/>
            <p:cNvSpPr>
              <a:spLocks/>
            </p:cNvSpPr>
            <p:nvPr/>
          </p:nvSpPr>
          <p:spPr bwMode="auto">
            <a:xfrm>
              <a:off x="2653030" y="5170279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35" y="0"/>
                  </a:moveTo>
                  <a:lnTo>
                    <a:pt x="81" y="162"/>
                  </a:lnTo>
                  <a:lnTo>
                    <a:pt x="35" y="162"/>
                  </a:lnTo>
                  <a:lnTo>
                    <a:pt x="0" y="162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36"/>
            <p:cNvSpPr>
              <a:spLocks noChangeShapeType="1"/>
            </p:cNvSpPr>
            <p:nvPr/>
          </p:nvSpPr>
          <p:spPr bwMode="auto">
            <a:xfrm>
              <a:off x="2697480" y="5365963"/>
              <a:ext cx="1270" cy="516993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Rectangle 37"/>
            <p:cNvSpPr>
              <a:spLocks noChangeArrowheads="1"/>
            </p:cNvSpPr>
            <p:nvPr/>
          </p:nvSpPr>
          <p:spPr bwMode="auto">
            <a:xfrm>
              <a:off x="2816860" y="5420320"/>
              <a:ext cx="12700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 dirty="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52" name="Rectangle 38"/>
            <p:cNvSpPr>
              <a:spLocks noChangeArrowheads="1"/>
            </p:cNvSpPr>
            <p:nvPr/>
          </p:nvSpPr>
          <p:spPr bwMode="auto">
            <a:xfrm>
              <a:off x="2905760" y="5533865"/>
              <a:ext cx="158750" cy="2125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ce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3" name="Rectangle 39"/>
            <p:cNvSpPr>
              <a:spLocks noChangeArrowheads="1"/>
            </p:cNvSpPr>
            <p:nvPr/>
          </p:nvSpPr>
          <p:spPr bwMode="auto">
            <a:xfrm>
              <a:off x="6169660" y="4229303"/>
              <a:ext cx="15494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4" name="Rectangle 40"/>
            <p:cNvSpPr>
              <a:spLocks noChangeArrowheads="1"/>
            </p:cNvSpPr>
            <p:nvPr/>
          </p:nvSpPr>
          <p:spPr bwMode="auto">
            <a:xfrm>
              <a:off x="2080260" y="3683320"/>
              <a:ext cx="5715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5" name="Oval 41"/>
            <p:cNvSpPr>
              <a:spLocks noChangeArrowheads="1"/>
            </p:cNvSpPr>
            <p:nvPr/>
          </p:nvSpPr>
          <p:spPr bwMode="auto">
            <a:xfrm>
              <a:off x="356362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6" name="Oval 42"/>
            <p:cNvSpPr>
              <a:spLocks noChangeArrowheads="1"/>
            </p:cNvSpPr>
            <p:nvPr/>
          </p:nvSpPr>
          <p:spPr bwMode="auto">
            <a:xfrm>
              <a:off x="398526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Line 43"/>
            <p:cNvSpPr>
              <a:spLocks noChangeShapeType="1"/>
            </p:cNvSpPr>
            <p:nvPr/>
          </p:nvSpPr>
          <p:spPr bwMode="auto">
            <a:xfrm flipH="1">
              <a:off x="4744720" y="3972015"/>
              <a:ext cx="18161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44"/>
            <p:cNvSpPr>
              <a:spLocks noChangeShapeType="1"/>
            </p:cNvSpPr>
            <p:nvPr/>
          </p:nvSpPr>
          <p:spPr bwMode="auto">
            <a:xfrm flipH="1" flipV="1">
              <a:off x="4744720" y="4790990"/>
              <a:ext cx="18161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4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46"/>
            <p:cNvSpPr>
              <a:spLocks noChangeShapeType="1"/>
            </p:cNvSpPr>
            <p:nvPr/>
          </p:nvSpPr>
          <p:spPr bwMode="auto">
            <a:xfrm flipH="1">
              <a:off x="2532380" y="5106259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47"/>
            <p:cNvSpPr>
              <a:spLocks noChangeShapeType="1"/>
            </p:cNvSpPr>
            <p:nvPr/>
          </p:nvSpPr>
          <p:spPr bwMode="auto">
            <a:xfrm flipH="1">
              <a:off x="4926330" y="3972015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48"/>
            <p:cNvSpPr>
              <a:spLocks noChangeShapeType="1"/>
            </p:cNvSpPr>
            <p:nvPr/>
          </p:nvSpPr>
          <p:spPr bwMode="auto">
            <a:xfrm flipH="1">
              <a:off x="4926330" y="5106259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Arc 49"/>
            <p:cNvSpPr>
              <a:spLocks/>
            </p:cNvSpPr>
            <p:nvPr/>
          </p:nvSpPr>
          <p:spPr bwMode="auto">
            <a:xfrm>
              <a:off x="2871470" y="4805485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Arc 50"/>
            <p:cNvSpPr>
              <a:spLocks/>
            </p:cNvSpPr>
            <p:nvPr/>
          </p:nvSpPr>
          <p:spPr bwMode="auto">
            <a:xfrm>
              <a:off x="2969260" y="4848970"/>
              <a:ext cx="97790" cy="36238"/>
            </a:xfrm>
            <a:custGeom>
              <a:avLst/>
              <a:gdLst>
                <a:gd name="T0" fmla="*/ 185993524 w 21600"/>
                <a:gd name="T1" fmla="*/ 0 h 21648"/>
                <a:gd name="T2" fmla="*/ 0 w 21600"/>
                <a:gd name="T3" fmla="*/ 476313 h 21648"/>
                <a:gd name="T4" fmla="*/ 0 w 21600"/>
                <a:gd name="T5" fmla="*/ 1051 h 21648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8" fill="none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</a:path>
                <a:path w="21600" h="21648" stroke="0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  <a:lnTo>
                    <a:pt x="0" y="48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Arc 51"/>
            <p:cNvSpPr>
              <a:spLocks/>
            </p:cNvSpPr>
            <p:nvPr/>
          </p:nvSpPr>
          <p:spPr bwMode="auto">
            <a:xfrm>
              <a:off x="2871470" y="4812732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Arc 52"/>
            <p:cNvSpPr>
              <a:spLocks/>
            </p:cNvSpPr>
            <p:nvPr/>
          </p:nvSpPr>
          <p:spPr bwMode="auto">
            <a:xfrm>
              <a:off x="2969260" y="481273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Arc 53"/>
            <p:cNvSpPr>
              <a:spLocks/>
            </p:cNvSpPr>
            <p:nvPr/>
          </p:nvSpPr>
          <p:spPr bwMode="auto">
            <a:xfrm>
              <a:off x="2871470" y="4719722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Arc 54"/>
            <p:cNvSpPr>
              <a:spLocks/>
            </p:cNvSpPr>
            <p:nvPr/>
          </p:nvSpPr>
          <p:spPr bwMode="auto">
            <a:xfrm>
              <a:off x="2969260" y="4761999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Arc 55"/>
            <p:cNvSpPr>
              <a:spLocks/>
            </p:cNvSpPr>
            <p:nvPr/>
          </p:nvSpPr>
          <p:spPr bwMode="auto">
            <a:xfrm>
              <a:off x="2871470" y="4725761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Arc 56"/>
            <p:cNvSpPr>
              <a:spLocks/>
            </p:cNvSpPr>
            <p:nvPr/>
          </p:nvSpPr>
          <p:spPr bwMode="auto">
            <a:xfrm>
              <a:off x="2969260" y="4725761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Arc 57"/>
            <p:cNvSpPr>
              <a:spLocks/>
            </p:cNvSpPr>
            <p:nvPr/>
          </p:nvSpPr>
          <p:spPr bwMode="auto">
            <a:xfrm>
              <a:off x="2871470" y="4625504"/>
              <a:ext cx="97790" cy="85763"/>
            </a:xfrm>
            <a:custGeom>
              <a:avLst/>
              <a:gdLst>
                <a:gd name="T0" fmla="*/ 185993524 w 21600"/>
                <a:gd name="T1" fmla="*/ 82319027 h 21720"/>
                <a:gd name="T2" fmla="*/ 0 w 21600"/>
                <a:gd name="T3" fmla="*/ 0 h 21720"/>
                <a:gd name="T4" fmla="*/ 185993524 w 21600"/>
                <a:gd name="T5" fmla="*/ 455077 h 2172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20" fill="none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</a:path>
                <a:path w="21600" h="21720" stroke="0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  <a:lnTo>
                    <a:pt x="21600" y="120"/>
                  </a:lnTo>
                  <a:lnTo>
                    <a:pt x="21600" y="2172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Arc 58"/>
            <p:cNvSpPr>
              <a:spLocks/>
            </p:cNvSpPr>
            <p:nvPr/>
          </p:nvSpPr>
          <p:spPr bwMode="auto">
            <a:xfrm>
              <a:off x="2969260" y="4676236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Arc 59"/>
            <p:cNvSpPr>
              <a:spLocks/>
            </p:cNvSpPr>
            <p:nvPr/>
          </p:nvSpPr>
          <p:spPr bwMode="auto">
            <a:xfrm>
              <a:off x="2871470" y="4639999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Arc 60"/>
            <p:cNvSpPr>
              <a:spLocks/>
            </p:cNvSpPr>
            <p:nvPr/>
          </p:nvSpPr>
          <p:spPr bwMode="auto">
            <a:xfrm>
              <a:off x="2969260" y="4639999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Arc 61"/>
            <p:cNvSpPr>
              <a:spLocks/>
            </p:cNvSpPr>
            <p:nvPr/>
          </p:nvSpPr>
          <p:spPr bwMode="auto">
            <a:xfrm>
              <a:off x="2871470" y="4532493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Arc 62"/>
            <p:cNvSpPr>
              <a:spLocks/>
            </p:cNvSpPr>
            <p:nvPr/>
          </p:nvSpPr>
          <p:spPr bwMode="auto">
            <a:xfrm>
              <a:off x="2969260" y="4583226"/>
              <a:ext cx="97790" cy="28990"/>
            </a:xfrm>
            <a:custGeom>
              <a:avLst/>
              <a:gdLst>
                <a:gd name="T0" fmla="*/ 185959461 w 21600"/>
                <a:gd name="T1" fmla="*/ 0 h 22022"/>
                <a:gd name="T2" fmla="*/ 0 w 21600"/>
                <a:gd name="T3" fmla="*/ 114607 h 22022"/>
                <a:gd name="T4" fmla="*/ 0 w 21600"/>
                <a:gd name="T5" fmla="*/ 2200 h 220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2022" fill="none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</a:path>
                <a:path w="21600" h="22022" stroke="0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  <a:lnTo>
                    <a:pt x="0" y="422"/>
                  </a:lnTo>
                  <a:lnTo>
                    <a:pt x="21595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Arc 63"/>
            <p:cNvSpPr>
              <a:spLocks/>
            </p:cNvSpPr>
            <p:nvPr/>
          </p:nvSpPr>
          <p:spPr bwMode="auto">
            <a:xfrm>
              <a:off x="2871470" y="4554236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Arc 64"/>
            <p:cNvSpPr>
              <a:spLocks/>
            </p:cNvSpPr>
            <p:nvPr/>
          </p:nvSpPr>
          <p:spPr bwMode="auto">
            <a:xfrm>
              <a:off x="2969260" y="4554236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Arc 65"/>
            <p:cNvSpPr>
              <a:spLocks/>
            </p:cNvSpPr>
            <p:nvPr/>
          </p:nvSpPr>
          <p:spPr bwMode="auto">
            <a:xfrm>
              <a:off x="2871470" y="4446730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Arc 66"/>
            <p:cNvSpPr>
              <a:spLocks/>
            </p:cNvSpPr>
            <p:nvPr/>
          </p:nvSpPr>
          <p:spPr bwMode="auto">
            <a:xfrm>
              <a:off x="2969260" y="4496255"/>
              <a:ext cx="97790" cy="28990"/>
            </a:xfrm>
            <a:custGeom>
              <a:avLst/>
              <a:gdLst>
                <a:gd name="T0" fmla="*/ 185967062 w 21600"/>
                <a:gd name="T1" fmla="*/ 0 h 21954"/>
                <a:gd name="T2" fmla="*/ 0 w 21600"/>
                <a:gd name="T3" fmla="*/ 116393 h 21954"/>
                <a:gd name="T4" fmla="*/ 0 w 21600"/>
                <a:gd name="T5" fmla="*/ 1876 h 2195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54" fill="none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</a:path>
                <a:path w="21600" h="21954" stroke="0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  <a:lnTo>
                    <a:pt x="0" y="354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Arc 67"/>
            <p:cNvSpPr>
              <a:spLocks/>
            </p:cNvSpPr>
            <p:nvPr/>
          </p:nvSpPr>
          <p:spPr bwMode="auto">
            <a:xfrm>
              <a:off x="2871470" y="4467265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Arc 68"/>
            <p:cNvSpPr>
              <a:spLocks/>
            </p:cNvSpPr>
            <p:nvPr/>
          </p:nvSpPr>
          <p:spPr bwMode="auto">
            <a:xfrm>
              <a:off x="2969260" y="4467265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Arc 69"/>
            <p:cNvSpPr>
              <a:spLocks/>
            </p:cNvSpPr>
            <p:nvPr/>
          </p:nvSpPr>
          <p:spPr bwMode="auto">
            <a:xfrm>
              <a:off x="2871470" y="4359759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Arc 70"/>
            <p:cNvSpPr>
              <a:spLocks/>
            </p:cNvSpPr>
            <p:nvPr/>
          </p:nvSpPr>
          <p:spPr bwMode="auto">
            <a:xfrm>
              <a:off x="2969260" y="4410492"/>
              <a:ext cx="97790" cy="28990"/>
            </a:xfrm>
            <a:custGeom>
              <a:avLst/>
              <a:gdLst>
                <a:gd name="T0" fmla="*/ 185967062 w 21600"/>
                <a:gd name="T1" fmla="*/ 0 h 21962"/>
                <a:gd name="T2" fmla="*/ 0 w 21600"/>
                <a:gd name="T3" fmla="*/ 116180 h 21962"/>
                <a:gd name="T4" fmla="*/ 0 w 21600"/>
                <a:gd name="T5" fmla="*/ 1917 h 2196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62" fill="none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</a:path>
                <a:path w="21600" h="21962" stroke="0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  <a:lnTo>
                    <a:pt x="0" y="362"/>
                  </a:lnTo>
                  <a:lnTo>
                    <a:pt x="21596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Arc 71"/>
            <p:cNvSpPr>
              <a:spLocks/>
            </p:cNvSpPr>
            <p:nvPr/>
          </p:nvSpPr>
          <p:spPr bwMode="auto">
            <a:xfrm>
              <a:off x="2871470" y="4381502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Arc 72"/>
            <p:cNvSpPr>
              <a:spLocks/>
            </p:cNvSpPr>
            <p:nvPr/>
          </p:nvSpPr>
          <p:spPr bwMode="auto">
            <a:xfrm>
              <a:off x="2969260" y="438150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Arc 73"/>
            <p:cNvSpPr>
              <a:spLocks/>
            </p:cNvSpPr>
            <p:nvPr/>
          </p:nvSpPr>
          <p:spPr bwMode="auto">
            <a:xfrm>
              <a:off x="2871470" y="4295739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Arc 74"/>
            <p:cNvSpPr>
              <a:spLocks/>
            </p:cNvSpPr>
            <p:nvPr/>
          </p:nvSpPr>
          <p:spPr bwMode="auto">
            <a:xfrm>
              <a:off x="2871470" y="4891248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75"/>
            <p:cNvSpPr>
              <a:spLocks noChangeShapeType="1"/>
            </p:cNvSpPr>
            <p:nvPr/>
          </p:nvSpPr>
          <p:spPr bwMode="auto">
            <a:xfrm flipV="1">
              <a:off x="2954020" y="4216016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76"/>
            <p:cNvSpPr>
              <a:spLocks noChangeShapeType="1"/>
            </p:cNvSpPr>
            <p:nvPr/>
          </p:nvSpPr>
          <p:spPr bwMode="auto">
            <a:xfrm flipV="1">
              <a:off x="2954020" y="4984258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77"/>
            <p:cNvSpPr>
              <a:spLocks noChangeShapeType="1"/>
            </p:cNvSpPr>
            <p:nvPr/>
          </p:nvSpPr>
          <p:spPr bwMode="auto">
            <a:xfrm>
              <a:off x="3465830" y="3972015"/>
              <a:ext cx="18034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78"/>
            <p:cNvSpPr>
              <a:spLocks noChangeShapeType="1"/>
            </p:cNvSpPr>
            <p:nvPr/>
          </p:nvSpPr>
          <p:spPr bwMode="auto">
            <a:xfrm flipV="1">
              <a:off x="3465830" y="4790990"/>
              <a:ext cx="18034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Freeform 79"/>
            <p:cNvSpPr>
              <a:spLocks/>
            </p:cNvSpPr>
            <p:nvPr/>
          </p:nvSpPr>
          <p:spPr bwMode="auto">
            <a:xfrm>
              <a:off x="2908300" y="4101263"/>
              <a:ext cx="105410" cy="201724"/>
            </a:xfrm>
            <a:custGeom>
              <a:avLst/>
              <a:gdLst>
                <a:gd name="T0" fmla="*/ 2147483646 w 83"/>
                <a:gd name="T1" fmla="*/ 2147483646 h 167"/>
                <a:gd name="T2" fmla="*/ 0 w 83"/>
                <a:gd name="T3" fmla="*/ 0 h 167"/>
                <a:gd name="T4" fmla="*/ 2147483646 w 83"/>
                <a:gd name="T5" fmla="*/ 0 h 167"/>
                <a:gd name="T6" fmla="*/ 2147483646 w 83"/>
                <a:gd name="T7" fmla="*/ 0 h 167"/>
                <a:gd name="T8" fmla="*/ 2147483646 w 83"/>
                <a:gd name="T9" fmla="*/ 2147483646 h 16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7">
                  <a:moveTo>
                    <a:pt x="36" y="167"/>
                  </a:moveTo>
                  <a:lnTo>
                    <a:pt x="0" y="0"/>
                  </a:lnTo>
                  <a:lnTo>
                    <a:pt x="36" y="0"/>
                  </a:lnTo>
                  <a:lnTo>
                    <a:pt x="83" y="0"/>
                  </a:lnTo>
                  <a:lnTo>
                    <a:pt x="36" y="167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0"/>
            <p:cNvSpPr>
              <a:spLocks noChangeShapeType="1"/>
            </p:cNvSpPr>
            <p:nvPr/>
          </p:nvSpPr>
          <p:spPr bwMode="auto">
            <a:xfrm flipV="1">
              <a:off x="2954020" y="3972015"/>
              <a:ext cx="1270" cy="12924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1"/>
            <p:cNvSpPr>
              <a:spLocks noChangeShapeType="1"/>
            </p:cNvSpPr>
            <p:nvPr/>
          </p:nvSpPr>
          <p:spPr bwMode="auto">
            <a:xfrm flipV="1">
              <a:off x="2954020" y="5056734"/>
              <a:ext cx="1270" cy="7126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Freeform 82"/>
            <p:cNvSpPr>
              <a:spLocks/>
            </p:cNvSpPr>
            <p:nvPr/>
          </p:nvSpPr>
          <p:spPr bwMode="auto">
            <a:xfrm>
              <a:off x="318008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83"/>
            <p:cNvSpPr>
              <a:spLocks noChangeShapeType="1"/>
            </p:cNvSpPr>
            <p:nvPr/>
          </p:nvSpPr>
          <p:spPr bwMode="auto">
            <a:xfrm flipH="1">
              <a:off x="304419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Freeform 84"/>
            <p:cNvSpPr>
              <a:spLocks/>
            </p:cNvSpPr>
            <p:nvPr/>
          </p:nvSpPr>
          <p:spPr bwMode="auto">
            <a:xfrm>
              <a:off x="266827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8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Freeform 86"/>
            <p:cNvSpPr>
              <a:spLocks/>
            </p:cNvSpPr>
            <p:nvPr/>
          </p:nvSpPr>
          <p:spPr bwMode="auto">
            <a:xfrm>
              <a:off x="5324475" y="5057338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87"/>
            <p:cNvSpPr>
              <a:spLocks noChangeShapeType="1"/>
            </p:cNvSpPr>
            <p:nvPr/>
          </p:nvSpPr>
          <p:spPr bwMode="auto">
            <a:xfrm flipH="1">
              <a:off x="525653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Freeform 90"/>
            <p:cNvSpPr>
              <a:spLocks/>
            </p:cNvSpPr>
            <p:nvPr/>
          </p:nvSpPr>
          <p:spPr bwMode="auto">
            <a:xfrm>
              <a:off x="2396490" y="4058986"/>
              <a:ext cx="105410" cy="200516"/>
            </a:xfrm>
            <a:custGeom>
              <a:avLst/>
              <a:gdLst>
                <a:gd name="T0" fmla="*/ 2147483646 w 83"/>
                <a:gd name="T1" fmla="*/ 0 h 166"/>
                <a:gd name="T2" fmla="*/ 2147483646 w 83"/>
                <a:gd name="T3" fmla="*/ 2147483646 h 166"/>
                <a:gd name="T4" fmla="*/ 2147483646 w 83"/>
                <a:gd name="T5" fmla="*/ 2147483646 h 166"/>
                <a:gd name="T6" fmla="*/ 0 w 83"/>
                <a:gd name="T7" fmla="*/ 2147483646 h 166"/>
                <a:gd name="T8" fmla="*/ 2147483646 w 83"/>
                <a:gd name="T9" fmla="*/ 0 h 1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6">
                  <a:moveTo>
                    <a:pt x="36" y="0"/>
                  </a:moveTo>
                  <a:lnTo>
                    <a:pt x="83" y="166"/>
                  </a:lnTo>
                  <a:lnTo>
                    <a:pt x="36" y="166"/>
                  </a:lnTo>
                  <a:lnTo>
                    <a:pt x="0" y="166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1"/>
            <p:cNvSpPr>
              <a:spLocks noChangeShapeType="1"/>
            </p:cNvSpPr>
            <p:nvPr/>
          </p:nvSpPr>
          <p:spPr bwMode="auto">
            <a:xfrm>
              <a:off x="2442210" y="4259501"/>
              <a:ext cx="1270" cy="77548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Rectangle 92"/>
            <p:cNvSpPr>
              <a:spLocks noChangeArrowheads="1"/>
            </p:cNvSpPr>
            <p:nvPr/>
          </p:nvSpPr>
          <p:spPr bwMode="auto">
            <a:xfrm>
              <a:off x="4173220" y="3813776"/>
              <a:ext cx="190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m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5" name="Rectangle 93"/>
            <p:cNvSpPr>
              <a:spLocks noChangeArrowheads="1"/>
            </p:cNvSpPr>
            <p:nvPr/>
          </p:nvSpPr>
          <p:spPr bwMode="auto">
            <a:xfrm>
              <a:off x="21120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6" name="Rectangle 94"/>
            <p:cNvSpPr>
              <a:spLocks noChangeArrowheads="1"/>
            </p:cNvSpPr>
            <p:nvPr/>
          </p:nvSpPr>
          <p:spPr bwMode="auto">
            <a:xfrm>
              <a:off x="221615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7" name="Rectangle 95"/>
            <p:cNvSpPr>
              <a:spLocks noChangeArrowheads="1"/>
            </p:cNvSpPr>
            <p:nvPr/>
          </p:nvSpPr>
          <p:spPr bwMode="auto">
            <a:xfrm>
              <a:off x="53641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8" name="Rectangle 96"/>
            <p:cNvSpPr>
              <a:spLocks noChangeArrowheads="1"/>
            </p:cNvSpPr>
            <p:nvPr/>
          </p:nvSpPr>
          <p:spPr bwMode="auto">
            <a:xfrm>
              <a:off x="546952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9" name="Rectangle 97"/>
            <p:cNvSpPr>
              <a:spLocks noChangeArrowheads="1"/>
            </p:cNvSpPr>
            <p:nvPr/>
          </p:nvSpPr>
          <p:spPr bwMode="auto">
            <a:xfrm>
              <a:off x="5287010" y="5161417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0" name="Rectangle 98"/>
            <p:cNvSpPr>
              <a:spLocks noChangeArrowheads="1"/>
            </p:cNvSpPr>
            <p:nvPr/>
          </p:nvSpPr>
          <p:spPr bwMode="auto">
            <a:xfrm>
              <a:off x="5363210" y="5247180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1" name="Rectangle 99"/>
            <p:cNvSpPr>
              <a:spLocks noChangeArrowheads="1"/>
            </p:cNvSpPr>
            <p:nvPr/>
          </p:nvSpPr>
          <p:spPr bwMode="auto">
            <a:xfrm>
              <a:off x="2546350" y="3672449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2" name="Rectangle 100"/>
            <p:cNvSpPr>
              <a:spLocks noChangeArrowheads="1"/>
            </p:cNvSpPr>
            <p:nvPr/>
          </p:nvSpPr>
          <p:spPr bwMode="auto">
            <a:xfrm>
              <a:off x="262255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3" name="Rectangle 101"/>
            <p:cNvSpPr>
              <a:spLocks noChangeArrowheads="1"/>
            </p:cNvSpPr>
            <p:nvPr/>
          </p:nvSpPr>
          <p:spPr bwMode="auto">
            <a:xfrm>
              <a:off x="3211830" y="3672449"/>
              <a:ext cx="10414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i'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4" name="Rectangle 102"/>
            <p:cNvSpPr>
              <a:spLocks noChangeArrowheads="1"/>
            </p:cNvSpPr>
            <p:nvPr/>
          </p:nvSpPr>
          <p:spPr bwMode="auto">
            <a:xfrm>
              <a:off x="331597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5" name="Rectangle 103"/>
            <p:cNvSpPr>
              <a:spLocks noChangeArrowheads="1"/>
            </p:cNvSpPr>
            <p:nvPr/>
          </p:nvSpPr>
          <p:spPr bwMode="auto">
            <a:xfrm>
              <a:off x="3059430" y="4086768"/>
              <a:ext cx="60960" cy="271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6" name="Rectangle 104"/>
            <p:cNvSpPr>
              <a:spLocks noChangeArrowheads="1"/>
            </p:cNvSpPr>
            <p:nvPr/>
          </p:nvSpPr>
          <p:spPr bwMode="auto">
            <a:xfrm>
              <a:off x="3103880" y="4160451"/>
              <a:ext cx="165100" cy="1993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7" name="Oval 105"/>
            <p:cNvSpPr>
              <a:spLocks noChangeArrowheads="1"/>
            </p:cNvSpPr>
            <p:nvPr/>
          </p:nvSpPr>
          <p:spPr bwMode="auto">
            <a:xfrm>
              <a:off x="3442970" y="4266749"/>
              <a:ext cx="7493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8" name="Oval 106"/>
            <p:cNvSpPr>
              <a:spLocks noChangeArrowheads="1"/>
            </p:cNvSpPr>
            <p:nvPr/>
          </p:nvSpPr>
          <p:spPr bwMode="auto">
            <a:xfrm>
              <a:off x="4888230" y="4801861"/>
              <a:ext cx="9017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9" name="Rectangle 107"/>
            <p:cNvSpPr>
              <a:spLocks noChangeArrowheads="1"/>
            </p:cNvSpPr>
            <p:nvPr/>
          </p:nvSpPr>
          <p:spPr bwMode="auto">
            <a:xfrm>
              <a:off x="3163570" y="4475721"/>
              <a:ext cx="1524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cxnSp>
          <p:nvCxnSpPr>
            <p:cNvPr id="120" name="Connecteur droit avec flèche 119"/>
            <p:cNvCxnSpPr/>
            <p:nvPr/>
          </p:nvCxnSpPr>
          <p:spPr>
            <a:xfrm>
              <a:off x="5255696" y="4160767"/>
              <a:ext cx="0" cy="7940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3" name="Groupe 310"/>
          <p:cNvGrpSpPr>
            <a:grpSpLocks/>
          </p:cNvGrpSpPr>
          <p:nvPr/>
        </p:nvGrpSpPr>
        <p:grpSpPr bwMode="auto">
          <a:xfrm>
            <a:off x="2456366" y="3821225"/>
            <a:ext cx="5029964" cy="1814513"/>
            <a:chOff x="725170" y="3672449"/>
            <a:chExt cx="6399090" cy="2426726"/>
          </a:xfrm>
        </p:grpSpPr>
        <p:sp>
          <p:nvSpPr>
            <p:cNvPr id="124" name="Line 6"/>
            <p:cNvSpPr>
              <a:spLocks noChangeShapeType="1"/>
            </p:cNvSpPr>
            <p:nvPr/>
          </p:nvSpPr>
          <p:spPr bwMode="auto">
            <a:xfrm>
              <a:off x="5650230" y="5106259"/>
              <a:ext cx="138303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Oval 9"/>
            <p:cNvSpPr>
              <a:spLocks noChangeArrowheads="1"/>
            </p:cNvSpPr>
            <p:nvPr/>
          </p:nvSpPr>
          <p:spPr bwMode="auto">
            <a:xfrm>
              <a:off x="1195070" y="4910574"/>
              <a:ext cx="340360" cy="32251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26" name="Freeform 10"/>
            <p:cNvSpPr>
              <a:spLocks/>
            </p:cNvSpPr>
            <p:nvPr/>
          </p:nvSpPr>
          <p:spPr bwMode="auto">
            <a:xfrm>
              <a:off x="975360" y="4910574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47" y="0"/>
                  </a:moveTo>
                  <a:lnTo>
                    <a:pt x="81" y="162"/>
                  </a:lnTo>
                  <a:lnTo>
                    <a:pt x="47" y="162"/>
                  </a:lnTo>
                  <a:lnTo>
                    <a:pt x="0" y="162"/>
                  </a:lnTo>
                  <a:lnTo>
                    <a:pt x="47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11"/>
            <p:cNvSpPr>
              <a:spLocks noChangeShapeType="1"/>
            </p:cNvSpPr>
            <p:nvPr/>
          </p:nvSpPr>
          <p:spPr bwMode="auto">
            <a:xfrm>
              <a:off x="1035050" y="5106259"/>
              <a:ext cx="1270" cy="12562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Rectangle 12"/>
            <p:cNvSpPr>
              <a:spLocks noChangeArrowheads="1"/>
            </p:cNvSpPr>
            <p:nvPr/>
          </p:nvSpPr>
          <p:spPr bwMode="auto">
            <a:xfrm>
              <a:off x="725170" y="4911782"/>
              <a:ext cx="185580" cy="3498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29" name="Line 13"/>
            <p:cNvSpPr>
              <a:spLocks noChangeShapeType="1"/>
            </p:cNvSpPr>
            <p:nvPr/>
          </p:nvSpPr>
          <p:spPr bwMode="auto">
            <a:xfrm flipH="1">
              <a:off x="2344420" y="5100219"/>
              <a:ext cx="220980" cy="19568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Freeform 14"/>
            <p:cNvSpPr>
              <a:spLocks/>
            </p:cNvSpPr>
            <p:nvPr/>
          </p:nvSpPr>
          <p:spPr bwMode="auto">
            <a:xfrm>
              <a:off x="2402840" y="5602717"/>
              <a:ext cx="236220" cy="195684"/>
            </a:xfrm>
            <a:custGeom>
              <a:avLst/>
              <a:gdLst>
                <a:gd name="T0" fmla="*/ 2147483646 w 186"/>
                <a:gd name="T1" fmla="*/ 2147483646 h 162"/>
                <a:gd name="T2" fmla="*/ 0 w 186"/>
                <a:gd name="T3" fmla="*/ 2147483646 h 162"/>
                <a:gd name="T4" fmla="*/ 2147483646 w 186"/>
                <a:gd name="T5" fmla="*/ 2147483646 h 162"/>
                <a:gd name="T6" fmla="*/ 2147483646 w 186"/>
                <a:gd name="T7" fmla="*/ 0 h 162"/>
                <a:gd name="T8" fmla="*/ 2147483646 w 186"/>
                <a:gd name="T9" fmla="*/ 2147483646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6" h="162">
                  <a:moveTo>
                    <a:pt x="186" y="162"/>
                  </a:moveTo>
                  <a:lnTo>
                    <a:pt x="0" y="70"/>
                  </a:lnTo>
                  <a:lnTo>
                    <a:pt x="35" y="35"/>
                  </a:lnTo>
                  <a:lnTo>
                    <a:pt x="70" y="0"/>
                  </a:lnTo>
                  <a:lnTo>
                    <a:pt x="186" y="16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1" name="Line 15"/>
            <p:cNvSpPr>
              <a:spLocks noChangeShapeType="1"/>
            </p:cNvSpPr>
            <p:nvPr/>
          </p:nvSpPr>
          <p:spPr bwMode="auto">
            <a:xfrm flipH="1" flipV="1">
              <a:off x="2344420" y="5547152"/>
              <a:ext cx="102870" cy="9784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2" name="Line 16"/>
            <p:cNvSpPr>
              <a:spLocks noChangeShapeType="1"/>
            </p:cNvSpPr>
            <p:nvPr/>
          </p:nvSpPr>
          <p:spPr bwMode="auto">
            <a:xfrm>
              <a:off x="2344420" y="5128001"/>
              <a:ext cx="1270" cy="642617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3" name="Line 17"/>
            <p:cNvSpPr>
              <a:spLocks noChangeShapeType="1"/>
            </p:cNvSpPr>
            <p:nvPr/>
          </p:nvSpPr>
          <p:spPr bwMode="auto">
            <a:xfrm>
              <a:off x="1372870" y="3970807"/>
              <a:ext cx="11620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4" name="Line 18"/>
            <p:cNvSpPr>
              <a:spLocks noChangeShapeType="1"/>
            </p:cNvSpPr>
            <p:nvPr/>
          </p:nvSpPr>
          <p:spPr bwMode="auto">
            <a:xfrm>
              <a:off x="1372870" y="6097967"/>
              <a:ext cx="12509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5" name="Line 19"/>
            <p:cNvSpPr>
              <a:spLocks noChangeShapeType="1"/>
            </p:cNvSpPr>
            <p:nvPr/>
          </p:nvSpPr>
          <p:spPr bwMode="auto">
            <a:xfrm>
              <a:off x="1372870" y="3961143"/>
              <a:ext cx="1270" cy="94943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6" name="Line 20"/>
            <p:cNvSpPr>
              <a:spLocks noChangeShapeType="1"/>
            </p:cNvSpPr>
            <p:nvPr/>
          </p:nvSpPr>
          <p:spPr bwMode="auto">
            <a:xfrm>
              <a:off x="2623820" y="5776658"/>
              <a:ext cx="1270" cy="32130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7" name="Line 21"/>
            <p:cNvSpPr>
              <a:spLocks noChangeShapeType="1"/>
            </p:cNvSpPr>
            <p:nvPr/>
          </p:nvSpPr>
          <p:spPr bwMode="auto">
            <a:xfrm>
              <a:off x="1372870" y="5231883"/>
              <a:ext cx="1270" cy="86608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8" name="Line 22"/>
            <p:cNvSpPr>
              <a:spLocks noChangeShapeType="1"/>
            </p:cNvSpPr>
            <p:nvPr/>
          </p:nvSpPr>
          <p:spPr bwMode="auto">
            <a:xfrm>
              <a:off x="1902460" y="5449310"/>
              <a:ext cx="412750" cy="1208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9" name="Rectangle 23"/>
            <p:cNvSpPr>
              <a:spLocks noChangeArrowheads="1"/>
            </p:cNvSpPr>
            <p:nvPr/>
          </p:nvSpPr>
          <p:spPr bwMode="auto">
            <a:xfrm>
              <a:off x="1902460" y="5227051"/>
              <a:ext cx="175382" cy="3498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7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0" name="Rectangle 24"/>
            <p:cNvSpPr>
              <a:spLocks noChangeArrowheads="1"/>
            </p:cNvSpPr>
            <p:nvPr/>
          </p:nvSpPr>
          <p:spPr bwMode="auto">
            <a:xfrm>
              <a:off x="2049780" y="5253627"/>
              <a:ext cx="238603" cy="3498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700">
                  <a:solidFill>
                    <a:srgbClr val="000000"/>
                  </a:solidFill>
                  <a:latin typeface="Times" panose="02020603050405020304" pitchFamily="18" charset="0"/>
                </a:rPr>
                <a:t>,T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1" name="Line 25"/>
            <p:cNvSpPr>
              <a:spLocks noChangeShapeType="1"/>
            </p:cNvSpPr>
            <p:nvPr/>
          </p:nvSpPr>
          <p:spPr bwMode="auto">
            <a:xfrm flipV="1">
              <a:off x="6383020" y="3731637"/>
              <a:ext cx="1270" cy="474715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2" name="Line 26"/>
            <p:cNvSpPr>
              <a:spLocks noChangeShapeType="1"/>
            </p:cNvSpPr>
            <p:nvPr/>
          </p:nvSpPr>
          <p:spPr bwMode="auto">
            <a:xfrm flipH="1">
              <a:off x="6043930" y="3968391"/>
              <a:ext cx="339090" cy="23796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3" name="Line 27"/>
            <p:cNvSpPr>
              <a:spLocks noChangeShapeType="1"/>
            </p:cNvSpPr>
            <p:nvPr/>
          </p:nvSpPr>
          <p:spPr bwMode="auto">
            <a:xfrm flipV="1">
              <a:off x="6043930" y="3731637"/>
              <a:ext cx="1270" cy="474715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4" name="Line 28"/>
            <p:cNvSpPr>
              <a:spLocks noChangeShapeType="1"/>
            </p:cNvSpPr>
            <p:nvPr/>
          </p:nvSpPr>
          <p:spPr bwMode="auto">
            <a:xfrm>
              <a:off x="6043930" y="3731637"/>
              <a:ext cx="339090" cy="23675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5" name="Line 29"/>
            <p:cNvSpPr>
              <a:spLocks noChangeShapeType="1"/>
            </p:cNvSpPr>
            <p:nvPr/>
          </p:nvSpPr>
          <p:spPr bwMode="auto">
            <a:xfrm>
              <a:off x="5650230" y="3969599"/>
              <a:ext cx="3937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6" name="Line 30"/>
            <p:cNvSpPr>
              <a:spLocks noChangeShapeType="1"/>
            </p:cNvSpPr>
            <p:nvPr/>
          </p:nvSpPr>
          <p:spPr bwMode="auto">
            <a:xfrm>
              <a:off x="6383020" y="3968391"/>
              <a:ext cx="57404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7" name="Freeform 31"/>
            <p:cNvSpPr>
              <a:spLocks/>
            </p:cNvSpPr>
            <p:nvPr/>
          </p:nvSpPr>
          <p:spPr bwMode="auto">
            <a:xfrm>
              <a:off x="6739890" y="4052946"/>
              <a:ext cx="102870" cy="194476"/>
            </a:xfrm>
            <a:custGeom>
              <a:avLst/>
              <a:gdLst>
                <a:gd name="T0" fmla="*/ 2147483646 w 81"/>
                <a:gd name="T1" fmla="*/ 0 h 161"/>
                <a:gd name="T2" fmla="*/ 2147483646 w 81"/>
                <a:gd name="T3" fmla="*/ 2147483646 h 161"/>
                <a:gd name="T4" fmla="*/ 2147483646 w 81"/>
                <a:gd name="T5" fmla="*/ 2147483646 h 161"/>
                <a:gd name="T6" fmla="*/ 0 w 81"/>
                <a:gd name="T7" fmla="*/ 2147483646 h 161"/>
                <a:gd name="T8" fmla="*/ 2147483646 w 81"/>
                <a:gd name="T9" fmla="*/ 0 h 1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1">
                  <a:moveTo>
                    <a:pt x="35" y="0"/>
                  </a:moveTo>
                  <a:lnTo>
                    <a:pt x="81" y="161"/>
                  </a:lnTo>
                  <a:lnTo>
                    <a:pt x="35" y="161"/>
                  </a:lnTo>
                  <a:lnTo>
                    <a:pt x="0" y="16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8" name="Line 32"/>
            <p:cNvSpPr>
              <a:spLocks noChangeShapeType="1"/>
            </p:cNvSpPr>
            <p:nvPr/>
          </p:nvSpPr>
          <p:spPr bwMode="auto">
            <a:xfrm>
              <a:off x="6784340" y="4240175"/>
              <a:ext cx="1270" cy="754955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9" name="Rectangle 33"/>
            <p:cNvSpPr>
              <a:spLocks noChangeArrowheads="1"/>
            </p:cNvSpPr>
            <p:nvPr/>
          </p:nvSpPr>
          <p:spPr bwMode="auto">
            <a:xfrm>
              <a:off x="6871970" y="4450355"/>
              <a:ext cx="236562" cy="411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0" name="Rectangle 34"/>
            <p:cNvSpPr>
              <a:spLocks noChangeArrowheads="1"/>
            </p:cNvSpPr>
            <p:nvPr/>
          </p:nvSpPr>
          <p:spPr bwMode="auto">
            <a:xfrm>
              <a:off x="7034530" y="4562691"/>
              <a:ext cx="89730" cy="288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1" name="Freeform 35"/>
            <p:cNvSpPr>
              <a:spLocks/>
            </p:cNvSpPr>
            <p:nvPr/>
          </p:nvSpPr>
          <p:spPr bwMode="auto">
            <a:xfrm>
              <a:off x="2653030" y="5170279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35" y="0"/>
                  </a:moveTo>
                  <a:lnTo>
                    <a:pt x="81" y="162"/>
                  </a:lnTo>
                  <a:lnTo>
                    <a:pt x="35" y="162"/>
                  </a:lnTo>
                  <a:lnTo>
                    <a:pt x="0" y="162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2" name="Line 36"/>
            <p:cNvSpPr>
              <a:spLocks noChangeShapeType="1"/>
            </p:cNvSpPr>
            <p:nvPr/>
          </p:nvSpPr>
          <p:spPr bwMode="auto">
            <a:xfrm>
              <a:off x="2697480" y="5365963"/>
              <a:ext cx="1270" cy="516993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3" name="Rectangle 37"/>
            <p:cNvSpPr>
              <a:spLocks noChangeArrowheads="1"/>
            </p:cNvSpPr>
            <p:nvPr/>
          </p:nvSpPr>
          <p:spPr bwMode="auto">
            <a:xfrm>
              <a:off x="2816860" y="5420320"/>
              <a:ext cx="163146" cy="411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4" name="Rectangle 38"/>
            <p:cNvSpPr>
              <a:spLocks noChangeArrowheads="1"/>
            </p:cNvSpPr>
            <p:nvPr/>
          </p:nvSpPr>
          <p:spPr bwMode="auto">
            <a:xfrm>
              <a:off x="2905760" y="5533865"/>
              <a:ext cx="203933" cy="288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ce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5" name="Rectangle 39"/>
            <p:cNvSpPr>
              <a:spLocks noChangeArrowheads="1"/>
            </p:cNvSpPr>
            <p:nvPr/>
          </p:nvSpPr>
          <p:spPr bwMode="auto">
            <a:xfrm>
              <a:off x="6169660" y="4229303"/>
              <a:ext cx="199854" cy="3498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6" name="Rectangle 40"/>
            <p:cNvSpPr>
              <a:spLocks noChangeArrowheads="1"/>
            </p:cNvSpPr>
            <p:nvPr/>
          </p:nvSpPr>
          <p:spPr bwMode="auto">
            <a:xfrm>
              <a:off x="2080260" y="3683319"/>
              <a:ext cx="73416" cy="3704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7" name="Oval 41"/>
            <p:cNvSpPr>
              <a:spLocks noChangeArrowheads="1"/>
            </p:cNvSpPr>
            <p:nvPr/>
          </p:nvSpPr>
          <p:spPr bwMode="auto">
            <a:xfrm>
              <a:off x="356362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8" name="Oval 42"/>
            <p:cNvSpPr>
              <a:spLocks noChangeArrowheads="1"/>
            </p:cNvSpPr>
            <p:nvPr/>
          </p:nvSpPr>
          <p:spPr bwMode="auto">
            <a:xfrm>
              <a:off x="398526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9" name="Line 43"/>
            <p:cNvSpPr>
              <a:spLocks noChangeShapeType="1"/>
            </p:cNvSpPr>
            <p:nvPr/>
          </p:nvSpPr>
          <p:spPr bwMode="auto">
            <a:xfrm flipH="1">
              <a:off x="4744720" y="3972015"/>
              <a:ext cx="18161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0" name="Line 44"/>
            <p:cNvSpPr>
              <a:spLocks noChangeShapeType="1"/>
            </p:cNvSpPr>
            <p:nvPr/>
          </p:nvSpPr>
          <p:spPr bwMode="auto">
            <a:xfrm flipH="1" flipV="1">
              <a:off x="4744720" y="4790990"/>
              <a:ext cx="18161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1" name="Line 4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2" name="Line 46"/>
            <p:cNvSpPr>
              <a:spLocks noChangeShapeType="1"/>
            </p:cNvSpPr>
            <p:nvPr/>
          </p:nvSpPr>
          <p:spPr bwMode="auto">
            <a:xfrm flipH="1">
              <a:off x="2532380" y="5106259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3" name="Line 47"/>
            <p:cNvSpPr>
              <a:spLocks noChangeShapeType="1"/>
            </p:cNvSpPr>
            <p:nvPr/>
          </p:nvSpPr>
          <p:spPr bwMode="auto">
            <a:xfrm flipH="1">
              <a:off x="4926330" y="3972015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4" name="Line 48"/>
            <p:cNvSpPr>
              <a:spLocks noChangeShapeType="1"/>
            </p:cNvSpPr>
            <p:nvPr/>
          </p:nvSpPr>
          <p:spPr bwMode="auto">
            <a:xfrm flipH="1">
              <a:off x="4926330" y="5106259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5" name="Arc 49"/>
            <p:cNvSpPr>
              <a:spLocks/>
            </p:cNvSpPr>
            <p:nvPr/>
          </p:nvSpPr>
          <p:spPr bwMode="auto">
            <a:xfrm>
              <a:off x="2871470" y="4805485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6" name="Arc 50"/>
            <p:cNvSpPr>
              <a:spLocks/>
            </p:cNvSpPr>
            <p:nvPr/>
          </p:nvSpPr>
          <p:spPr bwMode="auto">
            <a:xfrm>
              <a:off x="2969260" y="4848970"/>
              <a:ext cx="97790" cy="36238"/>
            </a:xfrm>
            <a:custGeom>
              <a:avLst/>
              <a:gdLst>
                <a:gd name="T0" fmla="*/ 185993524 w 21600"/>
                <a:gd name="T1" fmla="*/ 0 h 21648"/>
                <a:gd name="T2" fmla="*/ 0 w 21600"/>
                <a:gd name="T3" fmla="*/ 476313 h 21648"/>
                <a:gd name="T4" fmla="*/ 0 w 21600"/>
                <a:gd name="T5" fmla="*/ 1051 h 21648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8" fill="none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</a:path>
                <a:path w="21600" h="21648" stroke="0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  <a:lnTo>
                    <a:pt x="0" y="48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Arc 51"/>
            <p:cNvSpPr>
              <a:spLocks/>
            </p:cNvSpPr>
            <p:nvPr/>
          </p:nvSpPr>
          <p:spPr bwMode="auto">
            <a:xfrm>
              <a:off x="2871470" y="4812732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8" name="Arc 52"/>
            <p:cNvSpPr>
              <a:spLocks/>
            </p:cNvSpPr>
            <p:nvPr/>
          </p:nvSpPr>
          <p:spPr bwMode="auto">
            <a:xfrm>
              <a:off x="2969260" y="481273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9" name="Arc 53"/>
            <p:cNvSpPr>
              <a:spLocks/>
            </p:cNvSpPr>
            <p:nvPr/>
          </p:nvSpPr>
          <p:spPr bwMode="auto">
            <a:xfrm>
              <a:off x="2871470" y="4719722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0" name="Arc 54"/>
            <p:cNvSpPr>
              <a:spLocks/>
            </p:cNvSpPr>
            <p:nvPr/>
          </p:nvSpPr>
          <p:spPr bwMode="auto">
            <a:xfrm>
              <a:off x="2969260" y="4761999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1" name="Arc 55"/>
            <p:cNvSpPr>
              <a:spLocks/>
            </p:cNvSpPr>
            <p:nvPr/>
          </p:nvSpPr>
          <p:spPr bwMode="auto">
            <a:xfrm>
              <a:off x="2871470" y="4725761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2" name="Arc 56"/>
            <p:cNvSpPr>
              <a:spLocks/>
            </p:cNvSpPr>
            <p:nvPr/>
          </p:nvSpPr>
          <p:spPr bwMode="auto">
            <a:xfrm>
              <a:off x="2969260" y="4725761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3" name="Arc 57"/>
            <p:cNvSpPr>
              <a:spLocks/>
            </p:cNvSpPr>
            <p:nvPr/>
          </p:nvSpPr>
          <p:spPr bwMode="auto">
            <a:xfrm>
              <a:off x="2871470" y="4625504"/>
              <a:ext cx="97790" cy="85763"/>
            </a:xfrm>
            <a:custGeom>
              <a:avLst/>
              <a:gdLst>
                <a:gd name="T0" fmla="*/ 185993524 w 21600"/>
                <a:gd name="T1" fmla="*/ 82319027 h 21720"/>
                <a:gd name="T2" fmla="*/ 0 w 21600"/>
                <a:gd name="T3" fmla="*/ 0 h 21720"/>
                <a:gd name="T4" fmla="*/ 185993524 w 21600"/>
                <a:gd name="T5" fmla="*/ 455077 h 2172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20" fill="none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</a:path>
                <a:path w="21600" h="21720" stroke="0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  <a:lnTo>
                    <a:pt x="21600" y="120"/>
                  </a:lnTo>
                  <a:lnTo>
                    <a:pt x="21600" y="2172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4" name="Arc 58"/>
            <p:cNvSpPr>
              <a:spLocks/>
            </p:cNvSpPr>
            <p:nvPr/>
          </p:nvSpPr>
          <p:spPr bwMode="auto">
            <a:xfrm>
              <a:off x="2969260" y="4676236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5" name="Arc 59"/>
            <p:cNvSpPr>
              <a:spLocks/>
            </p:cNvSpPr>
            <p:nvPr/>
          </p:nvSpPr>
          <p:spPr bwMode="auto">
            <a:xfrm>
              <a:off x="2871470" y="4639999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6" name="Arc 60"/>
            <p:cNvSpPr>
              <a:spLocks/>
            </p:cNvSpPr>
            <p:nvPr/>
          </p:nvSpPr>
          <p:spPr bwMode="auto">
            <a:xfrm>
              <a:off x="2969260" y="4639999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7" name="Arc 61"/>
            <p:cNvSpPr>
              <a:spLocks/>
            </p:cNvSpPr>
            <p:nvPr/>
          </p:nvSpPr>
          <p:spPr bwMode="auto">
            <a:xfrm>
              <a:off x="2871470" y="4532493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8" name="Arc 62"/>
            <p:cNvSpPr>
              <a:spLocks/>
            </p:cNvSpPr>
            <p:nvPr/>
          </p:nvSpPr>
          <p:spPr bwMode="auto">
            <a:xfrm>
              <a:off x="2969260" y="4583226"/>
              <a:ext cx="97790" cy="28990"/>
            </a:xfrm>
            <a:custGeom>
              <a:avLst/>
              <a:gdLst>
                <a:gd name="T0" fmla="*/ 185959461 w 21600"/>
                <a:gd name="T1" fmla="*/ 0 h 22022"/>
                <a:gd name="T2" fmla="*/ 0 w 21600"/>
                <a:gd name="T3" fmla="*/ 114607 h 22022"/>
                <a:gd name="T4" fmla="*/ 0 w 21600"/>
                <a:gd name="T5" fmla="*/ 2200 h 220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2022" fill="none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</a:path>
                <a:path w="21600" h="22022" stroke="0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  <a:lnTo>
                    <a:pt x="0" y="422"/>
                  </a:lnTo>
                  <a:lnTo>
                    <a:pt x="21595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9" name="Arc 63"/>
            <p:cNvSpPr>
              <a:spLocks/>
            </p:cNvSpPr>
            <p:nvPr/>
          </p:nvSpPr>
          <p:spPr bwMode="auto">
            <a:xfrm>
              <a:off x="2871470" y="4554236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0" name="Arc 64"/>
            <p:cNvSpPr>
              <a:spLocks/>
            </p:cNvSpPr>
            <p:nvPr/>
          </p:nvSpPr>
          <p:spPr bwMode="auto">
            <a:xfrm>
              <a:off x="2969260" y="4554236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Arc 65"/>
            <p:cNvSpPr>
              <a:spLocks/>
            </p:cNvSpPr>
            <p:nvPr/>
          </p:nvSpPr>
          <p:spPr bwMode="auto">
            <a:xfrm>
              <a:off x="2871470" y="4446730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2" name="Arc 66"/>
            <p:cNvSpPr>
              <a:spLocks/>
            </p:cNvSpPr>
            <p:nvPr/>
          </p:nvSpPr>
          <p:spPr bwMode="auto">
            <a:xfrm>
              <a:off x="2969260" y="4496255"/>
              <a:ext cx="97790" cy="28990"/>
            </a:xfrm>
            <a:custGeom>
              <a:avLst/>
              <a:gdLst>
                <a:gd name="T0" fmla="*/ 185967062 w 21600"/>
                <a:gd name="T1" fmla="*/ 0 h 21954"/>
                <a:gd name="T2" fmla="*/ 0 w 21600"/>
                <a:gd name="T3" fmla="*/ 116393 h 21954"/>
                <a:gd name="T4" fmla="*/ 0 w 21600"/>
                <a:gd name="T5" fmla="*/ 1876 h 2195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54" fill="none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</a:path>
                <a:path w="21600" h="21954" stroke="0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  <a:lnTo>
                    <a:pt x="0" y="354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3" name="Arc 67"/>
            <p:cNvSpPr>
              <a:spLocks/>
            </p:cNvSpPr>
            <p:nvPr/>
          </p:nvSpPr>
          <p:spPr bwMode="auto">
            <a:xfrm>
              <a:off x="2871470" y="4467265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4" name="Arc 68"/>
            <p:cNvSpPr>
              <a:spLocks/>
            </p:cNvSpPr>
            <p:nvPr/>
          </p:nvSpPr>
          <p:spPr bwMode="auto">
            <a:xfrm>
              <a:off x="2969260" y="4467265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5" name="Arc 69"/>
            <p:cNvSpPr>
              <a:spLocks/>
            </p:cNvSpPr>
            <p:nvPr/>
          </p:nvSpPr>
          <p:spPr bwMode="auto">
            <a:xfrm>
              <a:off x="2871470" y="4359759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6" name="Arc 70"/>
            <p:cNvSpPr>
              <a:spLocks/>
            </p:cNvSpPr>
            <p:nvPr/>
          </p:nvSpPr>
          <p:spPr bwMode="auto">
            <a:xfrm>
              <a:off x="2969260" y="4410492"/>
              <a:ext cx="97790" cy="28990"/>
            </a:xfrm>
            <a:custGeom>
              <a:avLst/>
              <a:gdLst>
                <a:gd name="T0" fmla="*/ 185967062 w 21600"/>
                <a:gd name="T1" fmla="*/ 0 h 21962"/>
                <a:gd name="T2" fmla="*/ 0 w 21600"/>
                <a:gd name="T3" fmla="*/ 116180 h 21962"/>
                <a:gd name="T4" fmla="*/ 0 w 21600"/>
                <a:gd name="T5" fmla="*/ 1917 h 2196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62" fill="none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</a:path>
                <a:path w="21600" h="21962" stroke="0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  <a:lnTo>
                    <a:pt x="0" y="362"/>
                  </a:lnTo>
                  <a:lnTo>
                    <a:pt x="21596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7" name="Arc 71"/>
            <p:cNvSpPr>
              <a:spLocks/>
            </p:cNvSpPr>
            <p:nvPr/>
          </p:nvSpPr>
          <p:spPr bwMode="auto">
            <a:xfrm>
              <a:off x="2871470" y="4381502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8" name="Arc 72"/>
            <p:cNvSpPr>
              <a:spLocks/>
            </p:cNvSpPr>
            <p:nvPr/>
          </p:nvSpPr>
          <p:spPr bwMode="auto">
            <a:xfrm>
              <a:off x="2969260" y="438150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9" name="Arc 73"/>
            <p:cNvSpPr>
              <a:spLocks/>
            </p:cNvSpPr>
            <p:nvPr/>
          </p:nvSpPr>
          <p:spPr bwMode="auto">
            <a:xfrm>
              <a:off x="2871470" y="4295739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0" name="Arc 74"/>
            <p:cNvSpPr>
              <a:spLocks/>
            </p:cNvSpPr>
            <p:nvPr/>
          </p:nvSpPr>
          <p:spPr bwMode="auto">
            <a:xfrm>
              <a:off x="2871470" y="4891248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1" name="Line 75"/>
            <p:cNvSpPr>
              <a:spLocks noChangeShapeType="1"/>
            </p:cNvSpPr>
            <p:nvPr/>
          </p:nvSpPr>
          <p:spPr bwMode="auto">
            <a:xfrm flipV="1">
              <a:off x="2954020" y="4216016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2" name="Line 76"/>
            <p:cNvSpPr>
              <a:spLocks noChangeShapeType="1"/>
            </p:cNvSpPr>
            <p:nvPr/>
          </p:nvSpPr>
          <p:spPr bwMode="auto">
            <a:xfrm flipV="1">
              <a:off x="2954020" y="4984258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3" name="Line 77"/>
            <p:cNvSpPr>
              <a:spLocks noChangeShapeType="1"/>
            </p:cNvSpPr>
            <p:nvPr/>
          </p:nvSpPr>
          <p:spPr bwMode="auto">
            <a:xfrm>
              <a:off x="3465830" y="3972015"/>
              <a:ext cx="18034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4" name="Line 78"/>
            <p:cNvSpPr>
              <a:spLocks noChangeShapeType="1"/>
            </p:cNvSpPr>
            <p:nvPr/>
          </p:nvSpPr>
          <p:spPr bwMode="auto">
            <a:xfrm flipV="1">
              <a:off x="3465830" y="4790990"/>
              <a:ext cx="18034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5" name="Freeform 79"/>
            <p:cNvSpPr>
              <a:spLocks/>
            </p:cNvSpPr>
            <p:nvPr/>
          </p:nvSpPr>
          <p:spPr bwMode="auto">
            <a:xfrm>
              <a:off x="2908300" y="4101263"/>
              <a:ext cx="105410" cy="201724"/>
            </a:xfrm>
            <a:custGeom>
              <a:avLst/>
              <a:gdLst>
                <a:gd name="T0" fmla="*/ 2147483646 w 83"/>
                <a:gd name="T1" fmla="*/ 2147483646 h 167"/>
                <a:gd name="T2" fmla="*/ 0 w 83"/>
                <a:gd name="T3" fmla="*/ 0 h 167"/>
                <a:gd name="T4" fmla="*/ 2147483646 w 83"/>
                <a:gd name="T5" fmla="*/ 0 h 167"/>
                <a:gd name="T6" fmla="*/ 2147483646 w 83"/>
                <a:gd name="T7" fmla="*/ 0 h 167"/>
                <a:gd name="T8" fmla="*/ 2147483646 w 83"/>
                <a:gd name="T9" fmla="*/ 2147483646 h 16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7">
                  <a:moveTo>
                    <a:pt x="36" y="167"/>
                  </a:moveTo>
                  <a:lnTo>
                    <a:pt x="0" y="0"/>
                  </a:lnTo>
                  <a:lnTo>
                    <a:pt x="36" y="0"/>
                  </a:lnTo>
                  <a:lnTo>
                    <a:pt x="83" y="0"/>
                  </a:lnTo>
                  <a:lnTo>
                    <a:pt x="36" y="167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96" name="Line 80"/>
            <p:cNvSpPr>
              <a:spLocks noChangeShapeType="1"/>
            </p:cNvSpPr>
            <p:nvPr/>
          </p:nvSpPr>
          <p:spPr bwMode="auto">
            <a:xfrm flipV="1">
              <a:off x="2954020" y="3972015"/>
              <a:ext cx="1270" cy="12924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7" name="Line 81"/>
            <p:cNvSpPr>
              <a:spLocks noChangeShapeType="1"/>
            </p:cNvSpPr>
            <p:nvPr/>
          </p:nvSpPr>
          <p:spPr bwMode="auto">
            <a:xfrm flipV="1">
              <a:off x="2954020" y="5056734"/>
              <a:ext cx="1270" cy="7126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8" name="Freeform 82"/>
            <p:cNvSpPr>
              <a:spLocks/>
            </p:cNvSpPr>
            <p:nvPr/>
          </p:nvSpPr>
          <p:spPr bwMode="auto">
            <a:xfrm>
              <a:off x="318008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Line 83"/>
            <p:cNvSpPr>
              <a:spLocks noChangeShapeType="1"/>
            </p:cNvSpPr>
            <p:nvPr/>
          </p:nvSpPr>
          <p:spPr bwMode="auto">
            <a:xfrm flipH="1">
              <a:off x="304419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0" name="Freeform 84"/>
            <p:cNvSpPr>
              <a:spLocks/>
            </p:cNvSpPr>
            <p:nvPr/>
          </p:nvSpPr>
          <p:spPr bwMode="auto">
            <a:xfrm>
              <a:off x="266827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01" name="Line 8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2" name="Freeform 86"/>
            <p:cNvSpPr>
              <a:spLocks/>
            </p:cNvSpPr>
            <p:nvPr/>
          </p:nvSpPr>
          <p:spPr bwMode="auto">
            <a:xfrm>
              <a:off x="5324475" y="5057338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03" name="Line 87"/>
            <p:cNvSpPr>
              <a:spLocks noChangeShapeType="1"/>
            </p:cNvSpPr>
            <p:nvPr/>
          </p:nvSpPr>
          <p:spPr bwMode="auto">
            <a:xfrm flipH="1">
              <a:off x="525653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4" name="Freeform 90"/>
            <p:cNvSpPr>
              <a:spLocks/>
            </p:cNvSpPr>
            <p:nvPr/>
          </p:nvSpPr>
          <p:spPr bwMode="auto">
            <a:xfrm>
              <a:off x="2396490" y="4058986"/>
              <a:ext cx="105410" cy="200516"/>
            </a:xfrm>
            <a:custGeom>
              <a:avLst/>
              <a:gdLst>
                <a:gd name="T0" fmla="*/ 2147483646 w 83"/>
                <a:gd name="T1" fmla="*/ 0 h 166"/>
                <a:gd name="T2" fmla="*/ 2147483646 w 83"/>
                <a:gd name="T3" fmla="*/ 2147483646 h 166"/>
                <a:gd name="T4" fmla="*/ 2147483646 w 83"/>
                <a:gd name="T5" fmla="*/ 2147483646 h 166"/>
                <a:gd name="T6" fmla="*/ 0 w 83"/>
                <a:gd name="T7" fmla="*/ 2147483646 h 166"/>
                <a:gd name="T8" fmla="*/ 2147483646 w 83"/>
                <a:gd name="T9" fmla="*/ 0 h 1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6">
                  <a:moveTo>
                    <a:pt x="36" y="0"/>
                  </a:moveTo>
                  <a:lnTo>
                    <a:pt x="83" y="166"/>
                  </a:lnTo>
                  <a:lnTo>
                    <a:pt x="36" y="166"/>
                  </a:lnTo>
                  <a:lnTo>
                    <a:pt x="0" y="166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05" name="Line 91"/>
            <p:cNvSpPr>
              <a:spLocks noChangeShapeType="1"/>
            </p:cNvSpPr>
            <p:nvPr/>
          </p:nvSpPr>
          <p:spPr bwMode="auto">
            <a:xfrm>
              <a:off x="2442210" y="4259501"/>
              <a:ext cx="1270" cy="77548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6" name="Rectangle 92"/>
            <p:cNvSpPr>
              <a:spLocks noChangeArrowheads="1"/>
            </p:cNvSpPr>
            <p:nvPr/>
          </p:nvSpPr>
          <p:spPr bwMode="auto">
            <a:xfrm>
              <a:off x="4173220" y="3813776"/>
              <a:ext cx="244719" cy="3704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m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07" name="Rectangle 93"/>
            <p:cNvSpPr>
              <a:spLocks noChangeArrowheads="1"/>
            </p:cNvSpPr>
            <p:nvPr/>
          </p:nvSpPr>
          <p:spPr bwMode="auto">
            <a:xfrm>
              <a:off x="2112010" y="4389958"/>
              <a:ext cx="146832" cy="3704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08" name="Rectangle 94"/>
            <p:cNvSpPr>
              <a:spLocks noChangeArrowheads="1"/>
            </p:cNvSpPr>
            <p:nvPr/>
          </p:nvSpPr>
          <p:spPr bwMode="auto">
            <a:xfrm>
              <a:off x="2216150" y="4503503"/>
              <a:ext cx="106045" cy="2675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09" name="Rectangle 95"/>
            <p:cNvSpPr>
              <a:spLocks noChangeArrowheads="1"/>
            </p:cNvSpPr>
            <p:nvPr/>
          </p:nvSpPr>
          <p:spPr bwMode="auto">
            <a:xfrm>
              <a:off x="5364110" y="4389958"/>
              <a:ext cx="146832" cy="3704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0" name="Rectangle 96"/>
            <p:cNvSpPr>
              <a:spLocks noChangeArrowheads="1"/>
            </p:cNvSpPr>
            <p:nvPr/>
          </p:nvSpPr>
          <p:spPr bwMode="auto">
            <a:xfrm>
              <a:off x="5469520" y="4503503"/>
              <a:ext cx="106045" cy="2675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300" dirty="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en-CA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11" name="Rectangle 97"/>
            <p:cNvSpPr>
              <a:spLocks noChangeArrowheads="1"/>
            </p:cNvSpPr>
            <p:nvPr/>
          </p:nvSpPr>
          <p:spPr bwMode="auto">
            <a:xfrm>
              <a:off x="5287010" y="5161417"/>
              <a:ext cx="81573" cy="3704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2" name="Rectangle 98"/>
            <p:cNvSpPr>
              <a:spLocks noChangeArrowheads="1"/>
            </p:cNvSpPr>
            <p:nvPr/>
          </p:nvSpPr>
          <p:spPr bwMode="auto">
            <a:xfrm>
              <a:off x="5363210" y="5247180"/>
              <a:ext cx="106045" cy="2675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3" name="Rectangle 99"/>
            <p:cNvSpPr>
              <a:spLocks noChangeArrowheads="1"/>
            </p:cNvSpPr>
            <p:nvPr/>
          </p:nvSpPr>
          <p:spPr bwMode="auto">
            <a:xfrm>
              <a:off x="2546350" y="3672449"/>
              <a:ext cx="81573" cy="3704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4" name="Rectangle 100"/>
            <p:cNvSpPr>
              <a:spLocks noChangeArrowheads="1"/>
            </p:cNvSpPr>
            <p:nvPr/>
          </p:nvSpPr>
          <p:spPr bwMode="auto">
            <a:xfrm>
              <a:off x="2622549" y="3758212"/>
              <a:ext cx="106045" cy="2675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5" name="Rectangle 101"/>
            <p:cNvSpPr>
              <a:spLocks noChangeArrowheads="1"/>
            </p:cNvSpPr>
            <p:nvPr/>
          </p:nvSpPr>
          <p:spPr bwMode="auto">
            <a:xfrm>
              <a:off x="3211830" y="3672449"/>
              <a:ext cx="134596" cy="3704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i'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6" name="Rectangle 102"/>
            <p:cNvSpPr>
              <a:spLocks noChangeArrowheads="1"/>
            </p:cNvSpPr>
            <p:nvPr/>
          </p:nvSpPr>
          <p:spPr bwMode="auto">
            <a:xfrm>
              <a:off x="3315970" y="3758212"/>
              <a:ext cx="106045" cy="2675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7" name="Rectangle 103"/>
            <p:cNvSpPr>
              <a:spLocks noChangeArrowheads="1"/>
            </p:cNvSpPr>
            <p:nvPr/>
          </p:nvSpPr>
          <p:spPr bwMode="auto">
            <a:xfrm>
              <a:off x="3059430" y="4086768"/>
              <a:ext cx="81573" cy="3704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8" name="Rectangle 104"/>
            <p:cNvSpPr>
              <a:spLocks noChangeArrowheads="1"/>
            </p:cNvSpPr>
            <p:nvPr/>
          </p:nvSpPr>
          <p:spPr bwMode="auto">
            <a:xfrm>
              <a:off x="3103880" y="4160451"/>
              <a:ext cx="212090" cy="2675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10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9" name="Oval 105"/>
            <p:cNvSpPr>
              <a:spLocks noChangeArrowheads="1"/>
            </p:cNvSpPr>
            <p:nvPr/>
          </p:nvSpPr>
          <p:spPr bwMode="auto">
            <a:xfrm>
              <a:off x="3442970" y="4266749"/>
              <a:ext cx="7493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0" name="Oval 106"/>
            <p:cNvSpPr>
              <a:spLocks noChangeArrowheads="1"/>
            </p:cNvSpPr>
            <p:nvPr/>
          </p:nvSpPr>
          <p:spPr bwMode="auto">
            <a:xfrm>
              <a:off x="4888230" y="4801861"/>
              <a:ext cx="9017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1" name="Rectangle 107"/>
            <p:cNvSpPr>
              <a:spLocks noChangeArrowheads="1"/>
            </p:cNvSpPr>
            <p:nvPr/>
          </p:nvSpPr>
          <p:spPr bwMode="auto">
            <a:xfrm>
              <a:off x="3163570" y="4475721"/>
              <a:ext cx="195775" cy="3704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cxnSp>
          <p:nvCxnSpPr>
            <p:cNvPr id="222" name="Connecteur droit avec flèche 221"/>
            <p:cNvCxnSpPr/>
            <p:nvPr/>
          </p:nvCxnSpPr>
          <p:spPr>
            <a:xfrm>
              <a:off x="5255151" y="4160766"/>
              <a:ext cx="0" cy="7940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Rectangle 1"/>
          <p:cNvSpPr/>
          <p:nvPr/>
        </p:nvSpPr>
        <p:spPr>
          <a:xfrm>
            <a:off x="4682183" y="2888511"/>
            <a:ext cx="16530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</a:pPr>
            <a:r>
              <a:rPr lang="en-CA" altLang="fr-FR" b="1" dirty="0">
                <a:solidFill>
                  <a:srgbClr val="0033CC"/>
                </a:solidFill>
                <a:latin typeface="Times New Roman" panose="02020603050405020304" pitchFamily="18" charset="0"/>
              </a:rPr>
              <a:t>Energy storing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99884" y="5351721"/>
            <a:ext cx="19822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</a:pPr>
            <a:r>
              <a:rPr lang="en-CA" altLang="fr-FR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Energy restitution</a:t>
            </a:r>
          </a:p>
        </p:txBody>
      </p:sp>
      <p:sp>
        <p:nvSpPr>
          <p:cNvPr id="6" name="ZoneTexte 5"/>
          <p:cNvSpPr txBox="1"/>
          <p:nvPr/>
        </p:nvSpPr>
        <p:spPr>
          <a:xfrm>
            <a:off x="8224380" y="802015"/>
            <a:ext cx="36791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 smtClean="0"/>
              <a:t>Warning:</a:t>
            </a:r>
          </a:p>
          <a:p>
            <a:endParaRPr lang="en-US" sz="2400" dirty="0" smtClean="0"/>
          </a:p>
          <a:p>
            <a:r>
              <a:rPr lang="en-US" sz="2400" dirty="0" smtClean="0"/>
              <a:t>If no load connected</a:t>
            </a:r>
          </a:p>
          <a:p>
            <a:r>
              <a:rPr lang="en-US" sz="2400" dirty="0" smtClean="0"/>
              <a:t>-&gt; Output capacitor never discharges</a:t>
            </a:r>
          </a:p>
          <a:p>
            <a:r>
              <a:rPr lang="en-US" sz="2400" b="1" dirty="0" smtClean="0">
                <a:solidFill>
                  <a:srgbClr val="FF0000"/>
                </a:solidFill>
              </a:rPr>
              <a:t>-&gt; Issue</a:t>
            </a:r>
            <a:endParaRPr lang="en-US" sz="2400" b="1" dirty="0">
              <a:solidFill>
                <a:srgbClr val="FF0000"/>
              </a:solidFill>
            </a:endParaRPr>
          </a:p>
        </p:txBody>
      </p:sp>
      <p:grpSp>
        <p:nvGrpSpPr>
          <p:cNvPr id="10" name="Groupe 9"/>
          <p:cNvGrpSpPr/>
          <p:nvPr/>
        </p:nvGrpSpPr>
        <p:grpSpPr>
          <a:xfrm>
            <a:off x="7897657" y="3577720"/>
            <a:ext cx="3921125" cy="2440728"/>
            <a:chOff x="7897657" y="3577720"/>
            <a:chExt cx="3921125" cy="2440728"/>
          </a:xfrm>
        </p:grpSpPr>
        <p:grpSp>
          <p:nvGrpSpPr>
            <p:cNvPr id="226" name="Group 5"/>
            <p:cNvGrpSpPr>
              <a:grpSpLocks/>
            </p:cNvGrpSpPr>
            <p:nvPr/>
          </p:nvGrpSpPr>
          <p:grpSpPr bwMode="auto">
            <a:xfrm>
              <a:off x="7961157" y="3624831"/>
              <a:ext cx="76200" cy="1946280"/>
              <a:chOff x="226" y="-322"/>
              <a:chExt cx="48" cy="1226"/>
            </a:xfrm>
          </p:grpSpPr>
          <p:sp>
            <p:nvSpPr>
              <p:cNvPr id="227" name="Freeform 6"/>
              <p:cNvSpPr>
                <a:spLocks/>
              </p:cNvSpPr>
              <p:nvPr/>
            </p:nvSpPr>
            <p:spPr bwMode="auto">
              <a:xfrm>
                <a:off x="226" y="-322"/>
                <a:ext cx="48" cy="88"/>
              </a:xfrm>
              <a:custGeom>
                <a:avLst/>
                <a:gdLst>
                  <a:gd name="T0" fmla="*/ 24 w 48"/>
                  <a:gd name="T1" fmla="*/ 0 h 88"/>
                  <a:gd name="T2" fmla="*/ 48 w 48"/>
                  <a:gd name="T3" fmla="*/ 88 h 88"/>
                  <a:gd name="T4" fmla="*/ 24 w 48"/>
                  <a:gd name="T5" fmla="*/ 88 h 88"/>
                  <a:gd name="T6" fmla="*/ 0 w 48"/>
                  <a:gd name="T7" fmla="*/ 88 h 88"/>
                  <a:gd name="T8" fmla="*/ 24 w 48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8" h="88">
                    <a:moveTo>
                      <a:pt x="24" y="0"/>
                    </a:moveTo>
                    <a:lnTo>
                      <a:pt x="48" y="88"/>
                    </a:lnTo>
                    <a:lnTo>
                      <a:pt x="24" y="88"/>
                    </a:lnTo>
                    <a:lnTo>
                      <a:pt x="0" y="88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28" name="Line 7"/>
              <p:cNvSpPr>
                <a:spLocks noChangeShapeType="1"/>
              </p:cNvSpPr>
              <p:nvPr/>
            </p:nvSpPr>
            <p:spPr bwMode="auto">
              <a:xfrm>
                <a:off x="251" y="-234"/>
                <a:ext cx="0" cy="113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29" name="Group 8"/>
            <p:cNvGrpSpPr>
              <a:grpSpLocks/>
            </p:cNvGrpSpPr>
            <p:nvPr/>
          </p:nvGrpSpPr>
          <p:grpSpPr bwMode="auto">
            <a:xfrm>
              <a:off x="7935757" y="5456810"/>
              <a:ext cx="3883025" cy="76200"/>
              <a:chOff x="210" y="832"/>
              <a:chExt cx="2446" cy="48"/>
            </a:xfrm>
          </p:grpSpPr>
          <p:sp>
            <p:nvSpPr>
              <p:cNvPr id="230" name="Freeform 9"/>
              <p:cNvSpPr>
                <a:spLocks/>
              </p:cNvSpPr>
              <p:nvPr/>
            </p:nvSpPr>
            <p:spPr bwMode="auto">
              <a:xfrm>
                <a:off x="2568" y="832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1" name="Line 10"/>
              <p:cNvSpPr>
                <a:spLocks noChangeShapeType="1"/>
              </p:cNvSpPr>
              <p:nvPr/>
            </p:nvSpPr>
            <p:spPr bwMode="auto">
              <a:xfrm>
                <a:off x="210" y="856"/>
                <a:ext cx="235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33" name="Line 12"/>
            <p:cNvSpPr>
              <a:spLocks noChangeShapeType="1"/>
            </p:cNvSpPr>
            <p:nvPr/>
          </p:nvSpPr>
          <p:spPr bwMode="auto">
            <a:xfrm>
              <a:off x="7999258" y="5241401"/>
              <a:ext cx="436210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40" name="Rectangle 123"/>
            <p:cNvSpPr>
              <a:spLocks noChangeArrowheads="1"/>
            </p:cNvSpPr>
            <p:nvPr/>
          </p:nvSpPr>
          <p:spPr bwMode="auto">
            <a:xfrm>
              <a:off x="11653682" y="5164710"/>
              <a:ext cx="42863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1" name="Rectangle 124"/>
            <p:cNvSpPr>
              <a:spLocks noChangeArrowheads="1"/>
            </p:cNvSpPr>
            <p:nvPr/>
          </p:nvSpPr>
          <p:spPr bwMode="auto">
            <a:xfrm>
              <a:off x="7897657" y="5533010"/>
              <a:ext cx="76200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2" name="Text Box 175"/>
            <p:cNvSpPr txBox="1">
              <a:spLocks noChangeArrowheads="1"/>
            </p:cNvSpPr>
            <p:nvPr/>
          </p:nvSpPr>
          <p:spPr bwMode="auto">
            <a:xfrm>
              <a:off x="7999257" y="3577720"/>
              <a:ext cx="436210" cy="4616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400" b="1" dirty="0" smtClean="0">
                  <a:solidFill>
                    <a:srgbClr val="009900"/>
                  </a:solidFill>
                  <a:latin typeface="+mn-lt"/>
                </a:rPr>
                <a:t>V</a:t>
              </a:r>
              <a:r>
                <a:rPr lang="fr-FR" altLang="fr-FR" sz="2400" b="1" baseline="-25000" dirty="0" smtClean="0">
                  <a:solidFill>
                    <a:srgbClr val="009900"/>
                  </a:solidFill>
                  <a:latin typeface="+mn-lt"/>
                </a:rPr>
                <a:t>s</a:t>
              </a:r>
              <a:endParaRPr lang="fr-FR" altLang="fr-FR" sz="2400" b="1" baseline="-25000" dirty="0">
                <a:solidFill>
                  <a:srgbClr val="009900"/>
                </a:solidFill>
                <a:latin typeface="+mn-lt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ZoneTexte 6"/>
                <p:cNvSpPr txBox="1"/>
                <p:nvPr/>
              </p:nvSpPr>
              <p:spPr>
                <a:xfrm>
                  <a:off x="8204307" y="5502666"/>
                  <a:ext cx="29623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7" name="ZoneTexte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4307" y="5502666"/>
                  <a:ext cx="296235" cy="246221"/>
                </a:xfrm>
                <a:prstGeom prst="rect">
                  <a:avLst/>
                </a:prstGeom>
                <a:blipFill>
                  <a:blip r:embed="rId2"/>
                  <a:stretch>
                    <a:fillRect l="-16667" r="-14583" b="-5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5" name="ZoneTexte 244"/>
                <p:cNvSpPr txBox="1"/>
                <p:nvPr/>
              </p:nvSpPr>
              <p:spPr>
                <a:xfrm>
                  <a:off x="8916710" y="5526005"/>
                  <a:ext cx="172804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45" name="ZoneTexte 2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6710" y="5526005"/>
                  <a:ext cx="172804" cy="246221"/>
                </a:xfrm>
                <a:prstGeom prst="rect">
                  <a:avLst/>
                </a:prstGeom>
                <a:blipFill>
                  <a:blip r:embed="rId3"/>
                  <a:stretch>
                    <a:fillRect l="-28571" r="-25000" b="-48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6" name="ZoneTexte 245"/>
                <p:cNvSpPr txBox="1"/>
                <p:nvPr/>
              </p:nvSpPr>
              <p:spPr>
                <a:xfrm>
                  <a:off x="9130205" y="5509548"/>
                  <a:ext cx="450123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b="0" i="1" dirty="0" smtClean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46" name="ZoneTexte 2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0205" y="5509548"/>
                  <a:ext cx="450123" cy="492443"/>
                </a:xfrm>
                <a:prstGeom prst="rect">
                  <a:avLst/>
                </a:prstGeom>
                <a:blipFill>
                  <a:blip r:embed="rId4"/>
                  <a:stretch>
                    <a:fillRect l="-9459" r="-8108" b="-123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" name="ZoneTexte 246"/>
                <p:cNvSpPr txBox="1"/>
                <p:nvPr/>
              </p:nvSpPr>
              <p:spPr>
                <a:xfrm>
                  <a:off x="9870661" y="5531522"/>
                  <a:ext cx="28661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47" name="ZoneTexte 24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0661" y="5531522"/>
                  <a:ext cx="286617" cy="246221"/>
                </a:xfrm>
                <a:prstGeom prst="rect">
                  <a:avLst/>
                </a:prstGeom>
                <a:blipFill>
                  <a:blip r:embed="rId5"/>
                  <a:stretch>
                    <a:fillRect l="-14894" r="-14894" b="-48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8" name="Line 11"/>
            <p:cNvSpPr>
              <a:spLocks noChangeShapeType="1"/>
            </p:cNvSpPr>
            <p:nvPr/>
          </p:nvSpPr>
          <p:spPr bwMode="auto">
            <a:xfrm flipV="1">
              <a:off x="8392081" y="4960111"/>
              <a:ext cx="642356" cy="281289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9" name="Line 12"/>
            <p:cNvSpPr>
              <a:spLocks noChangeShapeType="1"/>
            </p:cNvSpPr>
            <p:nvPr/>
          </p:nvSpPr>
          <p:spPr bwMode="auto">
            <a:xfrm>
              <a:off x="9025547" y="4954879"/>
              <a:ext cx="347053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0" name="Line 11"/>
            <p:cNvSpPr>
              <a:spLocks noChangeShapeType="1"/>
            </p:cNvSpPr>
            <p:nvPr/>
          </p:nvSpPr>
          <p:spPr bwMode="auto">
            <a:xfrm flipV="1">
              <a:off x="9372600" y="4686455"/>
              <a:ext cx="692458" cy="26842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1" name="Line 12"/>
            <p:cNvSpPr>
              <a:spLocks noChangeShapeType="1"/>
            </p:cNvSpPr>
            <p:nvPr/>
          </p:nvSpPr>
          <p:spPr bwMode="auto">
            <a:xfrm>
              <a:off x="10054029" y="4688506"/>
              <a:ext cx="353621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2" name="Line 11"/>
            <p:cNvSpPr>
              <a:spLocks noChangeShapeType="1"/>
            </p:cNvSpPr>
            <p:nvPr/>
          </p:nvSpPr>
          <p:spPr bwMode="auto">
            <a:xfrm flipV="1">
              <a:off x="10412111" y="4411446"/>
              <a:ext cx="680318" cy="279111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3" name="ZoneTexte 252"/>
                <p:cNvSpPr txBox="1"/>
                <p:nvPr/>
              </p:nvSpPr>
              <p:spPr>
                <a:xfrm>
                  <a:off x="10181504" y="5526005"/>
                  <a:ext cx="450123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b="0" i="1" dirty="0" smtClean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53" name="ZoneTexte 2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1504" y="5526005"/>
                  <a:ext cx="450123" cy="492443"/>
                </a:xfrm>
                <a:prstGeom prst="rect">
                  <a:avLst/>
                </a:prstGeom>
                <a:blipFill>
                  <a:blip r:embed="rId6"/>
                  <a:stretch>
                    <a:fillRect l="-8108" r="-9459" b="-246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ZoneTexte 253"/>
                <p:cNvSpPr txBox="1"/>
                <p:nvPr/>
              </p:nvSpPr>
              <p:spPr>
                <a:xfrm>
                  <a:off x="10874623" y="5516806"/>
                  <a:ext cx="28661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54" name="ZoneTexte 25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74623" y="5516806"/>
                  <a:ext cx="286617" cy="246221"/>
                </a:xfrm>
                <a:prstGeom prst="rect">
                  <a:avLst/>
                </a:prstGeom>
                <a:blipFill>
                  <a:blip r:embed="rId7"/>
                  <a:stretch>
                    <a:fillRect l="-17021" r="-12766" b="-5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2" name="ZoneTexte 261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925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68452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Discontinuous mode: behavior</a:t>
            </a: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99"/>
          <p:cNvSpPr txBox="1">
            <a:spLocks noChangeArrowheads="1"/>
          </p:cNvSpPr>
          <p:nvPr/>
        </p:nvSpPr>
        <p:spPr bwMode="auto">
          <a:xfrm>
            <a:off x="7810129" y="1506131"/>
            <a:ext cx="282892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latin typeface="Times New Roman" panose="02020603050405020304" pitchFamily="18" charset="0"/>
              </a:rPr>
              <a:t>0 &lt; t &lt; </a:t>
            </a:r>
            <a:r>
              <a:rPr lang="en-CA" altLang="fr-FR" sz="1800" b="1">
                <a:latin typeface="Symbol" panose="05050102010706020507" pitchFamily="18" charset="2"/>
              </a:rPr>
              <a:t>a</a:t>
            </a:r>
            <a:r>
              <a:rPr lang="en-CA" altLang="fr-FR" sz="1800" b="1">
                <a:latin typeface="Times New Roman" panose="02020603050405020304" pitchFamily="18" charset="0"/>
              </a:rPr>
              <a:t>T : T</a:t>
            </a:r>
            <a:r>
              <a:rPr lang="en-CA" altLang="fr-FR" sz="1800" b="1" baseline="-25000">
                <a:latin typeface="Times New Roman" panose="02020603050405020304" pitchFamily="18" charset="0"/>
              </a:rPr>
              <a:t>p</a:t>
            </a:r>
            <a:r>
              <a:rPr lang="en-CA" altLang="fr-FR" sz="1800" b="1">
                <a:latin typeface="Times New Roman" panose="02020603050405020304" pitchFamily="18" charset="0"/>
              </a:rPr>
              <a:t> closed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latin typeface="Times New Roman" panose="02020603050405020304" pitchFamily="18" charset="0"/>
              </a:rPr>
              <a:t>=&gt; v</a:t>
            </a:r>
            <a:r>
              <a:rPr lang="en-CA" altLang="fr-FR" sz="1800" b="1" baseline="-25000">
                <a:latin typeface="Times New Roman" panose="02020603050405020304" pitchFamily="18" charset="0"/>
              </a:rPr>
              <a:t>1</a:t>
            </a:r>
            <a:r>
              <a:rPr lang="en-CA" altLang="fr-FR" sz="1800" b="1">
                <a:latin typeface="Times New Roman" panose="02020603050405020304" pitchFamily="18" charset="0"/>
              </a:rPr>
              <a:t> = E =&gt; v</a:t>
            </a:r>
            <a:r>
              <a:rPr lang="en-CA" altLang="fr-FR" sz="1800" b="1" baseline="-25000">
                <a:latin typeface="Times New Roman" panose="02020603050405020304" pitchFamily="18" charset="0"/>
              </a:rPr>
              <a:t>2</a:t>
            </a:r>
            <a:r>
              <a:rPr lang="en-CA" altLang="fr-FR" sz="1800" b="1">
                <a:latin typeface="Times New Roman" panose="02020603050405020304" pitchFamily="18" charset="0"/>
              </a:rPr>
              <a:t> = m.E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>
                <a:latin typeface="Times New Roman" panose="02020603050405020304" pitchFamily="18" charset="0"/>
              </a:rPr>
              <a:t>D</a:t>
            </a:r>
            <a:r>
              <a:rPr lang="en-CA" altLang="fr-FR" sz="1800" b="1">
                <a:latin typeface="Times New Roman" panose="02020603050405020304" pitchFamily="18" charset="0"/>
              </a:rPr>
              <a:t> &lt;0 </a:t>
            </a:r>
            <a:r>
              <a:rPr lang="en-CA" altLang="fr-FR" sz="1800" b="1" i="1">
                <a:latin typeface="Times New Roman" panose="02020603050405020304" pitchFamily="18" charset="0"/>
              </a:rPr>
              <a:t>=&gt; D reverse</a:t>
            </a:r>
          </a:p>
        </p:txBody>
      </p:sp>
      <p:grpSp>
        <p:nvGrpSpPr>
          <p:cNvPr id="11" name="Group 100"/>
          <p:cNvGrpSpPr>
            <a:grpSpLocks/>
          </p:cNvGrpSpPr>
          <p:nvPr/>
        </p:nvGrpSpPr>
        <p:grpSpPr bwMode="auto">
          <a:xfrm>
            <a:off x="3423867" y="1529943"/>
            <a:ext cx="7054850" cy="1603375"/>
            <a:chOff x="413" y="1182"/>
            <a:chExt cx="4444" cy="1010"/>
          </a:xfrm>
        </p:grpSpPr>
        <p:sp>
          <p:nvSpPr>
            <p:cNvPr id="12" name="Text Box 101"/>
            <p:cNvSpPr txBox="1">
              <a:spLocks noChangeArrowheads="1"/>
            </p:cNvSpPr>
            <p:nvPr/>
          </p:nvSpPr>
          <p:spPr bwMode="auto">
            <a:xfrm>
              <a:off x="3375" y="1672"/>
              <a:ext cx="1482" cy="5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6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i</a:t>
              </a:r>
              <a:r>
                <a:rPr lang="en-CA" altLang="fr-FR" sz="16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2</a:t>
              </a:r>
              <a:r>
                <a:rPr lang="en-CA" altLang="fr-FR" sz="16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 = 0 =&gt; i’</a:t>
              </a:r>
              <a:r>
                <a:rPr lang="en-CA" altLang="fr-FR" sz="16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1</a:t>
              </a:r>
              <a:r>
                <a:rPr lang="en-CA" altLang="fr-FR" sz="16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 = 0 =&gt; i</a:t>
              </a:r>
              <a:r>
                <a:rPr lang="en-CA" altLang="fr-FR" sz="16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1</a:t>
              </a:r>
              <a:r>
                <a:rPr lang="en-CA" altLang="fr-FR" sz="16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 = i</a:t>
              </a:r>
              <a:r>
                <a:rPr lang="en-CA" altLang="fr-FR" sz="16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10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6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Energy stoking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6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Unchanged mode</a:t>
              </a:r>
            </a:p>
          </p:txBody>
        </p:sp>
        <p:sp>
          <p:nvSpPr>
            <p:cNvPr id="13" name="Arc 102"/>
            <p:cNvSpPr>
              <a:spLocks/>
            </p:cNvSpPr>
            <p:nvPr/>
          </p:nvSpPr>
          <p:spPr bwMode="auto">
            <a:xfrm>
              <a:off x="413" y="1182"/>
              <a:ext cx="549" cy="945"/>
            </a:xfrm>
            <a:custGeom>
              <a:avLst/>
              <a:gdLst>
                <a:gd name="T0" fmla="*/ 0 w 39000"/>
                <a:gd name="T1" fmla="*/ 0 h 41809"/>
                <a:gd name="T2" fmla="*/ 0 w 39000"/>
                <a:gd name="T3" fmla="*/ 0 h 41809"/>
                <a:gd name="T4" fmla="*/ 0 w 39000"/>
                <a:gd name="T5" fmla="*/ 0 h 41809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000" h="41809" fill="none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</a:path>
                <a:path w="39000" h="41809" stroke="0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  <a:lnTo>
                    <a:pt x="17400" y="21600"/>
                  </a:lnTo>
                  <a:lnTo>
                    <a:pt x="-1" y="8801"/>
                  </a:lnTo>
                  <a:close/>
                </a:path>
              </a:pathLst>
            </a:custGeom>
            <a:noFill/>
            <a:ln w="31750">
              <a:solidFill>
                <a:srgbClr val="0000FF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14" name="Text Box 199"/>
          <p:cNvSpPr txBox="1">
            <a:spLocks noChangeArrowheads="1"/>
          </p:cNvSpPr>
          <p:nvPr/>
        </p:nvSpPr>
        <p:spPr bwMode="auto">
          <a:xfrm>
            <a:off x="7906967" y="3185706"/>
            <a:ext cx="2325687" cy="954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400" b="1">
                <a:latin typeface="Symbol" panose="05050102010706020507" pitchFamily="18" charset="2"/>
              </a:rPr>
              <a:t>a</a:t>
            </a:r>
            <a:r>
              <a:rPr lang="en-CA" altLang="fr-FR" sz="1400" b="1">
                <a:latin typeface="Times New Roman" panose="02020603050405020304" pitchFamily="18" charset="0"/>
              </a:rPr>
              <a:t>T &lt; t &lt; </a:t>
            </a:r>
            <a:r>
              <a:rPr lang="en-CA" altLang="fr-FR" sz="1400" b="1">
                <a:latin typeface="Symbol" panose="05050102010706020507" pitchFamily="18" charset="2"/>
              </a:rPr>
              <a:t>a</a:t>
            </a:r>
            <a:r>
              <a:rPr lang="en-CA" altLang="fr-FR" sz="1400" b="1">
                <a:latin typeface="Times New Roman" panose="02020603050405020304" pitchFamily="18" charset="0"/>
              </a:rPr>
              <a:t>’T : T</a:t>
            </a:r>
            <a:r>
              <a:rPr lang="en-CA" altLang="fr-FR" sz="1400" b="1" baseline="-25000">
                <a:latin typeface="Times New Roman" panose="02020603050405020304" pitchFamily="18" charset="0"/>
              </a:rPr>
              <a:t>p</a:t>
            </a:r>
            <a:r>
              <a:rPr lang="en-CA" altLang="fr-FR" sz="1400" b="1">
                <a:latin typeface="Times New Roman" panose="02020603050405020304" pitchFamily="18" charset="0"/>
              </a:rPr>
              <a:t> opened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400" b="1">
                <a:latin typeface="Times New Roman" panose="02020603050405020304" pitchFamily="18" charset="0"/>
              </a:rPr>
              <a:t>=&gt; i</a:t>
            </a:r>
            <a:r>
              <a:rPr lang="en-CA" altLang="fr-FR" sz="1400" b="1" baseline="-25000">
                <a:latin typeface="Times New Roman" panose="02020603050405020304" pitchFamily="18" charset="0"/>
              </a:rPr>
              <a:t>1</a:t>
            </a:r>
            <a:r>
              <a:rPr lang="en-CA" altLang="fr-FR" sz="1400" b="1">
                <a:latin typeface="Times New Roman" panose="02020603050405020304" pitchFamily="18" charset="0"/>
              </a:rPr>
              <a:t> = 0 =&gt; i’</a:t>
            </a:r>
            <a:r>
              <a:rPr lang="en-CA" altLang="fr-FR" sz="1400" b="1" baseline="-25000">
                <a:latin typeface="Times New Roman" panose="02020603050405020304" pitchFamily="18" charset="0"/>
              </a:rPr>
              <a:t>1</a:t>
            </a:r>
            <a:r>
              <a:rPr lang="en-CA" altLang="fr-FR" sz="1400" b="1">
                <a:latin typeface="Times New Roman" panose="02020603050405020304" pitchFamily="18" charset="0"/>
              </a:rPr>
              <a:t> = - i</a:t>
            </a:r>
            <a:r>
              <a:rPr lang="en-CA" altLang="fr-FR" sz="1400" b="1" baseline="-25000">
                <a:latin typeface="Times New Roman" panose="02020603050405020304" pitchFamily="18" charset="0"/>
              </a:rPr>
              <a:t>10 </a:t>
            </a:r>
            <a:r>
              <a:rPr lang="en-CA" altLang="fr-FR" sz="1400" b="1">
                <a:latin typeface="Times New Roman" panose="02020603050405020304" pitchFamily="18" charset="0"/>
              </a:rPr>
              <a:t>&lt; 0</a:t>
            </a:r>
            <a:endParaRPr lang="en-CA" altLang="fr-FR" sz="1400" b="1" baseline="-250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400" b="1">
                <a:latin typeface="Times New Roman" panose="02020603050405020304" pitchFamily="18" charset="0"/>
              </a:rPr>
              <a:t>=&gt; i</a:t>
            </a:r>
            <a:r>
              <a:rPr lang="en-CA" altLang="fr-FR" sz="1400" b="1" baseline="-25000">
                <a:latin typeface="Times New Roman" panose="02020603050405020304" pitchFamily="18" charset="0"/>
              </a:rPr>
              <a:t>2</a:t>
            </a:r>
            <a:r>
              <a:rPr lang="en-CA" altLang="fr-FR" sz="1400" b="1">
                <a:latin typeface="Times New Roman" panose="02020603050405020304" pitchFamily="18" charset="0"/>
              </a:rPr>
              <a:t> &lt; 0	</a:t>
            </a:r>
            <a:r>
              <a:rPr lang="en-CA" altLang="fr-FR" sz="1400" b="1" i="1">
                <a:latin typeface="Times New Roman" panose="02020603050405020304" pitchFamily="18" charset="0"/>
              </a:rPr>
              <a:t>=&gt; D forward and then reverse naturally</a:t>
            </a:r>
          </a:p>
        </p:txBody>
      </p:sp>
      <p:grpSp>
        <p:nvGrpSpPr>
          <p:cNvPr id="15" name="Group 200"/>
          <p:cNvGrpSpPr>
            <a:grpSpLocks/>
          </p:cNvGrpSpPr>
          <p:nvPr/>
        </p:nvGrpSpPr>
        <p:grpSpPr bwMode="auto">
          <a:xfrm>
            <a:off x="4008067" y="3246031"/>
            <a:ext cx="7807325" cy="1585912"/>
            <a:chOff x="1039" y="2659"/>
            <a:chExt cx="4918" cy="999"/>
          </a:xfrm>
        </p:grpSpPr>
        <p:sp>
          <p:nvSpPr>
            <p:cNvPr id="16" name="Text Box 201"/>
            <p:cNvSpPr txBox="1">
              <a:spLocks noChangeArrowheads="1"/>
            </p:cNvSpPr>
            <p:nvPr/>
          </p:nvSpPr>
          <p:spPr bwMode="auto">
            <a:xfrm>
              <a:off x="3490" y="3251"/>
              <a:ext cx="2467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v</a:t>
              </a:r>
              <a:r>
                <a:rPr lang="en-CA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2</a:t>
              </a: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 = -V</a:t>
              </a:r>
              <a:r>
                <a:rPr lang="en-CA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S</a:t>
              </a: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 =&gt; v</a:t>
              </a:r>
              <a:r>
                <a:rPr lang="en-CA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1</a:t>
              </a: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 = - V</a:t>
              </a:r>
              <a:r>
                <a:rPr lang="en-CA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S</a:t>
              </a: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/m =&gt; </a:t>
              </a:r>
              <a:r>
                <a:rPr lang="en-CA" altLang="fr-FR" sz="1800" b="1">
                  <a:solidFill>
                    <a:srgbClr val="FF3300"/>
                  </a:solidFill>
                  <a:latin typeface="Symbol" panose="05050102010706020507" pitchFamily="18" charset="2"/>
                </a:rPr>
                <a:t>j</a:t>
              </a: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 decreases</a:t>
              </a:r>
              <a:endParaRPr lang="en-CA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Energy restitution</a:t>
              </a:r>
            </a:p>
          </p:txBody>
        </p:sp>
        <p:sp>
          <p:nvSpPr>
            <p:cNvPr id="17" name="Arc 202"/>
            <p:cNvSpPr>
              <a:spLocks/>
            </p:cNvSpPr>
            <p:nvPr/>
          </p:nvSpPr>
          <p:spPr bwMode="auto">
            <a:xfrm rot="-5647183">
              <a:off x="2166" y="2461"/>
              <a:ext cx="549" cy="945"/>
            </a:xfrm>
            <a:custGeom>
              <a:avLst/>
              <a:gdLst>
                <a:gd name="T0" fmla="*/ 0 w 39000"/>
                <a:gd name="T1" fmla="*/ 0 h 41809"/>
                <a:gd name="T2" fmla="*/ 0 w 39000"/>
                <a:gd name="T3" fmla="*/ 0 h 41809"/>
                <a:gd name="T4" fmla="*/ 0 w 39000"/>
                <a:gd name="T5" fmla="*/ 0 h 41809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000" h="41809" fill="none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</a:path>
                <a:path w="39000" h="41809" stroke="0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  <a:lnTo>
                    <a:pt x="17400" y="21600"/>
                  </a:lnTo>
                  <a:lnTo>
                    <a:pt x="-1" y="8801"/>
                  </a:lnTo>
                  <a:close/>
                </a:path>
              </a:pathLst>
            </a:custGeom>
            <a:noFill/>
            <a:ln w="31750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8" name="Arc 203"/>
            <p:cNvSpPr>
              <a:spLocks/>
            </p:cNvSpPr>
            <p:nvPr/>
          </p:nvSpPr>
          <p:spPr bwMode="auto">
            <a:xfrm rot="-5647183">
              <a:off x="983" y="2752"/>
              <a:ext cx="549" cy="437"/>
            </a:xfrm>
            <a:custGeom>
              <a:avLst/>
              <a:gdLst>
                <a:gd name="T0" fmla="*/ 0 w 39000"/>
                <a:gd name="T1" fmla="*/ 0 h 41809"/>
                <a:gd name="T2" fmla="*/ 0 w 39000"/>
                <a:gd name="T3" fmla="*/ 0 h 41809"/>
                <a:gd name="T4" fmla="*/ 0 w 39000"/>
                <a:gd name="T5" fmla="*/ 0 h 41809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000" h="41809" fill="none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</a:path>
                <a:path w="39000" h="41809" stroke="0" extrusionOk="0">
                  <a:moveTo>
                    <a:pt x="-1" y="8801"/>
                  </a:moveTo>
                  <a:cubicBezTo>
                    <a:pt x="4070" y="3267"/>
                    <a:pt x="10530" y="-1"/>
                    <a:pt x="17400" y="0"/>
                  </a:cubicBezTo>
                  <a:cubicBezTo>
                    <a:pt x="29329" y="0"/>
                    <a:pt x="39000" y="9670"/>
                    <a:pt x="39000" y="21600"/>
                  </a:cubicBezTo>
                  <a:cubicBezTo>
                    <a:pt x="39000" y="30587"/>
                    <a:pt x="33434" y="38635"/>
                    <a:pt x="25026" y="41809"/>
                  </a:cubicBezTo>
                  <a:lnTo>
                    <a:pt x="17400" y="21600"/>
                  </a:lnTo>
                  <a:lnTo>
                    <a:pt x="-1" y="8801"/>
                  </a:lnTo>
                  <a:close/>
                </a:path>
              </a:pathLst>
            </a:custGeom>
            <a:noFill/>
            <a:ln w="31750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19" name="Text Box 300"/>
          <p:cNvSpPr txBox="1">
            <a:spLocks noChangeArrowheads="1"/>
          </p:cNvSpPr>
          <p:nvPr/>
        </p:nvSpPr>
        <p:spPr bwMode="auto">
          <a:xfrm>
            <a:off x="7895854" y="5020856"/>
            <a:ext cx="3568700" cy="923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latin typeface="Symbol" panose="05050102010706020507" pitchFamily="18" charset="2"/>
              </a:rPr>
              <a:t>a</a:t>
            </a:r>
            <a:r>
              <a:rPr lang="en-CA" altLang="fr-FR" sz="1800" b="1">
                <a:latin typeface="Times New Roman" panose="02020603050405020304" pitchFamily="18" charset="0"/>
              </a:rPr>
              <a:t>’T &lt; t &lt; T : T</a:t>
            </a:r>
            <a:r>
              <a:rPr lang="en-CA" altLang="fr-FR" sz="1800" b="1" baseline="-25000">
                <a:latin typeface="Times New Roman" panose="02020603050405020304" pitchFamily="18" charset="0"/>
              </a:rPr>
              <a:t> </a:t>
            </a:r>
            <a:r>
              <a:rPr lang="en-CA" altLang="fr-FR" sz="1800" b="1">
                <a:latin typeface="Times New Roman" panose="02020603050405020304" pitchFamily="18" charset="0"/>
              </a:rPr>
              <a:t>and D both reverse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latin typeface="Times New Roman" panose="02020603050405020304" pitchFamily="18" charset="0"/>
              </a:rPr>
              <a:t>All currents are zero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latin typeface="Times New Roman" panose="02020603050405020304" pitchFamily="18" charset="0"/>
              </a:rPr>
              <a:t>=&gt; v</a:t>
            </a:r>
            <a:r>
              <a:rPr lang="en-CA" altLang="fr-FR" sz="1800" b="1" baseline="-25000">
                <a:latin typeface="Times New Roman" panose="02020603050405020304" pitchFamily="18" charset="0"/>
              </a:rPr>
              <a:t>1</a:t>
            </a:r>
            <a:r>
              <a:rPr lang="en-CA" altLang="fr-FR" sz="1800" b="1">
                <a:latin typeface="Times New Roman" panose="02020603050405020304" pitchFamily="18" charset="0"/>
              </a:rPr>
              <a:t> = 0 ; v</a:t>
            </a:r>
            <a:r>
              <a:rPr lang="en-CA" altLang="fr-FR" sz="1800" b="1" baseline="-25000">
                <a:latin typeface="Times New Roman" panose="02020603050405020304" pitchFamily="18" charset="0"/>
              </a:rPr>
              <a:t>2</a:t>
            </a:r>
            <a:r>
              <a:rPr lang="en-CA" altLang="fr-FR" sz="1800" b="1">
                <a:latin typeface="Times New Roman" panose="02020603050405020304" pitchFamily="18" charset="0"/>
              </a:rPr>
              <a:t> = 0 =&gt; </a:t>
            </a:r>
            <a:r>
              <a:rPr lang="en-CA" altLang="fr-FR" sz="1800" b="1">
                <a:latin typeface="Symbol" panose="05050102010706020507" pitchFamily="18" charset="2"/>
              </a:rPr>
              <a:t>j</a:t>
            </a:r>
            <a:r>
              <a:rPr lang="en-CA" altLang="fr-FR" sz="1800" b="1">
                <a:latin typeface="Times New Roman" panose="02020603050405020304" pitchFamily="18" charset="0"/>
              </a:rPr>
              <a:t> = 0</a:t>
            </a:r>
            <a:endParaRPr lang="en-CA" altLang="fr-FR" sz="1800" b="1" i="1">
              <a:latin typeface="Times New Roman" panose="02020603050405020304" pitchFamily="18" charset="0"/>
            </a:endParaRPr>
          </a:p>
        </p:txBody>
      </p:sp>
      <p:sp>
        <p:nvSpPr>
          <p:cNvPr id="20" name="Line 301"/>
          <p:cNvSpPr>
            <a:spLocks noChangeShapeType="1"/>
          </p:cNvSpPr>
          <p:nvPr/>
        </p:nvSpPr>
        <p:spPr bwMode="auto">
          <a:xfrm>
            <a:off x="3025404" y="3120618"/>
            <a:ext cx="8648700" cy="0"/>
          </a:xfrm>
          <a:prstGeom prst="line">
            <a:avLst/>
          </a:prstGeom>
          <a:noFill/>
          <a:ln w="22225">
            <a:solidFill>
              <a:srgbClr val="9933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302"/>
          <p:cNvSpPr>
            <a:spLocks noChangeShapeType="1"/>
          </p:cNvSpPr>
          <p:nvPr/>
        </p:nvSpPr>
        <p:spPr bwMode="auto">
          <a:xfrm>
            <a:off x="3036517" y="4846231"/>
            <a:ext cx="8648700" cy="0"/>
          </a:xfrm>
          <a:prstGeom prst="line">
            <a:avLst/>
          </a:prstGeom>
          <a:noFill/>
          <a:ln w="22225">
            <a:solidFill>
              <a:srgbClr val="9933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2" name="Groupe 305"/>
          <p:cNvGrpSpPr>
            <a:grpSpLocks/>
          </p:cNvGrpSpPr>
          <p:nvPr/>
        </p:nvGrpSpPr>
        <p:grpSpPr bwMode="auto">
          <a:xfrm>
            <a:off x="2822204" y="1410881"/>
            <a:ext cx="4470400" cy="1617662"/>
            <a:chOff x="725170" y="3672449"/>
            <a:chExt cx="6376670" cy="2426726"/>
          </a:xfrm>
        </p:grpSpPr>
        <p:sp>
          <p:nvSpPr>
            <p:cNvPr id="23" name="Line 6"/>
            <p:cNvSpPr>
              <a:spLocks noChangeShapeType="1"/>
            </p:cNvSpPr>
            <p:nvPr/>
          </p:nvSpPr>
          <p:spPr bwMode="auto">
            <a:xfrm>
              <a:off x="5650230" y="5106259"/>
              <a:ext cx="138303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AutoShape 7"/>
            <p:cNvSpPr>
              <a:spLocks noChangeAspect="1" noChangeArrowheads="1" noTextEdit="1"/>
            </p:cNvSpPr>
            <p:nvPr/>
          </p:nvSpPr>
          <p:spPr bwMode="auto">
            <a:xfrm>
              <a:off x="2078990" y="3682112"/>
              <a:ext cx="3975100" cy="14495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Oval 9"/>
            <p:cNvSpPr>
              <a:spLocks noChangeArrowheads="1"/>
            </p:cNvSpPr>
            <p:nvPr/>
          </p:nvSpPr>
          <p:spPr bwMode="auto">
            <a:xfrm>
              <a:off x="1195070" y="4910574"/>
              <a:ext cx="340360" cy="32251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Freeform 10"/>
            <p:cNvSpPr>
              <a:spLocks/>
            </p:cNvSpPr>
            <p:nvPr/>
          </p:nvSpPr>
          <p:spPr bwMode="auto">
            <a:xfrm>
              <a:off x="975360" y="4910574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47" y="0"/>
                  </a:moveTo>
                  <a:lnTo>
                    <a:pt x="81" y="162"/>
                  </a:lnTo>
                  <a:lnTo>
                    <a:pt x="47" y="162"/>
                  </a:lnTo>
                  <a:lnTo>
                    <a:pt x="0" y="162"/>
                  </a:lnTo>
                  <a:lnTo>
                    <a:pt x="47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1"/>
            <p:cNvSpPr>
              <a:spLocks noChangeShapeType="1"/>
            </p:cNvSpPr>
            <p:nvPr/>
          </p:nvSpPr>
          <p:spPr bwMode="auto">
            <a:xfrm>
              <a:off x="1035050" y="5106259"/>
              <a:ext cx="1270" cy="12562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Rectangle 12"/>
            <p:cNvSpPr>
              <a:spLocks noChangeArrowheads="1"/>
            </p:cNvSpPr>
            <p:nvPr/>
          </p:nvSpPr>
          <p:spPr bwMode="auto">
            <a:xfrm>
              <a:off x="725170" y="4911782"/>
              <a:ext cx="14478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" name="Line 13"/>
            <p:cNvSpPr>
              <a:spLocks noChangeShapeType="1"/>
            </p:cNvSpPr>
            <p:nvPr/>
          </p:nvSpPr>
          <p:spPr bwMode="auto">
            <a:xfrm flipH="1">
              <a:off x="2344420" y="5100219"/>
              <a:ext cx="220980" cy="19568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14"/>
            <p:cNvSpPr>
              <a:spLocks/>
            </p:cNvSpPr>
            <p:nvPr/>
          </p:nvSpPr>
          <p:spPr bwMode="auto">
            <a:xfrm>
              <a:off x="2402840" y="5602717"/>
              <a:ext cx="236220" cy="195684"/>
            </a:xfrm>
            <a:custGeom>
              <a:avLst/>
              <a:gdLst>
                <a:gd name="T0" fmla="*/ 2147483646 w 186"/>
                <a:gd name="T1" fmla="*/ 2147483646 h 162"/>
                <a:gd name="T2" fmla="*/ 0 w 186"/>
                <a:gd name="T3" fmla="*/ 2147483646 h 162"/>
                <a:gd name="T4" fmla="*/ 2147483646 w 186"/>
                <a:gd name="T5" fmla="*/ 2147483646 h 162"/>
                <a:gd name="T6" fmla="*/ 2147483646 w 186"/>
                <a:gd name="T7" fmla="*/ 0 h 162"/>
                <a:gd name="T8" fmla="*/ 2147483646 w 186"/>
                <a:gd name="T9" fmla="*/ 2147483646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6" h="162">
                  <a:moveTo>
                    <a:pt x="186" y="162"/>
                  </a:moveTo>
                  <a:lnTo>
                    <a:pt x="0" y="70"/>
                  </a:lnTo>
                  <a:lnTo>
                    <a:pt x="35" y="35"/>
                  </a:lnTo>
                  <a:lnTo>
                    <a:pt x="70" y="0"/>
                  </a:lnTo>
                  <a:lnTo>
                    <a:pt x="186" y="16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15"/>
            <p:cNvSpPr>
              <a:spLocks noChangeShapeType="1"/>
            </p:cNvSpPr>
            <p:nvPr/>
          </p:nvSpPr>
          <p:spPr bwMode="auto">
            <a:xfrm flipH="1" flipV="1">
              <a:off x="2344420" y="5547152"/>
              <a:ext cx="102870" cy="9784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16"/>
            <p:cNvSpPr>
              <a:spLocks noChangeShapeType="1"/>
            </p:cNvSpPr>
            <p:nvPr/>
          </p:nvSpPr>
          <p:spPr bwMode="auto">
            <a:xfrm>
              <a:off x="2344420" y="5128001"/>
              <a:ext cx="1270" cy="642617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17"/>
            <p:cNvSpPr>
              <a:spLocks noChangeShapeType="1"/>
            </p:cNvSpPr>
            <p:nvPr/>
          </p:nvSpPr>
          <p:spPr bwMode="auto">
            <a:xfrm>
              <a:off x="1372870" y="3970807"/>
              <a:ext cx="11620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18"/>
            <p:cNvSpPr>
              <a:spLocks noChangeShapeType="1"/>
            </p:cNvSpPr>
            <p:nvPr/>
          </p:nvSpPr>
          <p:spPr bwMode="auto">
            <a:xfrm>
              <a:off x="1372870" y="6097967"/>
              <a:ext cx="12509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19"/>
            <p:cNvSpPr>
              <a:spLocks noChangeShapeType="1"/>
            </p:cNvSpPr>
            <p:nvPr/>
          </p:nvSpPr>
          <p:spPr bwMode="auto">
            <a:xfrm>
              <a:off x="1372870" y="3961143"/>
              <a:ext cx="1270" cy="94943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0"/>
            <p:cNvSpPr>
              <a:spLocks noChangeShapeType="1"/>
            </p:cNvSpPr>
            <p:nvPr/>
          </p:nvSpPr>
          <p:spPr bwMode="auto">
            <a:xfrm>
              <a:off x="2623820" y="5776658"/>
              <a:ext cx="1270" cy="32130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21"/>
            <p:cNvSpPr>
              <a:spLocks noChangeShapeType="1"/>
            </p:cNvSpPr>
            <p:nvPr/>
          </p:nvSpPr>
          <p:spPr bwMode="auto">
            <a:xfrm>
              <a:off x="1372870" y="5231883"/>
              <a:ext cx="1270" cy="86608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22"/>
            <p:cNvSpPr>
              <a:spLocks noChangeShapeType="1"/>
            </p:cNvSpPr>
            <p:nvPr/>
          </p:nvSpPr>
          <p:spPr bwMode="auto">
            <a:xfrm>
              <a:off x="1902460" y="5449310"/>
              <a:ext cx="412750" cy="1208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Rectangle 23"/>
            <p:cNvSpPr>
              <a:spLocks noChangeArrowheads="1"/>
            </p:cNvSpPr>
            <p:nvPr/>
          </p:nvSpPr>
          <p:spPr bwMode="auto">
            <a:xfrm>
              <a:off x="1902460" y="5227051"/>
              <a:ext cx="135890" cy="2597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0" name="Rectangle 24"/>
            <p:cNvSpPr>
              <a:spLocks noChangeArrowheads="1"/>
            </p:cNvSpPr>
            <p:nvPr/>
          </p:nvSpPr>
          <p:spPr bwMode="auto">
            <a:xfrm>
              <a:off x="2049780" y="5253626"/>
              <a:ext cx="18542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Times" panose="02020603050405020304" pitchFamily="18" charset="0"/>
                </a:rPr>
                <a:t>,T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1" name="Line 25"/>
            <p:cNvSpPr>
              <a:spLocks noChangeShapeType="1"/>
            </p:cNvSpPr>
            <p:nvPr/>
          </p:nvSpPr>
          <p:spPr bwMode="auto">
            <a:xfrm flipV="1">
              <a:off x="6383020" y="3731637"/>
              <a:ext cx="1270" cy="474715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26"/>
            <p:cNvSpPr>
              <a:spLocks noChangeShapeType="1"/>
            </p:cNvSpPr>
            <p:nvPr/>
          </p:nvSpPr>
          <p:spPr bwMode="auto">
            <a:xfrm flipH="1">
              <a:off x="6043930" y="3968391"/>
              <a:ext cx="339090" cy="23796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27"/>
            <p:cNvSpPr>
              <a:spLocks noChangeShapeType="1"/>
            </p:cNvSpPr>
            <p:nvPr/>
          </p:nvSpPr>
          <p:spPr bwMode="auto">
            <a:xfrm flipV="1">
              <a:off x="6043930" y="3731637"/>
              <a:ext cx="1270" cy="474715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28"/>
            <p:cNvSpPr>
              <a:spLocks noChangeShapeType="1"/>
            </p:cNvSpPr>
            <p:nvPr/>
          </p:nvSpPr>
          <p:spPr bwMode="auto">
            <a:xfrm>
              <a:off x="6043930" y="3731637"/>
              <a:ext cx="339090" cy="23675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29"/>
            <p:cNvSpPr>
              <a:spLocks noChangeShapeType="1"/>
            </p:cNvSpPr>
            <p:nvPr/>
          </p:nvSpPr>
          <p:spPr bwMode="auto">
            <a:xfrm>
              <a:off x="5650230" y="3969599"/>
              <a:ext cx="3937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0"/>
            <p:cNvSpPr>
              <a:spLocks noChangeShapeType="1"/>
            </p:cNvSpPr>
            <p:nvPr/>
          </p:nvSpPr>
          <p:spPr bwMode="auto">
            <a:xfrm>
              <a:off x="6383020" y="3968391"/>
              <a:ext cx="57404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Freeform 31"/>
            <p:cNvSpPr>
              <a:spLocks/>
            </p:cNvSpPr>
            <p:nvPr/>
          </p:nvSpPr>
          <p:spPr bwMode="auto">
            <a:xfrm>
              <a:off x="6739890" y="4052946"/>
              <a:ext cx="102870" cy="194476"/>
            </a:xfrm>
            <a:custGeom>
              <a:avLst/>
              <a:gdLst>
                <a:gd name="T0" fmla="*/ 2147483646 w 81"/>
                <a:gd name="T1" fmla="*/ 0 h 161"/>
                <a:gd name="T2" fmla="*/ 2147483646 w 81"/>
                <a:gd name="T3" fmla="*/ 2147483646 h 161"/>
                <a:gd name="T4" fmla="*/ 2147483646 w 81"/>
                <a:gd name="T5" fmla="*/ 2147483646 h 161"/>
                <a:gd name="T6" fmla="*/ 0 w 81"/>
                <a:gd name="T7" fmla="*/ 2147483646 h 161"/>
                <a:gd name="T8" fmla="*/ 2147483646 w 81"/>
                <a:gd name="T9" fmla="*/ 0 h 1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1">
                  <a:moveTo>
                    <a:pt x="35" y="0"/>
                  </a:moveTo>
                  <a:lnTo>
                    <a:pt x="81" y="161"/>
                  </a:lnTo>
                  <a:lnTo>
                    <a:pt x="35" y="161"/>
                  </a:lnTo>
                  <a:lnTo>
                    <a:pt x="0" y="16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32"/>
            <p:cNvSpPr>
              <a:spLocks noChangeShapeType="1"/>
            </p:cNvSpPr>
            <p:nvPr/>
          </p:nvSpPr>
          <p:spPr bwMode="auto">
            <a:xfrm>
              <a:off x="6784340" y="4240175"/>
              <a:ext cx="1270" cy="754955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Rectangle 33"/>
            <p:cNvSpPr>
              <a:spLocks noChangeArrowheads="1"/>
            </p:cNvSpPr>
            <p:nvPr/>
          </p:nvSpPr>
          <p:spPr bwMode="auto">
            <a:xfrm>
              <a:off x="6871970" y="4450354"/>
              <a:ext cx="18415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0" name="Rectangle 34"/>
            <p:cNvSpPr>
              <a:spLocks noChangeArrowheads="1"/>
            </p:cNvSpPr>
            <p:nvPr/>
          </p:nvSpPr>
          <p:spPr bwMode="auto">
            <a:xfrm>
              <a:off x="7034530" y="4562691"/>
              <a:ext cx="67310" cy="210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1" name="Freeform 35"/>
            <p:cNvSpPr>
              <a:spLocks/>
            </p:cNvSpPr>
            <p:nvPr/>
          </p:nvSpPr>
          <p:spPr bwMode="auto">
            <a:xfrm>
              <a:off x="2653030" y="5170279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35" y="0"/>
                  </a:moveTo>
                  <a:lnTo>
                    <a:pt x="81" y="162"/>
                  </a:lnTo>
                  <a:lnTo>
                    <a:pt x="35" y="162"/>
                  </a:lnTo>
                  <a:lnTo>
                    <a:pt x="0" y="162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36"/>
            <p:cNvSpPr>
              <a:spLocks noChangeShapeType="1"/>
            </p:cNvSpPr>
            <p:nvPr/>
          </p:nvSpPr>
          <p:spPr bwMode="auto">
            <a:xfrm>
              <a:off x="2697480" y="5365963"/>
              <a:ext cx="1270" cy="516993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Rectangle 37"/>
            <p:cNvSpPr>
              <a:spLocks noChangeArrowheads="1"/>
            </p:cNvSpPr>
            <p:nvPr/>
          </p:nvSpPr>
          <p:spPr bwMode="auto">
            <a:xfrm>
              <a:off x="2816860" y="5420320"/>
              <a:ext cx="12700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4" name="Rectangle 38"/>
            <p:cNvSpPr>
              <a:spLocks noChangeArrowheads="1"/>
            </p:cNvSpPr>
            <p:nvPr/>
          </p:nvSpPr>
          <p:spPr bwMode="auto">
            <a:xfrm>
              <a:off x="2905760" y="5533865"/>
              <a:ext cx="158750" cy="2125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ce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5" name="Rectangle 39"/>
            <p:cNvSpPr>
              <a:spLocks noChangeArrowheads="1"/>
            </p:cNvSpPr>
            <p:nvPr/>
          </p:nvSpPr>
          <p:spPr bwMode="auto">
            <a:xfrm>
              <a:off x="6169660" y="4229303"/>
              <a:ext cx="15494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6" name="Rectangle 40"/>
            <p:cNvSpPr>
              <a:spLocks noChangeArrowheads="1"/>
            </p:cNvSpPr>
            <p:nvPr/>
          </p:nvSpPr>
          <p:spPr bwMode="auto">
            <a:xfrm>
              <a:off x="2080260" y="3683320"/>
              <a:ext cx="5715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Oval 41"/>
            <p:cNvSpPr>
              <a:spLocks noChangeArrowheads="1"/>
            </p:cNvSpPr>
            <p:nvPr/>
          </p:nvSpPr>
          <p:spPr bwMode="auto">
            <a:xfrm>
              <a:off x="356362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Oval 42"/>
            <p:cNvSpPr>
              <a:spLocks noChangeArrowheads="1"/>
            </p:cNvSpPr>
            <p:nvPr/>
          </p:nvSpPr>
          <p:spPr bwMode="auto">
            <a:xfrm>
              <a:off x="398526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Line 43"/>
            <p:cNvSpPr>
              <a:spLocks noChangeShapeType="1"/>
            </p:cNvSpPr>
            <p:nvPr/>
          </p:nvSpPr>
          <p:spPr bwMode="auto">
            <a:xfrm flipH="1">
              <a:off x="4744720" y="3972015"/>
              <a:ext cx="18161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44"/>
            <p:cNvSpPr>
              <a:spLocks noChangeShapeType="1"/>
            </p:cNvSpPr>
            <p:nvPr/>
          </p:nvSpPr>
          <p:spPr bwMode="auto">
            <a:xfrm flipH="1" flipV="1">
              <a:off x="4744720" y="4790990"/>
              <a:ext cx="18161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4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46"/>
            <p:cNvSpPr>
              <a:spLocks noChangeShapeType="1"/>
            </p:cNvSpPr>
            <p:nvPr/>
          </p:nvSpPr>
          <p:spPr bwMode="auto">
            <a:xfrm flipH="1">
              <a:off x="2532380" y="5106259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47"/>
            <p:cNvSpPr>
              <a:spLocks noChangeShapeType="1"/>
            </p:cNvSpPr>
            <p:nvPr/>
          </p:nvSpPr>
          <p:spPr bwMode="auto">
            <a:xfrm flipH="1">
              <a:off x="4926330" y="3972015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48"/>
            <p:cNvSpPr>
              <a:spLocks noChangeShapeType="1"/>
            </p:cNvSpPr>
            <p:nvPr/>
          </p:nvSpPr>
          <p:spPr bwMode="auto">
            <a:xfrm flipH="1">
              <a:off x="4926330" y="5106259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Arc 49"/>
            <p:cNvSpPr>
              <a:spLocks/>
            </p:cNvSpPr>
            <p:nvPr/>
          </p:nvSpPr>
          <p:spPr bwMode="auto">
            <a:xfrm>
              <a:off x="2871470" y="4805485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Arc 50"/>
            <p:cNvSpPr>
              <a:spLocks/>
            </p:cNvSpPr>
            <p:nvPr/>
          </p:nvSpPr>
          <p:spPr bwMode="auto">
            <a:xfrm>
              <a:off x="2969260" y="4848970"/>
              <a:ext cx="97790" cy="36238"/>
            </a:xfrm>
            <a:custGeom>
              <a:avLst/>
              <a:gdLst>
                <a:gd name="T0" fmla="*/ 185993524 w 21600"/>
                <a:gd name="T1" fmla="*/ 0 h 21648"/>
                <a:gd name="T2" fmla="*/ 0 w 21600"/>
                <a:gd name="T3" fmla="*/ 476313 h 21648"/>
                <a:gd name="T4" fmla="*/ 0 w 21600"/>
                <a:gd name="T5" fmla="*/ 1051 h 21648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8" fill="none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</a:path>
                <a:path w="21600" h="21648" stroke="0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  <a:lnTo>
                    <a:pt x="0" y="48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Arc 51"/>
            <p:cNvSpPr>
              <a:spLocks/>
            </p:cNvSpPr>
            <p:nvPr/>
          </p:nvSpPr>
          <p:spPr bwMode="auto">
            <a:xfrm>
              <a:off x="2871470" y="4812732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Arc 52"/>
            <p:cNvSpPr>
              <a:spLocks/>
            </p:cNvSpPr>
            <p:nvPr/>
          </p:nvSpPr>
          <p:spPr bwMode="auto">
            <a:xfrm>
              <a:off x="2969260" y="481273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Arc 53"/>
            <p:cNvSpPr>
              <a:spLocks/>
            </p:cNvSpPr>
            <p:nvPr/>
          </p:nvSpPr>
          <p:spPr bwMode="auto">
            <a:xfrm>
              <a:off x="2871470" y="4719722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Arc 54"/>
            <p:cNvSpPr>
              <a:spLocks/>
            </p:cNvSpPr>
            <p:nvPr/>
          </p:nvSpPr>
          <p:spPr bwMode="auto">
            <a:xfrm>
              <a:off x="2969260" y="4761999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Arc 55"/>
            <p:cNvSpPr>
              <a:spLocks/>
            </p:cNvSpPr>
            <p:nvPr/>
          </p:nvSpPr>
          <p:spPr bwMode="auto">
            <a:xfrm>
              <a:off x="2871470" y="4725761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Arc 56"/>
            <p:cNvSpPr>
              <a:spLocks/>
            </p:cNvSpPr>
            <p:nvPr/>
          </p:nvSpPr>
          <p:spPr bwMode="auto">
            <a:xfrm>
              <a:off x="2969260" y="4725761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Arc 57"/>
            <p:cNvSpPr>
              <a:spLocks/>
            </p:cNvSpPr>
            <p:nvPr/>
          </p:nvSpPr>
          <p:spPr bwMode="auto">
            <a:xfrm>
              <a:off x="2871470" y="4625504"/>
              <a:ext cx="97790" cy="85763"/>
            </a:xfrm>
            <a:custGeom>
              <a:avLst/>
              <a:gdLst>
                <a:gd name="T0" fmla="*/ 185993524 w 21600"/>
                <a:gd name="T1" fmla="*/ 82319027 h 21720"/>
                <a:gd name="T2" fmla="*/ 0 w 21600"/>
                <a:gd name="T3" fmla="*/ 0 h 21720"/>
                <a:gd name="T4" fmla="*/ 185993524 w 21600"/>
                <a:gd name="T5" fmla="*/ 455077 h 2172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20" fill="none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</a:path>
                <a:path w="21600" h="21720" stroke="0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  <a:lnTo>
                    <a:pt x="21600" y="120"/>
                  </a:lnTo>
                  <a:lnTo>
                    <a:pt x="21600" y="2172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Arc 58"/>
            <p:cNvSpPr>
              <a:spLocks/>
            </p:cNvSpPr>
            <p:nvPr/>
          </p:nvSpPr>
          <p:spPr bwMode="auto">
            <a:xfrm>
              <a:off x="2969260" y="4676236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Arc 59"/>
            <p:cNvSpPr>
              <a:spLocks/>
            </p:cNvSpPr>
            <p:nvPr/>
          </p:nvSpPr>
          <p:spPr bwMode="auto">
            <a:xfrm>
              <a:off x="2871470" y="4639999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Arc 60"/>
            <p:cNvSpPr>
              <a:spLocks/>
            </p:cNvSpPr>
            <p:nvPr/>
          </p:nvSpPr>
          <p:spPr bwMode="auto">
            <a:xfrm>
              <a:off x="2969260" y="4639999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Arc 61"/>
            <p:cNvSpPr>
              <a:spLocks/>
            </p:cNvSpPr>
            <p:nvPr/>
          </p:nvSpPr>
          <p:spPr bwMode="auto">
            <a:xfrm>
              <a:off x="2871470" y="4532493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Arc 62"/>
            <p:cNvSpPr>
              <a:spLocks/>
            </p:cNvSpPr>
            <p:nvPr/>
          </p:nvSpPr>
          <p:spPr bwMode="auto">
            <a:xfrm>
              <a:off x="2969260" y="4583226"/>
              <a:ext cx="97790" cy="28990"/>
            </a:xfrm>
            <a:custGeom>
              <a:avLst/>
              <a:gdLst>
                <a:gd name="T0" fmla="*/ 185959461 w 21600"/>
                <a:gd name="T1" fmla="*/ 0 h 22022"/>
                <a:gd name="T2" fmla="*/ 0 w 21600"/>
                <a:gd name="T3" fmla="*/ 114607 h 22022"/>
                <a:gd name="T4" fmla="*/ 0 w 21600"/>
                <a:gd name="T5" fmla="*/ 2200 h 220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2022" fill="none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</a:path>
                <a:path w="21600" h="22022" stroke="0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  <a:lnTo>
                    <a:pt x="0" y="422"/>
                  </a:lnTo>
                  <a:lnTo>
                    <a:pt x="21595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Arc 63"/>
            <p:cNvSpPr>
              <a:spLocks/>
            </p:cNvSpPr>
            <p:nvPr/>
          </p:nvSpPr>
          <p:spPr bwMode="auto">
            <a:xfrm>
              <a:off x="2871470" y="4554236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Arc 64"/>
            <p:cNvSpPr>
              <a:spLocks/>
            </p:cNvSpPr>
            <p:nvPr/>
          </p:nvSpPr>
          <p:spPr bwMode="auto">
            <a:xfrm>
              <a:off x="2969260" y="4554236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Arc 65"/>
            <p:cNvSpPr>
              <a:spLocks/>
            </p:cNvSpPr>
            <p:nvPr/>
          </p:nvSpPr>
          <p:spPr bwMode="auto">
            <a:xfrm>
              <a:off x="2871470" y="4446730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Arc 66"/>
            <p:cNvSpPr>
              <a:spLocks/>
            </p:cNvSpPr>
            <p:nvPr/>
          </p:nvSpPr>
          <p:spPr bwMode="auto">
            <a:xfrm>
              <a:off x="2969260" y="4496255"/>
              <a:ext cx="97790" cy="28990"/>
            </a:xfrm>
            <a:custGeom>
              <a:avLst/>
              <a:gdLst>
                <a:gd name="T0" fmla="*/ 185967062 w 21600"/>
                <a:gd name="T1" fmla="*/ 0 h 21954"/>
                <a:gd name="T2" fmla="*/ 0 w 21600"/>
                <a:gd name="T3" fmla="*/ 116393 h 21954"/>
                <a:gd name="T4" fmla="*/ 0 w 21600"/>
                <a:gd name="T5" fmla="*/ 1876 h 2195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54" fill="none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</a:path>
                <a:path w="21600" h="21954" stroke="0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  <a:lnTo>
                    <a:pt x="0" y="354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Arc 67"/>
            <p:cNvSpPr>
              <a:spLocks/>
            </p:cNvSpPr>
            <p:nvPr/>
          </p:nvSpPr>
          <p:spPr bwMode="auto">
            <a:xfrm>
              <a:off x="2871470" y="4467265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Arc 68"/>
            <p:cNvSpPr>
              <a:spLocks/>
            </p:cNvSpPr>
            <p:nvPr/>
          </p:nvSpPr>
          <p:spPr bwMode="auto">
            <a:xfrm>
              <a:off x="2969260" y="4467265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Arc 69"/>
            <p:cNvSpPr>
              <a:spLocks/>
            </p:cNvSpPr>
            <p:nvPr/>
          </p:nvSpPr>
          <p:spPr bwMode="auto">
            <a:xfrm>
              <a:off x="2871470" y="4359759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Arc 70"/>
            <p:cNvSpPr>
              <a:spLocks/>
            </p:cNvSpPr>
            <p:nvPr/>
          </p:nvSpPr>
          <p:spPr bwMode="auto">
            <a:xfrm>
              <a:off x="2969260" y="4410492"/>
              <a:ext cx="97790" cy="28990"/>
            </a:xfrm>
            <a:custGeom>
              <a:avLst/>
              <a:gdLst>
                <a:gd name="T0" fmla="*/ 185967062 w 21600"/>
                <a:gd name="T1" fmla="*/ 0 h 21962"/>
                <a:gd name="T2" fmla="*/ 0 w 21600"/>
                <a:gd name="T3" fmla="*/ 116180 h 21962"/>
                <a:gd name="T4" fmla="*/ 0 w 21600"/>
                <a:gd name="T5" fmla="*/ 1917 h 2196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62" fill="none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</a:path>
                <a:path w="21600" h="21962" stroke="0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  <a:lnTo>
                    <a:pt x="0" y="362"/>
                  </a:lnTo>
                  <a:lnTo>
                    <a:pt x="21596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Arc 71"/>
            <p:cNvSpPr>
              <a:spLocks/>
            </p:cNvSpPr>
            <p:nvPr/>
          </p:nvSpPr>
          <p:spPr bwMode="auto">
            <a:xfrm>
              <a:off x="2871470" y="4381502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Arc 72"/>
            <p:cNvSpPr>
              <a:spLocks/>
            </p:cNvSpPr>
            <p:nvPr/>
          </p:nvSpPr>
          <p:spPr bwMode="auto">
            <a:xfrm>
              <a:off x="2969260" y="438150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Arc 73"/>
            <p:cNvSpPr>
              <a:spLocks/>
            </p:cNvSpPr>
            <p:nvPr/>
          </p:nvSpPr>
          <p:spPr bwMode="auto">
            <a:xfrm>
              <a:off x="2871470" y="4295739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Arc 74"/>
            <p:cNvSpPr>
              <a:spLocks/>
            </p:cNvSpPr>
            <p:nvPr/>
          </p:nvSpPr>
          <p:spPr bwMode="auto">
            <a:xfrm>
              <a:off x="2871470" y="4891248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75"/>
            <p:cNvSpPr>
              <a:spLocks noChangeShapeType="1"/>
            </p:cNvSpPr>
            <p:nvPr/>
          </p:nvSpPr>
          <p:spPr bwMode="auto">
            <a:xfrm flipV="1">
              <a:off x="2954020" y="4216016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76"/>
            <p:cNvSpPr>
              <a:spLocks noChangeShapeType="1"/>
            </p:cNvSpPr>
            <p:nvPr/>
          </p:nvSpPr>
          <p:spPr bwMode="auto">
            <a:xfrm flipV="1">
              <a:off x="2954020" y="4984258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77"/>
            <p:cNvSpPr>
              <a:spLocks noChangeShapeType="1"/>
            </p:cNvSpPr>
            <p:nvPr/>
          </p:nvSpPr>
          <p:spPr bwMode="auto">
            <a:xfrm>
              <a:off x="3465830" y="3972015"/>
              <a:ext cx="18034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78"/>
            <p:cNvSpPr>
              <a:spLocks noChangeShapeType="1"/>
            </p:cNvSpPr>
            <p:nvPr/>
          </p:nvSpPr>
          <p:spPr bwMode="auto">
            <a:xfrm flipV="1">
              <a:off x="3465830" y="4790990"/>
              <a:ext cx="18034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Freeform 79"/>
            <p:cNvSpPr>
              <a:spLocks/>
            </p:cNvSpPr>
            <p:nvPr/>
          </p:nvSpPr>
          <p:spPr bwMode="auto">
            <a:xfrm>
              <a:off x="2908300" y="4101263"/>
              <a:ext cx="105410" cy="201724"/>
            </a:xfrm>
            <a:custGeom>
              <a:avLst/>
              <a:gdLst>
                <a:gd name="T0" fmla="*/ 2147483646 w 83"/>
                <a:gd name="T1" fmla="*/ 2147483646 h 167"/>
                <a:gd name="T2" fmla="*/ 0 w 83"/>
                <a:gd name="T3" fmla="*/ 0 h 167"/>
                <a:gd name="T4" fmla="*/ 2147483646 w 83"/>
                <a:gd name="T5" fmla="*/ 0 h 167"/>
                <a:gd name="T6" fmla="*/ 2147483646 w 83"/>
                <a:gd name="T7" fmla="*/ 0 h 167"/>
                <a:gd name="T8" fmla="*/ 2147483646 w 83"/>
                <a:gd name="T9" fmla="*/ 2147483646 h 16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7">
                  <a:moveTo>
                    <a:pt x="36" y="167"/>
                  </a:moveTo>
                  <a:lnTo>
                    <a:pt x="0" y="0"/>
                  </a:lnTo>
                  <a:lnTo>
                    <a:pt x="36" y="0"/>
                  </a:lnTo>
                  <a:lnTo>
                    <a:pt x="83" y="0"/>
                  </a:lnTo>
                  <a:lnTo>
                    <a:pt x="36" y="167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80"/>
            <p:cNvSpPr>
              <a:spLocks noChangeShapeType="1"/>
            </p:cNvSpPr>
            <p:nvPr/>
          </p:nvSpPr>
          <p:spPr bwMode="auto">
            <a:xfrm flipV="1">
              <a:off x="2954020" y="3972015"/>
              <a:ext cx="1270" cy="12924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81"/>
            <p:cNvSpPr>
              <a:spLocks noChangeShapeType="1"/>
            </p:cNvSpPr>
            <p:nvPr/>
          </p:nvSpPr>
          <p:spPr bwMode="auto">
            <a:xfrm flipV="1">
              <a:off x="2954020" y="5056734"/>
              <a:ext cx="1270" cy="7126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Freeform 82"/>
            <p:cNvSpPr>
              <a:spLocks/>
            </p:cNvSpPr>
            <p:nvPr/>
          </p:nvSpPr>
          <p:spPr bwMode="auto">
            <a:xfrm>
              <a:off x="318008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83"/>
            <p:cNvSpPr>
              <a:spLocks noChangeShapeType="1"/>
            </p:cNvSpPr>
            <p:nvPr/>
          </p:nvSpPr>
          <p:spPr bwMode="auto">
            <a:xfrm flipH="1">
              <a:off x="304419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Freeform 84"/>
            <p:cNvSpPr>
              <a:spLocks/>
            </p:cNvSpPr>
            <p:nvPr/>
          </p:nvSpPr>
          <p:spPr bwMode="auto">
            <a:xfrm>
              <a:off x="266827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8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Freeform 86"/>
            <p:cNvSpPr>
              <a:spLocks/>
            </p:cNvSpPr>
            <p:nvPr/>
          </p:nvSpPr>
          <p:spPr bwMode="auto">
            <a:xfrm>
              <a:off x="5324475" y="5057338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87"/>
            <p:cNvSpPr>
              <a:spLocks noChangeShapeType="1"/>
            </p:cNvSpPr>
            <p:nvPr/>
          </p:nvSpPr>
          <p:spPr bwMode="auto">
            <a:xfrm flipH="1">
              <a:off x="525653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Freeform 90"/>
            <p:cNvSpPr>
              <a:spLocks/>
            </p:cNvSpPr>
            <p:nvPr/>
          </p:nvSpPr>
          <p:spPr bwMode="auto">
            <a:xfrm>
              <a:off x="2396490" y="4058986"/>
              <a:ext cx="105410" cy="200516"/>
            </a:xfrm>
            <a:custGeom>
              <a:avLst/>
              <a:gdLst>
                <a:gd name="T0" fmla="*/ 2147483646 w 83"/>
                <a:gd name="T1" fmla="*/ 0 h 166"/>
                <a:gd name="T2" fmla="*/ 2147483646 w 83"/>
                <a:gd name="T3" fmla="*/ 2147483646 h 166"/>
                <a:gd name="T4" fmla="*/ 2147483646 w 83"/>
                <a:gd name="T5" fmla="*/ 2147483646 h 166"/>
                <a:gd name="T6" fmla="*/ 0 w 83"/>
                <a:gd name="T7" fmla="*/ 2147483646 h 166"/>
                <a:gd name="T8" fmla="*/ 2147483646 w 83"/>
                <a:gd name="T9" fmla="*/ 0 h 1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6">
                  <a:moveTo>
                    <a:pt x="36" y="0"/>
                  </a:moveTo>
                  <a:lnTo>
                    <a:pt x="83" y="166"/>
                  </a:lnTo>
                  <a:lnTo>
                    <a:pt x="36" y="166"/>
                  </a:lnTo>
                  <a:lnTo>
                    <a:pt x="0" y="166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91"/>
            <p:cNvSpPr>
              <a:spLocks noChangeShapeType="1"/>
            </p:cNvSpPr>
            <p:nvPr/>
          </p:nvSpPr>
          <p:spPr bwMode="auto">
            <a:xfrm>
              <a:off x="2442210" y="4259501"/>
              <a:ext cx="1270" cy="77548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Rectangle 92"/>
            <p:cNvSpPr>
              <a:spLocks noChangeArrowheads="1"/>
            </p:cNvSpPr>
            <p:nvPr/>
          </p:nvSpPr>
          <p:spPr bwMode="auto">
            <a:xfrm>
              <a:off x="4173220" y="3813776"/>
              <a:ext cx="190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m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7" name="Rectangle 93"/>
            <p:cNvSpPr>
              <a:spLocks noChangeArrowheads="1"/>
            </p:cNvSpPr>
            <p:nvPr/>
          </p:nvSpPr>
          <p:spPr bwMode="auto">
            <a:xfrm>
              <a:off x="21120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8" name="Rectangle 94"/>
            <p:cNvSpPr>
              <a:spLocks noChangeArrowheads="1"/>
            </p:cNvSpPr>
            <p:nvPr/>
          </p:nvSpPr>
          <p:spPr bwMode="auto">
            <a:xfrm>
              <a:off x="221615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9" name="Rectangle 95"/>
            <p:cNvSpPr>
              <a:spLocks noChangeArrowheads="1"/>
            </p:cNvSpPr>
            <p:nvPr/>
          </p:nvSpPr>
          <p:spPr bwMode="auto">
            <a:xfrm>
              <a:off x="53641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0" name="Rectangle 96"/>
            <p:cNvSpPr>
              <a:spLocks noChangeArrowheads="1"/>
            </p:cNvSpPr>
            <p:nvPr/>
          </p:nvSpPr>
          <p:spPr bwMode="auto">
            <a:xfrm>
              <a:off x="546952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1" name="Rectangle 97"/>
            <p:cNvSpPr>
              <a:spLocks noChangeArrowheads="1"/>
            </p:cNvSpPr>
            <p:nvPr/>
          </p:nvSpPr>
          <p:spPr bwMode="auto">
            <a:xfrm>
              <a:off x="5287010" y="5161417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2" name="Rectangle 98"/>
            <p:cNvSpPr>
              <a:spLocks noChangeArrowheads="1"/>
            </p:cNvSpPr>
            <p:nvPr/>
          </p:nvSpPr>
          <p:spPr bwMode="auto">
            <a:xfrm>
              <a:off x="5363210" y="5247180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3" name="Rectangle 99"/>
            <p:cNvSpPr>
              <a:spLocks noChangeArrowheads="1"/>
            </p:cNvSpPr>
            <p:nvPr/>
          </p:nvSpPr>
          <p:spPr bwMode="auto">
            <a:xfrm>
              <a:off x="2546350" y="3672449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4" name="Rectangle 100"/>
            <p:cNvSpPr>
              <a:spLocks noChangeArrowheads="1"/>
            </p:cNvSpPr>
            <p:nvPr/>
          </p:nvSpPr>
          <p:spPr bwMode="auto">
            <a:xfrm>
              <a:off x="262255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5" name="Rectangle 101"/>
            <p:cNvSpPr>
              <a:spLocks noChangeArrowheads="1"/>
            </p:cNvSpPr>
            <p:nvPr/>
          </p:nvSpPr>
          <p:spPr bwMode="auto">
            <a:xfrm>
              <a:off x="3211830" y="3672449"/>
              <a:ext cx="10414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i'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6" name="Rectangle 102"/>
            <p:cNvSpPr>
              <a:spLocks noChangeArrowheads="1"/>
            </p:cNvSpPr>
            <p:nvPr/>
          </p:nvSpPr>
          <p:spPr bwMode="auto">
            <a:xfrm>
              <a:off x="331597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7" name="Rectangle 103"/>
            <p:cNvSpPr>
              <a:spLocks noChangeArrowheads="1"/>
            </p:cNvSpPr>
            <p:nvPr/>
          </p:nvSpPr>
          <p:spPr bwMode="auto">
            <a:xfrm>
              <a:off x="3059430" y="4086768"/>
              <a:ext cx="60960" cy="271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8" name="Rectangle 104"/>
            <p:cNvSpPr>
              <a:spLocks noChangeArrowheads="1"/>
            </p:cNvSpPr>
            <p:nvPr/>
          </p:nvSpPr>
          <p:spPr bwMode="auto">
            <a:xfrm>
              <a:off x="3103880" y="4160451"/>
              <a:ext cx="165100" cy="1993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9" name="Oval 105"/>
            <p:cNvSpPr>
              <a:spLocks noChangeArrowheads="1"/>
            </p:cNvSpPr>
            <p:nvPr/>
          </p:nvSpPr>
          <p:spPr bwMode="auto">
            <a:xfrm>
              <a:off x="3442970" y="4266749"/>
              <a:ext cx="7493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20" name="Oval 106"/>
            <p:cNvSpPr>
              <a:spLocks noChangeArrowheads="1"/>
            </p:cNvSpPr>
            <p:nvPr/>
          </p:nvSpPr>
          <p:spPr bwMode="auto">
            <a:xfrm>
              <a:off x="4888230" y="4801861"/>
              <a:ext cx="9017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21" name="Rectangle 107"/>
            <p:cNvSpPr>
              <a:spLocks noChangeArrowheads="1"/>
            </p:cNvSpPr>
            <p:nvPr/>
          </p:nvSpPr>
          <p:spPr bwMode="auto">
            <a:xfrm>
              <a:off x="3163570" y="4475721"/>
              <a:ext cx="1524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cxnSp>
          <p:nvCxnSpPr>
            <p:cNvPr id="122" name="Connecteur droit avec flèche 121"/>
            <p:cNvCxnSpPr/>
            <p:nvPr/>
          </p:nvCxnSpPr>
          <p:spPr>
            <a:xfrm>
              <a:off x="5256320" y="4160651"/>
              <a:ext cx="0" cy="79541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3" name="Groupe 406"/>
          <p:cNvGrpSpPr>
            <a:grpSpLocks/>
          </p:cNvGrpSpPr>
          <p:nvPr/>
        </p:nvGrpSpPr>
        <p:grpSpPr bwMode="auto">
          <a:xfrm>
            <a:off x="2836492" y="3120618"/>
            <a:ext cx="4468812" cy="1619250"/>
            <a:chOff x="725170" y="3672449"/>
            <a:chExt cx="6376670" cy="2426726"/>
          </a:xfrm>
        </p:grpSpPr>
        <p:sp>
          <p:nvSpPr>
            <p:cNvPr id="124" name="Line 6"/>
            <p:cNvSpPr>
              <a:spLocks noChangeShapeType="1"/>
            </p:cNvSpPr>
            <p:nvPr/>
          </p:nvSpPr>
          <p:spPr bwMode="auto">
            <a:xfrm>
              <a:off x="5650230" y="5106259"/>
              <a:ext cx="138303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AutoShape 7"/>
            <p:cNvSpPr>
              <a:spLocks noChangeAspect="1" noChangeArrowheads="1" noTextEdit="1"/>
            </p:cNvSpPr>
            <p:nvPr/>
          </p:nvSpPr>
          <p:spPr bwMode="auto">
            <a:xfrm>
              <a:off x="2078990" y="3682112"/>
              <a:ext cx="3975100" cy="14495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Oval 9"/>
            <p:cNvSpPr>
              <a:spLocks noChangeArrowheads="1"/>
            </p:cNvSpPr>
            <p:nvPr/>
          </p:nvSpPr>
          <p:spPr bwMode="auto">
            <a:xfrm>
              <a:off x="1195070" y="4910574"/>
              <a:ext cx="340360" cy="32251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27" name="Freeform 10"/>
            <p:cNvSpPr>
              <a:spLocks/>
            </p:cNvSpPr>
            <p:nvPr/>
          </p:nvSpPr>
          <p:spPr bwMode="auto">
            <a:xfrm>
              <a:off x="975360" y="4910574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47" y="0"/>
                  </a:moveTo>
                  <a:lnTo>
                    <a:pt x="81" y="162"/>
                  </a:lnTo>
                  <a:lnTo>
                    <a:pt x="47" y="162"/>
                  </a:lnTo>
                  <a:lnTo>
                    <a:pt x="0" y="162"/>
                  </a:lnTo>
                  <a:lnTo>
                    <a:pt x="47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11"/>
            <p:cNvSpPr>
              <a:spLocks noChangeShapeType="1"/>
            </p:cNvSpPr>
            <p:nvPr/>
          </p:nvSpPr>
          <p:spPr bwMode="auto">
            <a:xfrm>
              <a:off x="1035050" y="5106259"/>
              <a:ext cx="1270" cy="12562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Rectangle 12"/>
            <p:cNvSpPr>
              <a:spLocks noChangeArrowheads="1"/>
            </p:cNvSpPr>
            <p:nvPr/>
          </p:nvSpPr>
          <p:spPr bwMode="auto">
            <a:xfrm>
              <a:off x="725170" y="4911782"/>
              <a:ext cx="14478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30" name="Line 13"/>
            <p:cNvSpPr>
              <a:spLocks noChangeShapeType="1"/>
            </p:cNvSpPr>
            <p:nvPr/>
          </p:nvSpPr>
          <p:spPr bwMode="auto">
            <a:xfrm flipH="1">
              <a:off x="2344420" y="5100219"/>
              <a:ext cx="220980" cy="19568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1" name="Freeform 14"/>
            <p:cNvSpPr>
              <a:spLocks/>
            </p:cNvSpPr>
            <p:nvPr/>
          </p:nvSpPr>
          <p:spPr bwMode="auto">
            <a:xfrm>
              <a:off x="2402840" y="5602717"/>
              <a:ext cx="236220" cy="195684"/>
            </a:xfrm>
            <a:custGeom>
              <a:avLst/>
              <a:gdLst>
                <a:gd name="T0" fmla="*/ 2147483646 w 186"/>
                <a:gd name="T1" fmla="*/ 2147483646 h 162"/>
                <a:gd name="T2" fmla="*/ 0 w 186"/>
                <a:gd name="T3" fmla="*/ 2147483646 h 162"/>
                <a:gd name="T4" fmla="*/ 2147483646 w 186"/>
                <a:gd name="T5" fmla="*/ 2147483646 h 162"/>
                <a:gd name="T6" fmla="*/ 2147483646 w 186"/>
                <a:gd name="T7" fmla="*/ 0 h 162"/>
                <a:gd name="T8" fmla="*/ 2147483646 w 186"/>
                <a:gd name="T9" fmla="*/ 2147483646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6" h="162">
                  <a:moveTo>
                    <a:pt x="186" y="162"/>
                  </a:moveTo>
                  <a:lnTo>
                    <a:pt x="0" y="70"/>
                  </a:lnTo>
                  <a:lnTo>
                    <a:pt x="35" y="35"/>
                  </a:lnTo>
                  <a:lnTo>
                    <a:pt x="70" y="0"/>
                  </a:lnTo>
                  <a:lnTo>
                    <a:pt x="186" y="16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2" name="Line 15"/>
            <p:cNvSpPr>
              <a:spLocks noChangeShapeType="1"/>
            </p:cNvSpPr>
            <p:nvPr/>
          </p:nvSpPr>
          <p:spPr bwMode="auto">
            <a:xfrm flipH="1" flipV="1">
              <a:off x="2344420" y="5547152"/>
              <a:ext cx="102870" cy="9784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3" name="Line 16"/>
            <p:cNvSpPr>
              <a:spLocks noChangeShapeType="1"/>
            </p:cNvSpPr>
            <p:nvPr/>
          </p:nvSpPr>
          <p:spPr bwMode="auto">
            <a:xfrm>
              <a:off x="2344420" y="5128001"/>
              <a:ext cx="1270" cy="642617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4" name="Line 17"/>
            <p:cNvSpPr>
              <a:spLocks noChangeShapeType="1"/>
            </p:cNvSpPr>
            <p:nvPr/>
          </p:nvSpPr>
          <p:spPr bwMode="auto">
            <a:xfrm>
              <a:off x="1372870" y="3970807"/>
              <a:ext cx="11620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5" name="Line 18"/>
            <p:cNvSpPr>
              <a:spLocks noChangeShapeType="1"/>
            </p:cNvSpPr>
            <p:nvPr/>
          </p:nvSpPr>
          <p:spPr bwMode="auto">
            <a:xfrm>
              <a:off x="1372870" y="6097967"/>
              <a:ext cx="12509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6" name="Line 19"/>
            <p:cNvSpPr>
              <a:spLocks noChangeShapeType="1"/>
            </p:cNvSpPr>
            <p:nvPr/>
          </p:nvSpPr>
          <p:spPr bwMode="auto">
            <a:xfrm>
              <a:off x="1372870" y="3961143"/>
              <a:ext cx="1270" cy="94943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7" name="Line 20"/>
            <p:cNvSpPr>
              <a:spLocks noChangeShapeType="1"/>
            </p:cNvSpPr>
            <p:nvPr/>
          </p:nvSpPr>
          <p:spPr bwMode="auto">
            <a:xfrm>
              <a:off x="2623820" y="5776658"/>
              <a:ext cx="1270" cy="32130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8" name="Line 21"/>
            <p:cNvSpPr>
              <a:spLocks noChangeShapeType="1"/>
            </p:cNvSpPr>
            <p:nvPr/>
          </p:nvSpPr>
          <p:spPr bwMode="auto">
            <a:xfrm>
              <a:off x="1372870" y="5231883"/>
              <a:ext cx="1270" cy="86608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9" name="Line 22"/>
            <p:cNvSpPr>
              <a:spLocks noChangeShapeType="1"/>
            </p:cNvSpPr>
            <p:nvPr/>
          </p:nvSpPr>
          <p:spPr bwMode="auto">
            <a:xfrm>
              <a:off x="1902460" y="5449310"/>
              <a:ext cx="412750" cy="1208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0" name="Rectangle 23"/>
            <p:cNvSpPr>
              <a:spLocks noChangeArrowheads="1"/>
            </p:cNvSpPr>
            <p:nvPr/>
          </p:nvSpPr>
          <p:spPr bwMode="auto">
            <a:xfrm>
              <a:off x="1902460" y="5227051"/>
              <a:ext cx="135890" cy="2597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1" name="Rectangle 24"/>
            <p:cNvSpPr>
              <a:spLocks noChangeArrowheads="1"/>
            </p:cNvSpPr>
            <p:nvPr/>
          </p:nvSpPr>
          <p:spPr bwMode="auto">
            <a:xfrm>
              <a:off x="2049780" y="5253626"/>
              <a:ext cx="18542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Times" panose="02020603050405020304" pitchFamily="18" charset="0"/>
                </a:rPr>
                <a:t>,T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2" name="Line 25"/>
            <p:cNvSpPr>
              <a:spLocks noChangeShapeType="1"/>
            </p:cNvSpPr>
            <p:nvPr/>
          </p:nvSpPr>
          <p:spPr bwMode="auto">
            <a:xfrm flipV="1">
              <a:off x="6383020" y="3731637"/>
              <a:ext cx="1270" cy="474715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3" name="Line 26"/>
            <p:cNvSpPr>
              <a:spLocks noChangeShapeType="1"/>
            </p:cNvSpPr>
            <p:nvPr/>
          </p:nvSpPr>
          <p:spPr bwMode="auto">
            <a:xfrm flipH="1">
              <a:off x="6043930" y="3968391"/>
              <a:ext cx="339090" cy="23796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4" name="Line 27"/>
            <p:cNvSpPr>
              <a:spLocks noChangeShapeType="1"/>
            </p:cNvSpPr>
            <p:nvPr/>
          </p:nvSpPr>
          <p:spPr bwMode="auto">
            <a:xfrm flipV="1">
              <a:off x="6043930" y="3731637"/>
              <a:ext cx="1270" cy="474715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5" name="Line 28"/>
            <p:cNvSpPr>
              <a:spLocks noChangeShapeType="1"/>
            </p:cNvSpPr>
            <p:nvPr/>
          </p:nvSpPr>
          <p:spPr bwMode="auto">
            <a:xfrm>
              <a:off x="6043930" y="3731637"/>
              <a:ext cx="339090" cy="23675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6" name="Line 29"/>
            <p:cNvSpPr>
              <a:spLocks noChangeShapeType="1"/>
            </p:cNvSpPr>
            <p:nvPr/>
          </p:nvSpPr>
          <p:spPr bwMode="auto">
            <a:xfrm>
              <a:off x="5650230" y="3969599"/>
              <a:ext cx="3937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7" name="Line 30"/>
            <p:cNvSpPr>
              <a:spLocks noChangeShapeType="1"/>
            </p:cNvSpPr>
            <p:nvPr/>
          </p:nvSpPr>
          <p:spPr bwMode="auto">
            <a:xfrm>
              <a:off x="6383020" y="3968391"/>
              <a:ext cx="57404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8" name="Freeform 31"/>
            <p:cNvSpPr>
              <a:spLocks/>
            </p:cNvSpPr>
            <p:nvPr/>
          </p:nvSpPr>
          <p:spPr bwMode="auto">
            <a:xfrm>
              <a:off x="6739890" y="4052946"/>
              <a:ext cx="102870" cy="194476"/>
            </a:xfrm>
            <a:custGeom>
              <a:avLst/>
              <a:gdLst>
                <a:gd name="T0" fmla="*/ 2147483646 w 81"/>
                <a:gd name="T1" fmla="*/ 0 h 161"/>
                <a:gd name="T2" fmla="*/ 2147483646 w 81"/>
                <a:gd name="T3" fmla="*/ 2147483646 h 161"/>
                <a:gd name="T4" fmla="*/ 2147483646 w 81"/>
                <a:gd name="T5" fmla="*/ 2147483646 h 161"/>
                <a:gd name="T6" fmla="*/ 0 w 81"/>
                <a:gd name="T7" fmla="*/ 2147483646 h 161"/>
                <a:gd name="T8" fmla="*/ 2147483646 w 81"/>
                <a:gd name="T9" fmla="*/ 0 h 1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1">
                  <a:moveTo>
                    <a:pt x="35" y="0"/>
                  </a:moveTo>
                  <a:lnTo>
                    <a:pt x="81" y="161"/>
                  </a:lnTo>
                  <a:lnTo>
                    <a:pt x="35" y="161"/>
                  </a:lnTo>
                  <a:lnTo>
                    <a:pt x="0" y="16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9" name="Line 32"/>
            <p:cNvSpPr>
              <a:spLocks noChangeShapeType="1"/>
            </p:cNvSpPr>
            <p:nvPr/>
          </p:nvSpPr>
          <p:spPr bwMode="auto">
            <a:xfrm>
              <a:off x="6784340" y="4240175"/>
              <a:ext cx="1270" cy="754955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0" name="Rectangle 33"/>
            <p:cNvSpPr>
              <a:spLocks noChangeArrowheads="1"/>
            </p:cNvSpPr>
            <p:nvPr/>
          </p:nvSpPr>
          <p:spPr bwMode="auto">
            <a:xfrm>
              <a:off x="6871970" y="4450354"/>
              <a:ext cx="18415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1" name="Rectangle 34"/>
            <p:cNvSpPr>
              <a:spLocks noChangeArrowheads="1"/>
            </p:cNvSpPr>
            <p:nvPr/>
          </p:nvSpPr>
          <p:spPr bwMode="auto">
            <a:xfrm>
              <a:off x="7034530" y="4562691"/>
              <a:ext cx="67310" cy="210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2" name="Freeform 35"/>
            <p:cNvSpPr>
              <a:spLocks/>
            </p:cNvSpPr>
            <p:nvPr/>
          </p:nvSpPr>
          <p:spPr bwMode="auto">
            <a:xfrm>
              <a:off x="2653030" y="5170279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35" y="0"/>
                  </a:moveTo>
                  <a:lnTo>
                    <a:pt x="81" y="162"/>
                  </a:lnTo>
                  <a:lnTo>
                    <a:pt x="35" y="162"/>
                  </a:lnTo>
                  <a:lnTo>
                    <a:pt x="0" y="162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3" name="Line 36"/>
            <p:cNvSpPr>
              <a:spLocks noChangeShapeType="1"/>
            </p:cNvSpPr>
            <p:nvPr/>
          </p:nvSpPr>
          <p:spPr bwMode="auto">
            <a:xfrm>
              <a:off x="2697480" y="5365963"/>
              <a:ext cx="1270" cy="516993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4" name="Rectangle 37"/>
            <p:cNvSpPr>
              <a:spLocks noChangeArrowheads="1"/>
            </p:cNvSpPr>
            <p:nvPr/>
          </p:nvSpPr>
          <p:spPr bwMode="auto">
            <a:xfrm>
              <a:off x="2816860" y="5420320"/>
              <a:ext cx="12700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5" name="Rectangle 38"/>
            <p:cNvSpPr>
              <a:spLocks noChangeArrowheads="1"/>
            </p:cNvSpPr>
            <p:nvPr/>
          </p:nvSpPr>
          <p:spPr bwMode="auto">
            <a:xfrm>
              <a:off x="2905760" y="5533865"/>
              <a:ext cx="158750" cy="2125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ce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6" name="Rectangle 39"/>
            <p:cNvSpPr>
              <a:spLocks noChangeArrowheads="1"/>
            </p:cNvSpPr>
            <p:nvPr/>
          </p:nvSpPr>
          <p:spPr bwMode="auto">
            <a:xfrm>
              <a:off x="6169660" y="4229303"/>
              <a:ext cx="15494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7" name="Rectangle 40"/>
            <p:cNvSpPr>
              <a:spLocks noChangeArrowheads="1"/>
            </p:cNvSpPr>
            <p:nvPr/>
          </p:nvSpPr>
          <p:spPr bwMode="auto">
            <a:xfrm>
              <a:off x="2080260" y="3683320"/>
              <a:ext cx="5715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8" name="Oval 41"/>
            <p:cNvSpPr>
              <a:spLocks noChangeArrowheads="1"/>
            </p:cNvSpPr>
            <p:nvPr/>
          </p:nvSpPr>
          <p:spPr bwMode="auto">
            <a:xfrm>
              <a:off x="356362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9" name="Oval 42"/>
            <p:cNvSpPr>
              <a:spLocks noChangeArrowheads="1"/>
            </p:cNvSpPr>
            <p:nvPr/>
          </p:nvSpPr>
          <p:spPr bwMode="auto">
            <a:xfrm>
              <a:off x="398526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0" name="Line 43"/>
            <p:cNvSpPr>
              <a:spLocks noChangeShapeType="1"/>
            </p:cNvSpPr>
            <p:nvPr/>
          </p:nvSpPr>
          <p:spPr bwMode="auto">
            <a:xfrm flipH="1">
              <a:off x="4744720" y="3972015"/>
              <a:ext cx="18161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1" name="Line 44"/>
            <p:cNvSpPr>
              <a:spLocks noChangeShapeType="1"/>
            </p:cNvSpPr>
            <p:nvPr/>
          </p:nvSpPr>
          <p:spPr bwMode="auto">
            <a:xfrm flipH="1" flipV="1">
              <a:off x="4744720" y="4790990"/>
              <a:ext cx="18161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2" name="Line 4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3" name="Line 46"/>
            <p:cNvSpPr>
              <a:spLocks noChangeShapeType="1"/>
            </p:cNvSpPr>
            <p:nvPr/>
          </p:nvSpPr>
          <p:spPr bwMode="auto">
            <a:xfrm flipH="1">
              <a:off x="2532380" y="5106259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4" name="Line 47"/>
            <p:cNvSpPr>
              <a:spLocks noChangeShapeType="1"/>
            </p:cNvSpPr>
            <p:nvPr/>
          </p:nvSpPr>
          <p:spPr bwMode="auto">
            <a:xfrm flipH="1">
              <a:off x="4926330" y="3972015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5" name="Line 48"/>
            <p:cNvSpPr>
              <a:spLocks noChangeShapeType="1"/>
            </p:cNvSpPr>
            <p:nvPr/>
          </p:nvSpPr>
          <p:spPr bwMode="auto">
            <a:xfrm flipH="1">
              <a:off x="4926330" y="5106259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6" name="Arc 49"/>
            <p:cNvSpPr>
              <a:spLocks/>
            </p:cNvSpPr>
            <p:nvPr/>
          </p:nvSpPr>
          <p:spPr bwMode="auto">
            <a:xfrm>
              <a:off x="2871470" y="4805485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Arc 50"/>
            <p:cNvSpPr>
              <a:spLocks/>
            </p:cNvSpPr>
            <p:nvPr/>
          </p:nvSpPr>
          <p:spPr bwMode="auto">
            <a:xfrm>
              <a:off x="2969260" y="4848970"/>
              <a:ext cx="97790" cy="36238"/>
            </a:xfrm>
            <a:custGeom>
              <a:avLst/>
              <a:gdLst>
                <a:gd name="T0" fmla="*/ 185993524 w 21600"/>
                <a:gd name="T1" fmla="*/ 0 h 21648"/>
                <a:gd name="T2" fmla="*/ 0 w 21600"/>
                <a:gd name="T3" fmla="*/ 476313 h 21648"/>
                <a:gd name="T4" fmla="*/ 0 w 21600"/>
                <a:gd name="T5" fmla="*/ 1051 h 21648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8" fill="none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</a:path>
                <a:path w="21600" h="21648" stroke="0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  <a:lnTo>
                    <a:pt x="0" y="48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8" name="Arc 51"/>
            <p:cNvSpPr>
              <a:spLocks/>
            </p:cNvSpPr>
            <p:nvPr/>
          </p:nvSpPr>
          <p:spPr bwMode="auto">
            <a:xfrm>
              <a:off x="2871470" y="4812732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9" name="Arc 52"/>
            <p:cNvSpPr>
              <a:spLocks/>
            </p:cNvSpPr>
            <p:nvPr/>
          </p:nvSpPr>
          <p:spPr bwMode="auto">
            <a:xfrm>
              <a:off x="2969260" y="481273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0" name="Arc 53"/>
            <p:cNvSpPr>
              <a:spLocks/>
            </p:cNvSpPr>
            <p:nvPr/>
          </p:nvSpPr>
          <p:spPr bwMode="auto">
            <a:xfrm>
              <a:off x="2871470" y="4719722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1" name="Arc 54"/>
            <p:cNvSpPr>
              <a:spLocks/>
            </p:cNvSpPr>
            <p:nvPr/>
          </p:nvSpPr>
          <p:spPr bwMode="auto">
            <a:xfrm>
              <a:off x="2969260" y="4761999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2" name="Arc 55"/>
            <p:cNvSpPr>
              <a:spLocks/>
            </p:cNvSpPr>
            <p:nvPr/>
          </p:nvSpPr>
          <p:spPr bwMode="auto">
            <a:xfrm>
              <a:off x="2871470" y="4725761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3" name="Arc 56"/>
            <p:cNvSpPr>
              <a:spLocks/>
            </p:cNvSpPr>
            <p:nvPr/>
          </p:nvSpPr>
          <p:spPr bwMode="auto">
            <a:xfrm>
              <a:off x="2969260" y="4725761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4" name="Arc 57"/>
            <p:cNvSpPr>
              <a:spLocks/>
            </p:cNvSpPr>
            <p:nvPr/>
          </p:nvSpPr>
          <p:spPr bwMode="auto">
            <a:xfrm>
              <a:off x="2871470" y="4625504"/>
              <a:ext cx="97790" cy="85763"/>
            </a:xfrm>
            <a:custGeom>
              <a:avLst/>
              <a:gdLst>
                <a:gd name="T0" fmla="*/ 185993524 w 21600"/>
                <a:gd name="T1" fmla="*/ 82319027 h 21720"/>
                <a:gd name="T2" fmla="*/ 0 w 21600"/>
                <a:gd name="T3" fmla="*/ 0 h 21720"/>
                <a:gd name="T4" fmla="*/ 185993524 w 21600"/>
                <a:gd name="T5" fmla="*/ 455077 h 2172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20" fill="none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</a:path>
                <a:path w="21600" h="21720" stroke="0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  <a:lnTo>
                    <a:pt x="21600" y="120"/>
                  </a:lnTo>
                  <a:lnTo>
                    <a:pt x="21600" y="2172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5" name="Arc 58"/>
            <p:cNvSpPr>
              <a:spLocks/>
            </p:cNvSpPr>
            <p:nvPr/>
          </p:nvSpPr>
          <p:spPr bwMode="auto">
            <a:xfrm>
              <a:off x="2969260" y="4676236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6" name="Arc 59"/>
            <p:cNvSpPr>
              <a:spLocks/>
            </p:cNvSpPr>
            <p:nvPr/>
          </p:nvSpPr>
          <p:spPr bwMode="auto">
            <a:xfrm>
              <a:off x="2871470" y="4639999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7" name="Arc 60"/>
            <p:cNvSpPr>
              <a:spLocks/>
            </p:cNvSpPr>
            <p:nvPr/>
          </p:nvSpPr>
          <p:spPr bwMode="auto">
            <a:xfrm>
              <a:off x="2969260" y="4639999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8" name="Arc 61"/>
            <p:cNvSpPr>
              <a:spLocks/>
            </p:cNvSpPr>
            <p:nvPr/>
          </p:nvSpPr>
          <p:spPr bwMode="auto">
            <a:xfrm>
              <a:off x="2871470" y="4532493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9" name="Arc 62"/>
            <p:cNvSpPr>
              <a:spLocks/>
            </p:cNvSpPr>
            <p:nvPr/>
          </p:nvSpPr>
          <p:spPr bwMode="auto">
            <a:xfrm>
              <a:off x="2969260" y="4583226"/>
              <a:ext cx="97790" cy="28990"/>
            </a:xfrm>
            <a:custGeom>
              <a:avLst/>
              <a:gdLst>
                <a:gd name="T0" fmla="*/ 185959461 w 21600"/>
                <a:gd name="T1" fmla="*/ 0 h 22022"/>
                <a:gd name="T2" fmla="*/ 0 w 21600"/>
                <a:gd name="T3" fmla="*/ 114607 h 22022"/>
                <a:gd name="T4" fmla="*/ 0 w 21600"/>
                <a:gd name="T5" fmla="*/ 2200 h 220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2022" fill="none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</a:path>
                <a:path w="21600" h="22022" stroke="0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  <a:lnTo>
                    <a:pt x="0" y="422"/>
                  </a:lnTo>
                  <a:lnTo>
                    <a:pt x="21595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0" name="Arc 63"/>
            <p:cNvSpPr>
              <a:spLocks/>
            </p:cNvSpPr>
            <p:nvPr/>
          </p:nvSpPr>
          <p:spPr bwMode="auto">
            <a:xfrm>
              <a:off x="2871470" y="4554236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Arc 64"/>
            <p:cNvSpPr>
              <a:spLocks/>
            </p:cNvSpPr>
            <p:nvPr/>
          </p:nvSpPr>
          <p:spPr bwMode="auto">
            <a:xfrm>
              <a:off x="2969260" y="4554236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2" name="Arc 65"/>
            <p:cNvSpPr>
              <a:spLocks/>
            </p:cNvSpPr>
            <p:nvPr/>
          </p:nvSpPr>
          <p:spPr bwMode="auto">
            <a:xfrm>
              <a:off x="2871470" y="4446730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3" name="Arc 66"/>
            <p:cNvSpPr>
              <a:spLocks/>
            </p:cNvSpPr>
            <p:nvPr/>
          </p:nvSpPr>
          <p:spPr bwMode="auto">
            <a:xfrm>
              <a:off x="2969260" y="4496255"/>
              <a:ext cx="97790" cy="28990"/>
            </a:xfrm>
            <a:custGeom>
              <a:avLst/>
              <a:gdLst>
                <a:gd name="T0" fmla="*/ 185967062 w 21600"/>
                <a:gd name="T1" fmla="*/ 0 h 21954"/>
                <a:gd name="T2" fmla="*/ 0 w 21600"/>
                <a:gd name="T3" fmla="*/ 116393 h 21954"/>
                <a:gd name="T4" fmla="*/ 0 w 21600"/>
                <a:gd name="T5" fmla="*/ 1876 h 2195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54" fill="none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</a:path>
                <a:path w="21600" h="21954" stroke="0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  <a:lnTo>
                    <a:pt x="0" y="354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4" name="Arc 67"/>
            <p:cNvSpPr>
              <a:spLocks/>
            </p:cNvSpPr>
            <p:nvPr/>
          </p:nvSpPr>
          <p:spPr bwMode="auto">
            <a:xfrm>
              <a:off x="2871470" y="4467265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5" name="Arc 68"/>
            <p:cNvSpPr>
              <a:spLocks/>
            </p:cNvSpPr>
            <p:nvPr/>
          </p:nvSpPr>
          <p:spPr bwMode="auto">
            <a:xfrm>
              <a:off x="2969260" y="4467265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6" name="Arc 69"/>
            <p:cNvSpPr>
              <a:spLocks/>
            </p:cNvSpPr>
            <p:nvPr/>
          </p:nvSpPr>
          <p:spPr bwMode="auto">
            <a:xfrm>
              <a:off x="2871470" y="4359759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7" name="Arc 70"/>
            <p:cNvSpPr>
              <a:spLocks/>
            </p:cNvSpPr>
            <p:nvPr/>
          </p:nvSpPr>
          <p:spPr bwMode="auto">
            <a:xfrm>
              <a:off x="2969260" y="4410492"/>
              <a:ext cx="97790" cy="28990"/>
            </a:xfrm>
            <a:custGeom>
              <a:avLst/>
              <a:gdLst>
                <a:gd name="T0" fmla="*/ 185967062 w 21600"/>
                <a:gd name="T1" fmla="*/ 0 h 21962"/>
                <a:gd name="T2" fmla="*/ 0 w 21600"/>
                <a:gd name="T3" fmla="*/ 116180 h 21962"/>
                <a:gd name="T4" fmla="*/ 0 w 21600"/>
                <a:gd name="T5" fmla="*/ 1917 h 2196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62" fill="none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</a:path>
                <a:path w="21600" h="21962" stroke="0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  <a:lnTo>
                    <a:pt x="0" y="362"/>
                  </a:lnTo>
                  <a:lnTo>
                    <a:pt x="21596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8" name="Arc 71"/>
            <p:cNvSpPr>
              <a:spLocks/>
            </p:cNvSpPr>
            <p:nvPr/>
          </p:nvSpPr>
          <p:spPr bwMode="auto">
            <a:xfrm>
              <a:off x="2871470" y="4381502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9" name="Arc 72"/>
            <p:cNvSpPr>
              <a:spLocks/>
            </p:cNvSpPr>
            <p:nvPr/>
          </p:nvSpPr>
          <p:spPr bwMode="auto">
            <a:xfrm>
              <a:off x="2969260" y="438150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0" name="Arc 73"/>
            <p:cNvSpPr>
              <a:spLocks/>
            </p:cNvSpPr>
            <p:nvPr/>
          </p:nvSpPr>
          <p:spPr bwMode="auto">
            <a:xfrm>
              <a:off x="2871470" y="4295739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1" name="Arc 74"/>
            <p:cNvSpPr>
              <a:spLocks/>
            </p:cNvSpPr>
            <p:nvPr/>
          </p:nvSpPr>
          <p:spPr bwMode="auto">
            <a:xfrm>
              <a:off x="2871470" y="4891248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2" name="Line 75"/>
            <p:cNvSpPr>
              <a:spLocks noChangeShapeType="1"/>
            </p:cNvSpPr>
            <p:nvPr/>
          </p:nvSpPr>
          <p:spPr bwMode="auto">
            <a:xfrm flipV="1">
              <a:off x="2954020" y="4216016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3" name="Line 76"/>
            <p:cNvSpPr>
              <a:spLocks noChangeShapeType="1"/>
            </p:cNvSpPr>
            <p:nvPr/>
          </p:nvSpPr>
          <p:spPr bwMode="auto">
            <a:xfrm flipV="1">
              <a:off x="2954020" y="4984258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4" name="Line 77"/>
            <p:cNvSpPr>
              <a:spLocks noChangeShapeType="1"/>
            </p:cNvSpPr>
            <p:nvPr/>
          </p:nvSpPr>
          <p:spPr bwMode="auto">
            <a:xfrm>
              <a:off x="3465830" y="3972015"/>
              <a:ext cx="18034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5" name="Line 78"/>
            <p:cNvSpPr>
              <a:spLocks noChangeShapeType="1"/>
            </p:cNvSpPr>
            <p:nvPr/>
          </p:nvSpPr>
          <p:spPr bwMode="auto">
            <a:xfrm flipV="1">
              <a:off x="3465830" y="4790990"/>
              <a:ext cx="18034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6" name="Freeform 79"/>
            <p:cNvSpPr>
              <a:spLocks/>
            </p:cNvSpPr>
            <p:nvPr/>
          </p:nvSpPr>
          <p:spPr bwMode="auto">
            <a:xfrm>
              <a:off x="2908300" y="4101263"/>
              <a:ext cx="105410" cy="201724"/>
            </a:xfrm>
            <a:custGeom>
              <a:avLst/>
              <a:gdLst>
                <a:gd name="T0" fmla="*/ 2147483646 w 83"/>
                <a:gd name="T1" fmla="*/ 2147483646 h 167"/>
                <a:gd name="T2" fmla="*/ 0 w 83"/>
                <a:gd name="T3" fmla="*/ 0 h 167"/>
                <a:gd name="T4" fmla="*/ 2147483646 w 83"/>
                <a:gd name="T5" fmla="*/ 0 h 167"/>
                <a:gd name="T6" fmla="*/ 2147483646 w 83"/>
                <a:gd name="T7" fmla="*/ 0 h 167"/>
                <a:gd name="T8" fmla="*/ 2147483646 w 83"/>
                <a:gd name="T9" fmla="*/ 2147483646 h 16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7">
                  <a:moveTo>
                    <a:pt x="36" y="167"/>
                  </a:moveTo>
                  <a:lnTo>
                    <a:pt x="0" y="0"/>
                  </a:lnTo>
                  <a:lnTo>
                    <a:pt x="36" y="0"/>
                  </a:lnTo>
                  <a:lnTo>
                    <a:pt x="83" y="0"/>
                  </a:lnTo>
                  <a:lnTo>
                    <a:pt x="36" y="167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97" name="Line 80"/>
            <p:cNvSpPr>
              <a:spLocks noChangeShapeType="1"/>
            </p:cNvSpPr>
            <p:nvPr/>
          </p:nvSpPr>
          <p:spPr bwMode="auto">
            <a:xfrm flipV="1">
              <a:off x="2954020" y="3972015"/>
              <a:ext cx="1270" cy="12924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8" name="Line 81"/>
            <p:cNvSpPr>
              <a:spLocks noChangeShapeType="1"/>
            </p:cNvSpPr>
            <p:nvPr/>
          </p:nvSpPr>
          <p:spPr bwMode="auto">
            <a:xfrm flipV="1">
              <a:off x="2954020" y="5056734"/>
              <a:ext cx="1270" cy="7126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Freeform 82"/>
            <p:cNvSpPr>
              <a:spLocks/>
            </p:cNvSpPr>
            <p:nvPr/>
          </p:nvSpPr>
          <p:spPr bwMode="auto">
            <a:xfrm>
              <a:off x="318008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00" name="Line 83"/>
            <p:cNvSpPr>
              <a:spLocks noChangeShapeType="1"/>
            </p:cNvSpPr>
            <p:nvPr/>
          </p:nvSpPr>
          <p:spPr bwMode="auto">
            <a:xfrm flipH="1">
              <a:off x="304419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1" name="Freeform 84"/>
            <p:cNvSpPr>
              <a:spLocks/>
            </p:cNvSpPr>
            <p:nvPr/>
          </p:nvSpPr>
          <p:spPr bwMode="auto">
            <a:xfrm>
              <a:off x="266827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02" name="Line 8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3" name="Freeform 86"/>
            <p:cNvSpPr>
              <a:spLocks/>
            </p:cNvSpPr>
            <p:nvPr/>
          </p:nvSpPr>
          <p:spPr bwMode="auto">
            <a:xfrm>
              <a:off x="5324475" y="5057338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04" name="Line 87"/>
            <p:cNvSpPr>
              <a:spLocks noChangeShapeType="1"/>
            </p:cNvSpPr>
            <p:nvPr/>
          </p:nvSpPr>
          <p:spPr bwMode="auto">
            <a:xfrm flipH="1">
              <a:off x="525653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5" name="Freeform 90"/>
            <p:cNvSpPr>
              <a:spLocks/>
            </p:cNvSpPr>
            <p:nvPr/>
          </p:nvSpPr>
          <p:spPr bwMode="auto">
            <a:xfrm>
              <a:off x="2396490" y="4058986"/>
              <a:ext cx="105410" cy="200516"/>
            </a:xfrm>
            <a:custGeom>
              <a:avLst/>
              <a:gdLst>
                <a:gd name="T0" fmla="*/ 2147483646 w 83"/>
                <a:gd name="T1" fmla="*/ 0 h 166"/>
                <a:gd name="T2" fmla="*/ 2147483646 w 83"/>
                <a:gd name="T3" fmla="*/ 2147483646 h 166"/>
                <a:gd name="T4" fmla="*/ 2147483646 w 83"/>
                <a:gd name="T5" fmla="*/ 2147483646 h 166"/>
                <a:gd name="T6" fmla="*/ 0 w 83"/>
                <a:gd name="T7" fmla="*/ 2147483646 h 166"/>
                <a:gd name="T8" fmla="*/ 2147483646 w 83"/>
                <a:gd name="T9" fmla="*/ 0 h 1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6">
                  <a:moveTo>
                    <a:pt x="36" y="0"/>
                  </a:moveTo>
                  <a:lnTo>
                    <a:pt x="83" y="166"/>
                  </a:lnTo>
                  <a:lnTo>
                    <a:pt x="36" y="166"/>
                  </a:lnTo>
                  <a:lnTo>
                    <a:pt x="0" y="166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06" name="Line 91"/>
            <p:cNvSpPr>
              <a:spLocks noChangeShapeType="1"/>
            </p:cNvSpPr>
            <p:nvPr/>
          </p:nvSpPr>
          <p:spPr bwMode="auto">
            <a:xfrm>
              <a:off x="2442210" y="4259501"/>
              <a:ext cx="1270" cy="77548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7" name="Rectangle 92"/>
            <p:cNvSpPr>
              <a:spLocks noChangeArrowheads="1"/>
            </p:cNvSpPr>
            <p:nvPr/>
          </p:nvSpPr>
          <p:spPr bwMode="auto">
            <a:xfrm>
              <a:off x="4173220" y="3813776"/>
              <a:ext cx="190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m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08" name="Rectangle 93"/>
            <p:cNvSpPr>
              <a:spLocks noChangeArrowheads="1"/>
            </p:cNvSpPr>
            <p:nvPr/>
          </p:nvSpPr>
          <p:spPr bwMode="auto">
            <a:xfrm>
              <a:off x="21120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09" name="Rectangle 94"/>
            <p:cNvSpPr>
              <a:spLocks noChangeArrowheads="1"/>
            </p:cNvSpPr>
            <p:nvPr/>
          </p:nvSpPr>
          <p:spPr bwMode="auto">
            <a:xfrm>
              <a:off x="221615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0" name="Rectangle 95"/>
            <p:cNvSpPr>
              <a:spLocks noChangeArrowheads="1"/>
            </p:cNvSpPr>
            <p:nvPr/>
          </p:nvSpPr>
          <p:spPr bwMode="auto">
            <a:xfrm>
              <a:off x="53641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1" name="Rectangle 96"/>
            <p:cNvSpPr>
              <a:spLocks noChangeArrowheads="1"/>
            </p:cNvSpPr>
            <p:nvPr/>
          </p:nvSpPr>
          <p:spPr bwMode="auto">
            <a:xfrm>
              <a:off x="546952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2" name="Rectangle 97"/>
            <p:cNvSpPr>
              <a:spLocks noChangeArrowheads="1"/>
            </p:cNvSpPr>
            <p:nvPr/>
          </p:nvSpPr>
          <p:spPr bwMode="auto">
            <a:xfrm>
              <a:off x="5287010" y="5161417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3" name="Rectangle 98"/>
            <p:cNvSpPr>
              <a:spLocks noChangeArrowheads="1"/>
            </p:cNvSpPr>
            <p:nvPr/>
          </p:nvSpPr>
          <p:spPr bwMode="auto">
            <a:xfrm>
              <a:off x="5363210" y="5247180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4" name="Rectangle 99"/>
            <p:cNvSpPr>
              <a:spLocks noChangeArrowheads="1"/>
            </p:cNvSpPr>
            <p:nvPr/>
          </p:nvSpPr>
          <p:spPr bwMode="auto">
            <a:xfrm>
              <a:off x="2546350" y="3672449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5" name="Rectangle 100"/>
            <p:cNvSpPr>
              <a:spLocks noChangeArrowheads="1"/>
            </p:cNvSpPr>
            <p:nvPr/>
          </p:nvSpPr>
          <p:spPr bwMode="auto">
            <a:xfrm>
              <a:off x="262255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6" name="Rectangle 101"/>
            <p:cNvSpPr>
              <a:spLocks noChangeArrowheads="1"/>
            </p:cNvSpPr>
            <p:nvPr/>
          </p:nvSpPr>
          <p:spPr bwMode="auto">
            <a:xfrm>
              <a:off x="3211830" y="3672449"/>
              <a:ext cx="10414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i'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7" name="Rectangle 102"/>
            <p:cNvSpPr>
              <a:spLocks noChangeArrowheads="1"/>
            </p:cNvSpPr>
            <p:nvPr/>
          </p:nvSpPr>
          <p:spPr bwMode="auto">
            <a:xfrm>
              <a:off x="331597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8" name="Rectangle 103"/>
            <p:cNvSpPr>
              <a:spLocks noChangeArrowheads="1"/>
            </p:cNvSpPr>
            <p:nvPr/>
          </p:nvSpPr>
          <p:spPr bwMode="auto">
            <a:xfrm>
              <a:off x="3059430" y="4086768"/>
              <a:ext cx="60960" cy="271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9" name="Rectangle 104"/>
            <p:cNvSpPr>
              <a:spLocks noChangeArrowheads="1"/>
            </p:cNvSpPr>
            <p:nvPr/>
          </p:nvSpPr>
          <p:spPr bwMode="auto">
            <a:xfrm>
              <a:off x="3103880" y="4160451"/>
              <a:ext cx="165100" cy="1993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0" name="Oval 105"/>
            <p:cNvSpPr>
              <a:spLocks noChangeArrowheads="1"/>
            </p:cNvSpPr>
            <p:nvPr/>
          </p:nvSpPr>
          <p:spPr bwMode="auto">
            <a:xfrm>
              <a:off x="3442970" y="4266749"/>
              <a:ext cx="7493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1" name="Oval 106"/>
            <p:cNvSpPr>
              <a:spLocks noChangeArrowheads="1"/>
            </p:cNvSpPr>
            <p:nvPr/>
          </p:nvSpPr>
          <p:spPr bwMode="auto">
            <a:xfrm>
              <a:off x="4888230" y="4801861"/>
              <a:ext cx="9017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2" name="Rectangle 107"/>
            <p:cNvSpPr>
              <a:spLocks noChangeArrowheads="1"/>
            </p:cNvSpPr>
            <p:nvPr/>
          </p:nvSpPr>
          <p:spPr bwMode="auto">
            <a:xfrm>
              <a:off x="3163570" y="4475721"/>
              <a:ext cx="1524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cxnSp>
          <p:nvCxnSpPr>
            <p:cNvPr id="223" name="Connecteur droit avec flèche 222"/>
            <p:cNvCxnSpPr/>
            <p:nvPr/>
          </p:nvCxnSpPr>
          <p:spPr>
            <a:xfrm>
              <a:off x="5255664" y="4160174"/>
              <a:ext cx="0" cy="7946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4" name="Groupe 507"/>
          <p:cNvGrpSpPr>
            <a:grpSpLocks/>
          </p:cNvGrpSpPr>
          <p:nvPr/>
        </p:nvGrpSpPr>
        <p:grpSpPr bwMode="auto">
          <a:xfrm>
            <a:off x="2850779" y="4830356"/>
            <a:ext cx="4468813" cy="1619250"/>
            <a:chOff x="725170" y="3672449"/>
            <a:chExt cx="6376670" cy="2426726"/>
          </a:xfrm>
        </p:grpSpPr>
        <p:sp>
          <p:nvSpPr>
            <p:cNvPr id="225" name="Line 6"/>
            <p:cNvSpPr>
              <a:spLocks noChangeShapeType="1"/>
            </p:cNvSpPr>
            <p:nvPr/>
          </p:nvSpPr>
          <p:spPr bwMode="auto">
            <a:xfrm>
              <a:off x="5650230" y="5106259"/>
              <a:ext cx="138303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6" name="AutoShape 7"/>
            <p:cNvSpPr>
              <a:spLocks noChangeAspect="1" noChangeArrowheads="1" noTextEdit="1"/>
            </p:cNvSpPr>
            <p:nvPr/>
          </p:nvSpPr>
          <p:spPr bwMode="auto">
            <a:xfrm>
              <a:off x="2078990" y="3682112"/>
              <a:ext cx="3975100" cy="14495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7" name="Oval 9"/>
            <p:cNvSpPr>
              <a:spLocks noChangeArrowheads="1"/>
            </p:cNvSpPr>
            <p:nvPr/>
          </p:nvSpPr>
          <p:spPr bwMode="auto">
            <a:xfrm>
              <a:off x="1195070" y="4910574"/>
              <a:ext cx="340360" cy="32251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8" name="Freeform 10"/>
            <p:cNvSpPr>
              <a:spLocks/>
            </p:cNvSpPr>
            <p:nvPr/>
          </p:nvSpPr>
          <p:spPr bwMode="auto">
            <a:xfrm>
              <a:off x="975360" y="4910574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47" y="0"/>
                  </a:moveTo>
                  <a:lnTo>
                    <a:pt x="81" y="162"/>
                  </a:lnTo>
                  <a:lnTo>
                    <a:pt x="47" y="162"/>
                  </a:lnTo>
                  <a:lnTo>
                    <a:pt x="0" y="162"/>
                  </a:lnTo>
                  <a:lnTo>
                    <a:pt x="47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9" name="Line 11"/>
            <p:cNvSpPr>
              <a:spLocks noChangeShapeType="1"/>
            </p:cNvSpPr>
            <p:nvPr/>
          </p:nvSpPr>
          <p:spPr bwMode="auto">
            <a:xfrm>
              <a:off x="1035050" y="5106259"/>
              <a:ext cx="1270" cy="12562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0" name="Rectangle 12"/>
            <p:cNvSpPr>
              <a:spLocks noChangeArrowheads="1"/>
            </p:cNvSpPr>
            <p:nvPr/>
          </p:nvSpPr>
          <p:spPr bwMode="auto">
            <a:xfrm>
              <a:off x="725170" y="4911782"/>
              <a:ext cx="14478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1" name="Line 13"/>
            <p:cNvSpPr>
              <a:spLocks noChangeShapeType="1"/>
            </p:cNvSpPr>
            <p:nvPr/>
          </p:nvSpPr>
          <p:spPr bwMode="auto">
            <a:xfrm flipH="1">
              <a:off x="2344420" y="5100219"/>
              <a:ext cx="220980" cy="19568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2" name="Freeform 14"/>
            <p:cNvSpPr>
              <a:spLocks/>
            </p:cNvSpPr>
            <p:nvPr/>
          </p:nvSpPr>
          <p:spPr bwMode="auto">
            <a:xfrm>
              <a:off x="2402840" y="5602717"/>
              <a:ext cx="236220" cy="195684"/>
            </a:xfrm>
            <a:custGeom>
              <a:avLst/>
              <a:gdLst>
                <a:gd name="T0" fmla="*/ 2147483646 w 186"/>
                <a:gd name="T1" fmla="*/ 2147483646 h 162"/>
                <a:gd name="T2" fmla="*/ 0 w 186"/>
                <a:gd name="T3" fmla="*/ 2147483646 h 162"/>
                <a:gd name="T4" fmla="*/ 2147483646 w 186"/>
                <a:gd name="T5" fmla="*/ 2147483646 h 162"/>
                <a:gd name="T6" fmla="*/ 2147483646 w 186"/>
                <a:gd name="T7" fmla="*/ 0 h 162"/>
                <a:gd name="T8" fmla="*/ 2147483646 w 186"/>
                <a:gd name="T9" fmla="*/ 2147483646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6" h="162">
                  <a:moveTo>
                    <a:pt x="186" y="162"/>
                  </a:moveTo>
                  <a:lnTo>
                    <a:pt x="0" y="70"/>
                  </a:lnTo>
                  <a:lnTo>
                    <a:pt x="35" y="35"/>
                  </a:lnTo>
                  <a:lnTo>
                    <a:pt x="70" y="0"/>
                  </a:lnTo>
                  <a:lnTo>
                    <a:pt x="186" y="16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3" name="Line 15"/>
            <p:cNvSpPr>
              <a:spLocks noChangeShapeType="1"/>
            </p:cNvSpPr>
            <p:nvPr/>
          </p:nvSpPr>
          <p:spPr bwMode="auto">
            <a:xfrm flipH="1" flipV="1">
              <a:off x="2344420" y="5547152"/>
              <a:ext cx="102870" cy="9784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4" name="Line 16"/>
            <p:cNvSpPr>
              <a:spLocks noChangeShapeType="1"/>
            </p:cNvSpPr>
            <p:nvPr/>
          </p:nvSpPr>
          <p:spPr bwMode="auto">
            <a:xfrm>
              <a:off x="2344420" y="5128001"/>
              <a:ext cx="1270" cy="642617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5" name="Line 17"/>
            <p:cNvSpPr>
              <a:spLocks noChangeShapeType="1"/>
            </p:cNvSpPr>
            <p:nvPr/>
          </p:nvSpPr>
          <p:spPr bwMode="auto">
            <a:xfrm>
              <a:off x="1372870" y="3970807"/>
              <a:ext cx="11620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6" name="Line 18"/>
            <p:cNvSpPr>
              <a:spLocks noChangeShapeType="1"/>
            </p:cNvSpPr>
            <p:nvPr/>
          </p:nvSpPr>
          <p:spPr bwMode="auto">
            <a:xfrm>
              <a:off x="1372870" y="6097967"/>
              <a:ext cx="12509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7" name="Line 19"/>
            <p:cNvSpPr>
              <a:spLocks noChangeShapeType="1"/>
            </p:cNvSpPr>
            <p:nvPr/>
          </p:nvSpPr>
          <p:spPr bwMode="auto">
            <a:xfrm>
              <a:off x="1372870" y="3961143"/>
              <a:ext cx="1270" cy="94943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8" name="Line 20"/>
            <p:cNvSpPr>
              <a:spLocks noChangeShapeType="1"/>
            </p:cNvSpPr>
            <p:nvPr/>
          </p:nvSpPr>
          <p:spPr bwMode="auto">
            <a:xfrm>
              <a:off x="2623820" y="5776658"/>
              <a:ext cx="1270" cy="32130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9" name="Line 21"/>
            <p:cNvSpPr>
              <a:spLocks noChangeShapeType="1"/>
            </p:cNvSpPr>
            <p:nvPr/>
          </p:nvSpPr>
          <p:spPr bwMode="auto">
            <a:xfrm>
              <a:off x="1372870" y="5231883"/>
              <a:ext cx="1270" cy="86608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0" name="Line 22"/>
            <p:cNvSpPr>
              <a:spLocks noChangeShapeType="1"/>
            </p:cNvSpPr>
            <p:nvPr/>
          </p:nvSpPr>
          <p:spPr bwMode="auto">
            <a:xfrm>
              <a:off x="1902460" y="5449310"/>
              <a:ext cx="412750" cy="1208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1" name="Rectangle 23"/>
            <p:cNvSpPr>
              <a:spLocks noChangeArrowheads="1"/>
            </p:cNvSpPr>
            <p:nvPr/>
          </p:nvSpPr>
          <p:spPr bwMode="auto">
            <a:xfrm>
              <a:off x="1902460" y="5227051"/>
              <a:ext cx="135890" cy="2597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2" name="Rectangle 24"/>
            <p:cNvSpPr>
              <a:spLocks noChangeArrowheads="1"/>
            </p:cNvSpPr>
            <p:nvPr/>
          </p:nvSpPr>
          <p:spPr bwMode="auto">
            <a:xfrm>
              <a:off x="2049780" y="5253626"/>
              <a:ext cx="18542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Times" panose="02020603050405020304" pitchFamily="18" charset="0"/>
                </a:rPr>
                <a:t>,T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3" name="Line 25"/>
            <p:cNvSpPr>
              <a:spLocks noChangeShapeType="1"/>
            </p:cNvSpPr>
            <p:nvPr/>
          </p:nvSpPr>
          <p:spPr bwMode="auto">
            <a:xfrm flipV="1">
              <a:off x="6383020" y="3731637"/>
              <a:ext cx="1270" cy="474715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4" name="Line 26"/>
            <p:cNvSpPr>
              <a:spLocks noChangeShapeType="1"/>
            </p:cNvSpPr>
            <p:nvPr/>
          </p:nvSpPr>
          <p:spPr bwMode="auto">
            <a:xfrm flipH="1">
              <a:off x="6043930" y="3968391"/>
              <a:ext cx="339090" cy="23796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5" name="Line 27"/>
            <p:cNvSpPr>
              <a:spLocks noChangeShapeType="1"/>
            </p:cNvSpPr>
            <p:nvPr/>
          </p:nvSpPr>
          <p:spPr bwMode="auto">
            <a:xfrm flipV="1">
              <a:off x="6043930" y="3731637"/>
              <a:ext cx="1270" cy="474715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6" name="Line 28"/>
            <p:cNvSpPr>
              <a:spLocks noChangeShapeType="1"/>
            </p:cNvSpPr>
            <p:nvPr/>
          </p:nvSpPr>
          <p:spPr bwMode="auto">
            <a:xfrm>
              <a:off x="6043930" y="3731637"/>
              <a:ext cx="339090" cy="23675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7" name="Line 29"/>
            <p:cNvSpPr>
              <a:spLocks noChangeShapeType="1"/>
            </p:cNvSpPr>
            <p:nvPr/>
          </p:nvSpPr>
          <p:spPr bwMode="auto">
            <a:xfrm>
              <a:off x="5650230" y="3969599"/>
              <a:ext cx="3937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8" name="Line 30"/>
            <p:cNvSpPr>
              <a:spLocks noChangeShapeType="1"/>
            </p:cNvSpPr>
            <p:nvPr/>
          </p:nvSpPr>
          <p:spPr bwMode="auto">
            <a:xfrm>
              <a:off x="6383020" y="3968391"/>
              <a:ext cx="57404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9" name="Freeform 31"/>
            <p:cNvSpPr>
              <a:spLocks/>
            </p:cNvSpPr>
            <p:nvPr/>
          </p:nvSpPr>
          <p:spPr bwMode="auto">
            <a:xfrm>
              <a:off x="6739890" y="4052946"/>
              <a:ext cx="102870" cy="194476"/>
            </a:xfrm>
            <a:custGeom>
              <a:avLst/>
              <a:gdLst>
                <a:gd name="T0" fmla="*/ 2147483646 w 81"/>
                <a:gd name="T1" fmla="*/ 0 h 161"/>
                <a:gd name="T2" fmla="*/ 2147483646 w 81"/>
                <a:gd name="T3" fmla="*/ 2147483646 h 161"/>
                <a:gd name="T4" fmla="*/ 2147483646 w 81"/>
                <a:gd name="T5" fmla="*/ 2147483646 h 161"/>
                <a:gd name="T6" fmla="*/ 0 w 81"/>
                <a:gd name="T7" fmla="*/ 2147483646 h 161"/>
                <a:gd name="T8" fmla="*/ 2147483646 w 81"/>
                <a:gd name="T9" fmla="*/ 0 h 1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1">
                  <a:moveTo>
                    <a:pt x="35" y="0"/>
                  </a:moveTo>
                  <a:lnTo>
                    <a:pt x="81" y="161"/>
                  </a:lnTo>
                  <a:lnTo>
                    <a:pt x="35" y="161"/>
                  </a:lnTo>
                  <a:lnTo>
                    <a:pt x="0" y="16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0" name="Line 32"/>
            <p:cNvSpPr>
              <a:spLocks noChangeShapeType="1"/>
            </p:cNvSpPr>
            <p:nvPr/>
          </p:nvSpPr>
          <p:spPr bwMode="auto">
            <a:xfrm>
              <a:off x="6784340" y="4240175"/>
              <a:ext cx="1270" cy="754955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1" name="Rectangle 33"/>
            <p:cNvSpPr>
              <a:spLocks noChangeArrowheads="1"/>
            </p:cNvSpPr>
            <p:nvPr/>
          </p:nvSpPr>
          <p:spPr bwMode="auto">
            <a:xfrm>
              <a:off x="6871970" y="4450354"/>
              <a:ext cx="18415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2" name="Rectangle 34"/>
            <p:cNvSpPr>
              <a:spLocks noChangeArrowheads="1"/>
            </p:cNvSpPr>
            <p:nvPr/>
          </p:nvSpPr>
          <p:spPr bwMode="auto">
            <a:xfrm>
              <a:off x="7034530" y="4562691"/>
              <a:ext cx="67310" cy="210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3" name="Freeform 35"/>
            <p:cNvSpPr>
              <a:spLocks/>
            </p:cNvSpPr>
            <p:nvPr/>
          </p:nvSpPr>
          <p:spPr bwMode="auto">
            <a:xfrm>
              <a:off x="2653030" y="5170279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35" y="0"/>
                  </a:moveTo>
                  <a:lnTo>
                    <a:pt x="81" y="162"/>
                  </a:lnTo>
                  <a:lnTo>
                    <a:pt x="35" y="162"/>
                  </a:lnTo>
                  <a:lnTo>
                    <a:pt x="0" y="162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4" name="Line 36"/>
            <p:cNvSpPr>
              <a:spLocks noChangeShapeType="1"/>
            </p:cNvSpPr>
            <p:nvPr/>
          </p:nvSpPr>
          <p:spPr bwMode="auto">
            <a:xfrm>
              <a:off x="2697480" y="5365963"/>
              <a:ext cx="1270" cy="516993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5" name="Rectangle 37"/>
            <p:cNvSpPr>
              <a:spLocks noChangeArrowheads="1"/>
            </p:cNvSpPr>
            <p:nvPr/>
          </p:nvSpPr>
          <p:spPr bwMode="auto">
            <a:xfrm>
              <a:off x="2816860" y="5420320"/>
              <a:ext cx="12700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6" name="Rectangle 38"/>
            <p:cNvSpPr>
              <a:spLocks noChangeArrowheads="1"/>
            </p:cNvSpPr>
            <p:nvPr/>
          </p:nvSpPr>
          <p:spPr bwMode="auto">
            <a:xfrm>
              <a:off x="2905760" y="5533865"/>
              <a:ext cx="158750" cy="2125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ce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7" name="Rectangle 39"/>
            <p:cNvSpPr>
              <a:spLocks noChangeArrowheads="1"/>
            </p:cNvSpPr>
            <p:nvPr/>
          </p:nvSpPr>
          <p:spPr bwMode="auto">
            <a:xfrm>
              <a:off x="6169660" y="4229303"/>
              <a:ext cx="15494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8" name="Rectangle 40"/>
            <p:cNvSpPr>
              <a:spLocks noChangeArrowheads="1"/>
            </p:cNvSpPr>
            <p:nvPr/>
          </p:nvSpPr>
          <p:spPr bwMode="auto">
            <a:xfrm>
              <a:off x="2080260" y="3683320"/>
              <a:ext cx="5715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9" name="Oval 41"/>
            <p:cNvSpPr>
              <a:spLocks noChangeArrowheads="1"/>
            </p:cNvSpPr>
            <p:nvPr/>
          </p:nvSpPr>
          <p:spPr bwMode="auto">
            <a:xfrm>
              <a:off x="356362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0" name="Oval 42"/>
            <p:cNvSpPr>
              <a:spLocks noChangeArrowheads="1"/>
            </p:cNvSpPr>
            <p:nvPr/>
          </p:nvSpPr>
          <p:spPr bwMode="auto">
            <a:xfrm>
              <a:off x="398526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1" name="Line 43"/>
            <p:cNvSpPr>
              <a:spLocks noChangeShapeType="1"/>
            </p:cNvSpPr>
            <p:nvPr/>
          </p:nvSpPr>
          <p:spPr bwMode="auto">
            <a:xfrm flipH="1">
              <a:off x="4744720" y="3972015"/>
              <a:ext cx="18161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2" name="Line 44"/>
            <p:cNvSpPr>
              <a:spLocks noChangeShapeType="1"/>
            </p:cNvSpPr>
            <p:nvPr/>
          </p:nvSpPr>
          <p:spPr bwMode="auto">
            <a:xfrm flipH="1" flipV="1">
              <a:off x="4744720" y="4790990"/>
              <a:ext cx="18161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3" name="Line 4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4" name="Line 46"/>
            <p:cNvSpPr>
              <a:spLocks noChangeShapeType="1"/>
            </p:cNvSpPr>
            <p:nvPr/>
          </p:nvSpPr>
          <p:spPr bwMode="auto">
            <a:xfrm flipH="1">
              <a:off x="2532380" y="5106259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5" name="Line 47"/>
            <p:cNvSpPr>
              <a:spLocks noChangeShapeType="1"/>
            </p:cNvSpPr>
            <p:nvPr/>
          </p:nvSpPr>
          <p:spPr bwMode="auto">
            <a:xfrm flipH="1">
              <a:off x="4926330" y="3972015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6" name="Line 48"/>
            <p:cNvSpPr>
              <a:spLocks noChangeShapeType="1"/>
            </p:cNvSpPr>
            <p:nvPr/>
          </p:nvSpPr>
          <p:spPr bwMode="auto">
            <a:xfrm flipH="1">
              <a:off x="4926330" y="5106259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7" name="Arc 49"/>
            <p:cNvSpPr>
              <a:spLocks/>
            </p:cNvSpPr>
            <p:nvPr/>
          </p:nvSpPr>
          <p:spPr bwMode="auto">
            <a:xfrm>
              <a:off x="2871470" y="4805485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8" name="Arc 50"/>
            <p:cNvSpPr>
              <a:spLocks/>
            </p:cNvSpPr>
            <p:nvPr/>
          </p:nvSpPr>
          <p:spPr bwMode="auto">
            <a:xfrm>
              <a:off x="2969260" y="4848970"/>
              <a:ext cx="97790" cy="36238"/>
            </a:xfrm>
            <a:custGeom>
              <a:avLst/>
              <a:gdLst>
                <a:gd name="T0" fmla="*/ 185993524 w 21600"/>
                <a:gd name="T1" fmla="*/ 0 h 21648"/>
                <a:gd name="T2" fmla="*/ 0 w 21600"/>
                <a:gd name="T3" fmla="*/ 476313 h 21648"/>
                <a:gd name="T4" fmla="*/ 0 w 21600"/>
                <a:gd name="T5" fmla="*/ 1051 h 21648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8" fill="none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</a:path>
                <a:path w="21600" h="21648" stroke="0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  <a:lnTo>
                    <a:pt x="0" y="48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9" name="Arc 51"/>
            <p:cNvSpPr>
              <a:spLocks/>
            </p:cNvSpPr>
            <p:nvPr/>
          </p:nvSpPr>
          <p:spPr bwMode="auto">
            <a:xfrm>
              <a:off x="2871470" y="4812732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0" name="Arc 52"/>
            <p:cNvSpPr>
              <a:spLocks/>
            </p:cNvSpPr>
            <p:nvPr/>
          </p:nvSpPr>
          <p:spPr bwMode="auto">
            <a:xfrm>
              <a:off x="2969260" y="481273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1" name="Arc 53"/>
            <p:cNvSpPr>
              <a:spLocks/>
            </p:cNvSpPr>
            <p:nvPr/>
          </p:nvSpPr>
          <p:spPr bwMode="auto">
            <a:xfrm>
              <a:off x="2871470" y="4719722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2" name="Arc 54"/>
            <p:cNvSpPr>
              <a:spLocks/>
            </p:cNvSpPr>
            <p:nvPr/>
          </p:nvSpPr>
          <p:spPr bwMode="auto">
            <a:xfrm>
              <a:off x="2969260" y="4761999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3" name="Arc 55"/>
            <p:cNvSpPr>
              <a:spLocks/>
            </p:cNvSpPr>
            <p:nvPr/>
          </p:nvSpPr>
          <p:spPr bwMode="auto">
            <a:xfrm>
              <a:off x="2871470" y="4725761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4" name="Arc 56"/>
            <p:cNvSpPr>
              <a:spLocks/>
            </p:cNvSpPr>
            <p:nvPr/>
          </p:nvSpPr>
          <p:spPr bwMode="auto">
            <a:xfrm>
              <a:off x="2969260" y="4725761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5" name="Arc 57"/>
            <p:cNvSpPr>
              <a:spLocks/>
            </p:cNvSpPr>
            <p:nvPr/>
          </p:nvSpPr>
          <p:spPr bwMode="auto">
            <a:xfrm>
              <a:off x="2871470" y="4625504"/>
              <a:ext cx="97790" cy="85763"/>
            </a:xfrm>
            <a:custGeom>
              <a:avLst/>
              <a:gdLst>
                <a:gd name="T0" fmla="*/ 185993524 w 21600"/>
                <a:gd name="T1" fmla="*/ 82319027 h 21720"/>
                <a:gd name="T2" fmla="*/ 0 w 21600"/>
                <a:gd name="T3" fmla="*/ 0 h 21720"/>
                <a:gd name="T4" fmla="*/ 185993524 w 21600"/>
                <a:gd name="T5" fmla="*/ 455077 h 2172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20" fill="none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</a:path>
                <a:path w="21600" h="21720" stroke="0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  <a:lnTo>
                    <a:pt x="21600" y="120"/>
                  </a:lnTo>
                  <a:lnTo>
                    <a:pt x="21600" y="2172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6" name="Arc 58"/>
            <p:cNvSpPr>
              <a:spLocks/>
            </p:cNvSpPr>
            <p:nvPr/>
          </p:nvSpPr>
          <p:spPr bwMode="auto">
            <a:xfrm>
              <a:off x="2969260" y="4676236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7" name="Arc 59"/>
            <p:cNvSpPr>
              <a:spLocks/>
            </p:cNvSpPr>
            <p:nvPr/>
          </p:nvSpPr>
          <p:spPr bwMode="auto">
            <a:xfrm>
              <a:off x="2871470" y="4639999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8" name="Arc 60"/>
            <p:cNvSpPr>
              <a:spLocks/>
            </p:cNvSpPr>
            <p:nvPr/>
          </p:nvSpPr>
          <p:spPr bwMode="auto">
            <a:xfrm>
              <a:off x="2969260" y="4639999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9" name="Arc 61"/>
            <p:cNvSpPr>
              <a:spLocks/>
            </p:cNvSpPr>
            <p:nvPr/>
          </p:nvSpPr>
          <p:spPr bwMode="auto">
            <a:xfrm>
              <a:off x="2871470" y="4532493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0" name="Arc 62"/>
            <p:cNvSpPr>
              <a:spLocks/>
            </p:cNvSpPr>
            <p:nvPr/>
          </p:nvSpPr>
          <p:spPr bwMode="auto">
            <a:xfrm>
              <a:off x="2969260" y="4583226"/>
              <a:ext cx="97790" cy="28990"/>
            </a:xfrm>
            <a:custGeom>
              <a:avLst/>
              <a:gdLst>
                <a:gd name="T0" fmla="*/ 185959461 w 21600"/>
                <a:gd name="T1" fmla="*/ 0 h 22022"/>
                <a:gd name="T2" fmla="*/ 0 w 21600"/>
                <a:gd name="T3" fmla="*/ 114607 h 22022"/>
                <a:gd name="T4" fmla="*/ 0 w 21600"/>
                <a:gd name="T5" fmla="*/ 2200 h 220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2022" fill="none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</a:path>
                <a:path w="21600" h="22022" stroke="0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  <a:lnTo>
                    <a:pt x="0" y="422"/>
                  </a:lnTo>
                  <a:lnTo>
                    <a:pt x="21595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1" name="Arc 63"/>
            <p:cNvSpPr>
              <a:spLocks/>
            </p:cNvSpPr>
            <p:nvPr/>
          </p:nvSpPr>
          <p:spPr bwMode="auto">
            <a:xfrm>
              <a:off x="2871470" y="4554236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2" name="Arc 64"/>
            <p:cNvSpPr>
              <a:spLocks/>
            </p:cNvSpPr>
            <p:nvPr/>
          </p:nvSpPr>
          <p:spPr bwMode="auto">
            <a:xfrm>
              <a:off x="2969260" y="4554236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3" name="Arc 65"/>
            <p:cNvSpPr>
              <a:spLocks/>
            </p:cNvSpPr>
            <p:nvPr/>
          </p:nvSpPr>
          <p:spPr bwMode="auto">
            <a:xfrm>
              <a:off x="2871470" y="4446730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4" name="Arc 66"/>
            <p:cNvSpPr>
              <a:spLocks/>
            </p:cNvSpPr>
            <p:nvPr/>
          </p:nvSpPr>
          <p:spPr bwMode="auto">
            <a:xfrm>
              <a:off x="2969260" y="4496255"/>
              <a:ext cx="97790" cy="28990"/>
            </a:xfrm>
            <a:custGeom>
              <a:avLst/>
              <a:gdLst>
                <a:gd name="T0" fmla="*/ 185967062 w 21600"/>
                <a:gd name="T1" fmla="*/ 0 h 21954"/>
                <a:gd name="T2" fmla="*/ 0 w 21600"/>
                <a:gd name="T3" fmla="*/ 116393 h 21954"/>
                <a:gd name="T4" fmla="*/ 0 w 21600"/>
                <a:gd name="T5" fmla="*/ 1876 h 2195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54" fill="none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</a:path>
                <a:path w="21600" h="21954" stroke="0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  <a:lnTo>
                    <a:pt x="0" y="354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5" name="Arc 67"/>
            <p:cNvSpPr>
              <a:spLocks/>
            </p:cNvSpPr>
            <p:nvPr/>
          </p:nvSpPr>
          <p:spPr bwMode="auto">
            <a:xfrm>
              <a:off x="2871470" y="4467265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6" name="Arc 68"/>
            <p:cNvSpPr>
              <a:spLocks/>
            </p:cNvSpPr>
            <p:nvPr/>
          </p:nvSpPr>
          <p:spPr bwMode="auto">
            <a:xfrm>
              <a:off x="2969260" y="4467265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7" name="Arc 69"/>
            <p:cNvSpPr>
              <a:spLocks/>
            </p:cNvSpPr>
            <p:nvPr/>
          </p:nvSpPr>
          <p:spPr bwMode="auto">
            <a:xfrm>
              <a:off x="2871470" y="4359759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8" name="Arc 70"/>
            <p:cNvSpPr>
              <a:spLocks/>
            </p:cNvSpPr>
            <p:nvPr/>
          </p:nvSpPr>
          <p:spPr bwMode="auto">
            <a:xfrm>
              <a:off x="2969260" y="4410492"/>
              <a:ext cx="97790" cy="28990"/>
            </a:xfrm>
            <a:custGeom>
              <a:avLst/>
              <a:gdLst>
                <a:gd name="T0" fmla="*/ 185967062 w 21600"/>
                <a:gd name="T1" fmla="*/ 0 h 21962"/>
                <a:gd name="T2" fmla="*/ 0 w 21600"/>
                <a:gd name="T3" fmla="*/ 116180 h 21962"/>
                <a:gd name="T4" fmla="*/ 0 w 21600"/>
                <a:gd name="T5" fmla="*/ 1917 h 2196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62" fill="none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</a:path>
                <a:path w="21600" h="21962" stroke="0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  <a:lnTo>
                    <a:pt x="0" y="362"/>
                  </a:lnTo>
                  <a:lnTo>
                    <a:pt x="21596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9" name="Arc 71"/>
            <p:cNvSpPr>
              <a:spLocks/>
            </p:cNvSpPr>
            <p:nvPr/>
          </p:nvSpPr>
          <p:spPr bwMode="auto">
            <a:xfrm>
              <a:off x="2871470" y="4381502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0" name="Arc 72"/>
            <p:cNvSpPr>
              <a:spLocks/>
            </p:cNvSpPr>
            <p:nvPr/>
          </p:nvSpPr>
          <p:spPr bwMode="auto">
            <a:xfrm>
              <a:off x="2969260" y="438150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1" name="Arc 73"/>
            <p:cNvSpPr>
              <a:spLocks/>
            </p:cNvSpPr>
            <p:nvPr/>
          </p:nvSpPr>
          <p:spPr bwMode="auto">
            <a:xfrm>
              <a:off x="2871470" y="4295739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2" name="Arc 74"/>
            <p:cNvSpPr>
              <a:spLocks/>
            </p:cNvSpPr>
            <p:nvPr/>
          </p:nvSpPr>
          <p:spPr bwMode="auto">
            <a:xfrm>
              <a:off x="2871470" y="4891248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3" name="Line 75"/>
            <p:cNvSpPr>
              <a:spLocks noChangeShapeType="1"/>
            </p:cNvSpPr>
            <p:nvPr/>
          </p:nvSpPr>
          <p:spPr bwMode="auto">
            <a:xfrm flipV="1">
              <a:off x="2954020" y="4216016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4" name="Line 76"/>
            <p:cNvSpPr>
              <a:spLocks noChangeShapeType="1"/>
            </p:cNvSpPr>
            <p:nvPr/>
          </p:nvSpPr>
          <p:spPr bwMode="auto">
            <a:xfrm flipV="1">
              <a:off x="2954020" y="4984258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5" name="Line 77"/>
            <p:cNvSpPr>
              <a:spLocks noChangeShapeType="1"/>
            </p:cNvSpPr>
            <p:nvPr/>
          </p:nvSpPr>
          <p:spPr bwMode="auto">
            <a:xfrm>
              <a:off x="3465830" y="3972015"/>
              <a:ext cx="18034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6" name="Line 78"/>
            <p:cNvSpPr>
              <a:spLocks noChangeShapeType="1"/>
            </p:cNvSpPr>
            <p:nvPr/>
          </p:nvSpPr>
          <p:spPr bwMode="auto">
            <a:xfrm flipV="1">
              <a:off x="3465830" y="4790990"/>
              <a:ext cx="18034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7" name="Freeform 79"/>
            <p:cNvSpPr>
              <a:spLocks/>
            </p:cNvSpPr>
            <p:nvPr/>
          </p:nvSpPr>
          <p:spPr bwMode="auto">
            <a:xfrm>
              <a:off x="2908300" y="4101263"/>
              <a:ext cx="105410" cy="201724"/>
            </a:xfrm>
            <a:custGeom>
              <a:avLst/>
              <a:gdLst>
                <a:gd name="T0" fmla="*/ 2147483646 w 83"/>
                <a:gd name="T1" fmla="*/ 2147483646 h 167"/>
                <a:gd name="T2" fmla="*/ 0 w 83"/>
                <a:gd name="T3" fmla="*/ 0 h 167"/>
                <a:gd name="T4" fmla="*/ 2147483646 w 83"/>
                <a:gd name="T5" fmla="*/ 0 h 167"/>
                <a:gd name="T6" fmla="*/ 2147483646 w 83"/>
                <a:gd name="T7" fmla="*/ 0 h 167"/>
                <a:gd name="T8" fmla="*/ 2147483646 w 83"/>
                <a:gd name="T9" fmla="*/ 2147483646 h 16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7">
                  <a:moveTo>
                    <a:pt x="36" y="167"/>
                  </a:moveTo>
                  <a:lnTo>
                    <a:pt x="0" y="0"/>
                  </a:lnTo>
                  <a:lnTo>
                    <a:pt x="36" y="0"/>
                  </a:lnTo>
                  <a:lnTo>
                    <a:pt x="83" y="0"/>
                  </a:lnTo>
                  <a:lnTo>
                    <a:pt x="36" y="167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98" name="Line 80"/>
            <p:cNvSpPr>
              <a:spLocks noChangeShapeType="1"/>
            </p:cNvSpPr>
            <p:nvPr/>
          </p:nvSpPr>
          <p:spPr bwMode="auto">
            <a:xfrm flipV="1">
              <a:off x="2954020" y="3972015"/>
              <a:ext cx="1270" cy="12924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9" name="Line 81"/>
            <p:cNvSpPr>
              <a:spLocks noChangeShapeType="1"/>
            </p:cNvSpPr>
            <p:nvPr/>
          </p:nvSpPr>
          <p:spPr bwMode="auto">
            <a:xfrm flipV="1">
              <a:off x="2954020" y="5056734"/>
              <a:ext cx="1270" cy="7126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0" name="Freeform 82"/>
            <p:cNvSpPr>
              <a:spLocks/>
            </p:cNvSpPr>
            <p:nvPr/>
          </p:nvSpPr>
          <p:spPr bwMode="auto">
            <a:xfrm>
              <a:off x="318008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1" name="Line 83"/>
            <p:cNvSpPr>
              <a:spLocks noChangeShapeType="1"/>
            </p:cNvSpPr>
            <p:nvPr/>
          </p:nvSpPr>
          <p:spPr bwMode="auto">
            <a:xfrm flipH="1">
              <a:off x="304419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2" name="Freeform 84"/>
            <p:cNvSpPr>
              <a:spLocks/>
            </p:cNvSpPr>
            <p:nvPr/>
          </p:nvSpPr>
          <p:spPr bwMode="auto">
            <a:xfrm>
              <a:off x="266827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3" name="Line 8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4" name="Freeform 86"/>
            <p:cNvSpPr>
              <a:spLocks/>
            </p:cNvSpPr>
            <p:nvPr/>
          </p:nvSpPr>
          <p:spPr bwMode="auto">
            <a:xfrm>
              <a:off x="5324475" y="5057338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5" name="Line 87"/>
            <p:cNvSpPr>
              <a:spLocks noChangeShapeType="1"/>
            </p:cNvSpPr>
            <p:nvPr/>
          </p:nvSpPr>
          <p:spPr bwMode="auto">
            <a:xfrm flipH="1">
              <a:off x="525653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6" name="Freeform 90"/>
            <p:cNvSpPr>
              <a:spLocks/>
            </p:cNvSpPr>
            <p:nvPr/>
          </p:nvSpPr>
          <p:spPr bwMode="auto">
            <a:xfrm>
              <a:off x="2396490" y="4058986"/>
              <a:ext cx="105410" cy="200516"/>
            </a:xfrm>
            <a:custGeom>
              <a:avLst/>
              <a:gdLst>
                <a:gd name="T0" fmla="*/ 2147483646 w 83"/>
                <a:gd name="T1" fmla="*/ 0 h 166"/>
                <a:gd name="T2" fmla="*/ 2147483646 w 83"/>
                <a:gd name="T3" fmla="*/ 2147483646 h 166"/>
                <a:gd name="T4" fmla="*/ 2147483646 w 83"/>
                <a:gd name="T5" fmla="*/ 2147483646 h 166"/>
                <a:gd name="T6" fmla="*/ 0 w 83"/>
                <a:gd name="T7" fmla="*/ 2147483646 h 166"/>
                <a:gd name="T8" fmla="*/ 2147483646 w 83"/>
                <a:gd name="T9" fmla="*/ 0 h 1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6">
                  <a:moveTo>
                    <a:pt x="36" y="0"/>
                  </a:moveTo>
                  <a:lnTo>
                    <a:pt x="83" y="166"/>
                  </a:lnTo>
                  <a:lnTo>
                    <a:pt x="36" y="166"/>
                  </a:lnTo>
                  <a:lnTo>
                    <a:pt x="0" y="166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7" name="Line 91"/>
            <p:cNvSpPr>
              <a:spLocks noChangeShapeType="1"/>
            </p:cNvSpPr>
            <p:nvPr/>
          </p:nvSpPr>
          <p:spPr bwMode="auto">
            <a:xfrm>
              <a:off x="2442210" y="4259501"/>
              <a:ext cx="1270" cy="77548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8" name="Rectangle 92"/>
            <p:cNvSpPr>
              <a:spLocks noChangeArrowheads="1"/>
            </p:cNvSpPr>
            <p:nvPr/>
          </p:nvSpPr>
          <p:spPr bwMode="auto">
            <a:xfrm>
              <a:off x="4173220" y="3813776"/>
              <a:ext cx="190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m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9" name="Rectangle 93"/>
            <p:cNvSpPr>
              <a:spLocks noChangeArrowheads="1"/>
            </p:cNvSpPr>
            <p:nvPr/>
          </p:nvSpPr>
          <p:spPr bwMode="auto">
            <a:xfrm>
              <a:off x="21120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0" name="Rectangle 94"/>
            <p:cNvSpPr>
              <a:spLocks noChangeArrowheads="1"/>
            </p:cNvSpPr>
            <p:nvPr/>
          </p:nvSpPr>
          <p:spPr bwMode="auto">
            <a:xfrm>
              <a:off x="221615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1" name="Rectangle 95"/>
            <p:cNvSpPr>
              <a:spLocks noChangeArrowheads="1"/>
            </p:cNvSpPr>
            <p:nvPr/>
          </p:nvSpPr>
          <p:spPr bwMode="auto">
            <a:xfrm>
              <a:off x="53641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2" name="Rectangle 96"/>
            <p:cNvSpPr>
              <a:spLocks noChangeArrowheads="1"/>
            </p:cNvSpPr>
            <p:nvPr/>
          </p:nvSpPr>
          <p:spPr bwMode="auto">
            <a:xfrm>
              <a:off x="546952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3" name="Rectangle 97"/>
            <p:cNvSpPr>
              <a:spLocks noChangeArrowheads="1"/>
            </p:cNvSpPr>
            <p:nvPr/>
          </p:nvSpPr>
          <p:spPr bwMode="auto">
            <a:xfrm>
              <a:off x="5287010" y="5161417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4" name="Rectangle 98"/>
            <p:cNvSpPr>
              <a:spLocks noChangeArrowheads="1"/>
            </p:cNvSpPr>
            <p:nvPr/>
          </p:nvSpPr>
          <p:spPr bwMode="auto">
            <a:xfrm>
              <a:off x="5363210" y="5247180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5" name="Rectangle 99"/>
            <p:cNvSpPr>
              <a:spLocks noChangeArrowheads="1"/>
            </p:cNvSpPr>
            <p:nvPr/>
          </p:nvSpPr>
          <p:spPr bwMode="auto">
            <a:xfrm>
              <a:off x="2546350" y="3672449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6" name="Rectangle 100"/>
            <p:cNvSpPr>
              <a:spLocks noChangeArrowheads="1"/>
            </p:cNvSpPr>
            <p:nvPr/>
          </p:nvSpPr>
          <p:spPr bwMode="auto">
            <a:xfrm>
              <a:off x="262255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7" name="Rectangle 101"/>
            <p:cNvSpPr>
              <a:spLocks noChangeArrowheads="1"/>
            </p:cNvSpPr>
            <p:nvPr/>
          </p:nvSpPr>
          <p:spPr bwMode="auto">
            <a:xfrm>
              <a:off x="3211830" y="3672449"/>
              <a:ext cx="10414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i'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8" name="Rectangle 102"/>
            <p:cNvSpPr>
              <a:spLocks noChangeArrowheads="1"/>
            </p:cNvSpPr>
            <p:nvPr/>
          </p:nvSpPr>
          <p:spPr bwMode="auto">
            <a:xfrm>
              <a:off x="331597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9" name="Rectangle 103"/>
            <p:cNvSpPr>
              <a:spLocks noChangeArrowheads="1"/>
            </p:cNvSpPr>
            <p:nvPr/>
          </p:nvSpPr>
          <p:spPr bwMode="auto">
            <a:xfrm>
              <a:off x="3059430" y="4086768"/>
              <a:ext cx="60960" cy="271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0" name="Rectangle 104"/>
            <p:cNvSpPr>
              <a:spLocks noChangeArrowheads="1"/>
            </p:cNvSpPr>
            <p:nvPr/>
          </p:nvSpPr>
          <p:spPr bwMode="auto">
            <a:xfrm>
              <a:off x="3103880" y="4160451"/>
              <a:ext cx="165100" cy="1993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1" name="Oval 105"/>
            <p:cNvSpPr>
              <a:spLocks noChangeArrowheads="1"/>
            </p:cNvSpPr>
            <p:nvPr/>
          </p:nvSpPr>
          <p:spPr bwMode="auto">
            <a:xfrm>
              <a:off x="3442970" y="4266749"/>
              <a:ext cx="7493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2" name="Oval 106"/>
            <p:cNvSpPr>
              <a:spLocks noChangeArrowheads="1"/>
            </p:cNvSpPr>
            <p:nvPr/>
          </p:nvSpPr>
          <p:spPr bwMode="auto">
            <a:xfrm>
              <a:off x="4888230" y="4801861"/>
              <a:ext cx="9017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3" name="Rectangle 107"/>
            <p:cNvSpPr>
              <a:spLocks noChangeArrowheads="1"/>
            </p:cNvSpPr>
            <p:nvPr/>
          </p:nvSpPr>
          <p:spPr bwMode="auto">
            <a:xfrm>
              <a:off x="3163570" y="4475721"/>
              <a:ext cx="1524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cxnSp>
          <p:nvCxnSpPr>
            <p:cNvPr id="324" name="Connecteur droit avec flèche 323"/>
            <p:cNvCxnSpPr/>
            <p:nvPr/>
          </p:nvCxnSpPr>
          <p:spPr>
            <a:xfrm>
              <a:off x="5255663" y="4160173"/>
              <a:ext cx="0" cy="7946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5" name="ZoneTexte 324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0680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1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4646347" y="162648"/>
            <a:ext cx="604936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chronograms</a:t>
            </a: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AutoShape 4"/>
          <p:cNvSpPr>
            <a:spLocks noChangeAspect="1" noChangeArrowheads="1" noTextEdit="1"/>
          </p:cNvSpPr>
          <p:nvPr/>
        </p:nvSpPr>
        <p:spPr bwMode="auto">
          <a:xfrm>
            <a:off x="2749079" y="323850"/>
            <a:ext cx="4162425" cy="616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2" name="Group 5"/>
          <p:cNvGrpSpPr>
            <a:grpSpLocks/>
          </p:cNvGrpSpPr>
          <p:nvPr/>
        </p:nvGrpSpPr>
        <p:grpSpPr bwMode="auto">
          <a:xfrm>
            <a:off x="3041179" y="387350"/>
            <a:ext cx="76200" cy="1219200"/>
            <a:chOff x="226" y="136"/>
            <a:chExt cx="48" cy="768"/>
          </a:xfrm>
        </p:grpSpPr>
        <p:sp>
          <p:nvSpPr>
            <p:cNvPr id="13" name="Freeform 6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7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" name="Group 8"/>
          <p:cNvGrpSpPr>
            <a:grpSpLocks/>
          </p:cNvGrpSpPr>
          <p:nvPr/>
        </p:nvGrpSpPr>
        <p:grpSpPr bwMode="auto">
          <a:xfrm>
            <a:off x="3015779" y="1492250"/>
            <a:ext cx="3883025" cy="76200"/>
            <a:chOff x="210" y="832"/>
            <a:chExt cx="2446" cy="48"/>
          </a:xfrm>
        </p:grpSpPr>
        <p:sp>
          <p:nvSpPr>
            <p:cNvPr id="16" name="Freeform 9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0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8" name="Line 11"/>
          <p:cNvSpPr>
            <a:spLocks noChangeShapeType="1"/>
          </p:cNvSpPr>
          <p:nvPr/>
        </p:nvSpPr>
        <p:spPr bwMode="auto">
          <a:xfrm flipV="1">
            <a:off x="3079279" y="1028700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2"/>
          <p:cNvSpPr>
            <a:spLocks noChangeShapeType="1"/>
          </p:cNvSpPr>
          <p:nvPr/>
        </p:nvSpPr>
        <p:spPr bwMode="auto">
          <a:xfrm>
            <a:off x="3801592" y="1019175"/>
            <a:ext cx="1025525" cy="50482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3"/>
          <p:cNvSpPr>
            <a:spLocks noChangeShapeType="1"/>
          </p:cNvSpPr>
          <p:nvPr/>
        </p:nvSpPr>
        <p:spPr bwMode="auto">
          <a:xfrm flipV="1">
            <a:off x="5236692" y="1028700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Rectangle 14"/>
          <p:cNvSpPr>
            <a:spLocks noChangeArrowheads="1"/>
          </p:cNvSpPr>
          <p:nvPr/>
        </p:nvSpPr>
        <p:spPr bwMode="auto">
          <a:xfrm>
            <a:off x="2850679" y="2984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5"/>
          <p:cNvSpPr>
            <a:spLocks noChangeArrowheads="1"/>
          </p:cNvSpPr>
          <p:nvPr/>
        </p:nvSpPr>
        <p:spPr bwMode="auto">
          <a:xfrm>
            <a:off x="2888779" y="387350"/>
            <a:ext cx="11430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6"/>
          <p:cNvSpPr>
            <a:spLocks noChangeArrowheads="1"/>
          </p:cNvSpPr>
          <p:nvPr/>
        </p:nvSpPr>
        <p:spPr bwMode="auto">
          <a:xfrm>
            <a:off x="3688879" y="159385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7"/>
          <p:cNvSpPr>
            <a:spLocks noChangeArrowheads="1"/>
          </p:cNvSpPr>
          <p:nvPr/>
        </p:nvSpPr>
        <p:spPr bwMode="auto">
          <a:xfrm>
            <a:off x="5135092" y="153035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18"/>
          <p:cNvSpPr>
            <a:spLocks noChangeArrowheads="1"/>
          </p:cNvSpPr>
          <p:nvPr/>
        </p:nvSpPr>
        <p:spPr bwMode="auto">
          <a:xfrm>
            <a:off x="3549179" y="1581150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6" name="Group 19"/>
          <p:cNvGrpSpPr>
            <a:grpSpLocks/>
          </p:cNvGrpSpPr>
          <p:nvPr/>
        </p:nvGrpSpPr>
        <p:grpSpPr bwMode="auto">
          <a:xfrm>
            <a:off x="3801592" y="666750"/>
            <a:ext cx="1587" cy="5756275"/>
            <a:chOff x="705" y="312"/>
            <a:chExt cx="1" cy="3626"/>
          </a:xfrm>
        </p:grpSpPr>
        <p:sp>
          <p:nvSpPr>
            <p:cNvPr id="27" name="Line 20"/>
            <p:cNvSpPr>
              <a:spLocks noChangeShapeType="1"/>
            </p:cNvSpPr>
            <p:nvPr/>
          </p:nvSpPr>
          <p:spPr bwMode="auto">
            <a:xfrm>
              <a:off x="705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1"/>
            <p:cNvSpPr>
              <a:spLocks noChangeShapeType="1"/>
            </p:cNvSpPr>
            <p:nvPr/>
          </p:nvSpPr>
          <p:spPr bwMode="auto">
            <a:xfrm>
              <a:off x="705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2"/>
            <p:cNvSpPr>
              <a:spLocks noChangeShapeType="1"/>
            </p:cNvSpPr>
            <p:nvPr/>
          </p:nvSpPr>
          <p:spPr bwMode="auto">
            <a:xfrm>
              <a:off x="705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3"/>
            <p:cNvSpPr>
              <a:spLocks noChangeShapeType="1"/>
            </p:cNvSpPr>
            <p:nvPr/>
          </p:nvSpPr>
          <p:spPr bwMode="auto">
            <a:xfrm>
              <a:off x="705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4"/>
            <p:cNvSpPr>
              <a:spLocks noChangeShapeType="1"/>
            </p:cNvSpPr>
            <p:nvPr/>
          </p:nvSpPr>
          <p:spPr bwMode="auto">
            <a:xfrm>
              <a:off x="705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5"/>
            <p:cNvSpPr>
              <a:spLocks noChangeShapeType="1"/>
            </p:cNvSpPr>
            <p:nvPr/>
          </p:nvSpPr>
          <p:spPr bwMode="auto">
            <a:xfrm>
              <a:off x="705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6"/>
            <p:cNvSpPr>
              <a:spLocks noChangeShapeType="1"/>
            </p:cNvSpPr>
            <p:nvPr/>
          </p:nvSpPr>
          <p:spPr bwMode="auto">
            <a:xfrm>
              <a:off x="705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7"/>
            <p:cNvSpPr>
              <a:spLocks noChangeShapeType="1"/>
            </p:cNvSpPr>
            <p:nvPr/>
          </p:nvSpPr>
          <p:spPr bwMode="auto">
            <a:xfrm>
              <a:off x="705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8"/>
            <p:cNvSpPr>
              <a:spLocks noChangeShapeType="1"/>
            </p:cNvSpPr>
            <p:nvPr/>
          </p:nvSpPr>
          <p:spPr bwMode="auto">
            <a:xfrm>
              <a:off x="705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9"/>
            <p:cNvSpPr>
              <a:spLocks noChangeShapeType="1"/>
            </p:cNvSpPr>
            <p:nvPr/>
          </p:nvSpPr>
          <p:spPr bwMode="auto">
            <a:xfrm>
              <a:off x="705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0"/>
            <p:cNvSpPr>
              <a:spLocks noChangeShapeType="1"/>
            </p:cNvSpPr>
            <p:nvPr/>
          </p:nvSpPr>
          <p:spPr bwMode="auto">
            <a:xfrm>
              <a:off x="705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1"/>
            <p:cNvSpPr>
              <a:spLocks noChangeShapeType="1"/>
            </p:cNvSpPr>
            <p:nvPr/>
          </p:nvSpPr>
          <p:spPr bwMode="auto">
            <a:xfrm>
              <a:off x="705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2"/>
            <p:cNvSpPr>
              <a:spLocks noChangeShapeType="1"/>
            </p:cNvSpPr>
            <p:nvPr/>
          </p:nvSpPr>
          <p:spPr bwMode="auto">
            <a:xfrm>
              <a:off x="705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3"/>
            <p:cNvSpPr>
              <a:spLocks noChangeShapeType="1"/>
            </p:cNvSpPr>
            <p:nvPr/>
          </p:nvSpPr>
          <p:spPr bwMode="auto">
            <a:xfrm>
              <a:off x="705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4"/>
            <p:cNvSpPr>
              <a:spLocks noChangeShapeType="1"/>
            </p:cNvSpPr>
            <p:nvPr/>
          </p:nvSpPr>
          <p:spPr bwMode="auto">
            <a:xfrm>
              <a:off x="705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5"/>
            <p:cNvSpPr>
              <a:spLocks noChangeShapeType="1"/>
            </p:cNvSpPr>
            <p:nvPr/>
          </p:nvSpPr>
          <p:spPr bwMode="auto">
            <a:xfrm>
              <a:off x="705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6"/>
            <p:cNvSpPr>
              <a:spLocks noChangeShapeType="1"/>
            </p:cNvSpPr>
            <p:nvPr/>
          </p:nvSpPr>
          <p:spPr bwMode="auto">
            <a:xfrm>
              <a:off x="705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7"/>
            <p:cNvSpPr>
              <a:spLocks noChangeShapeType="1"/>
            </p:cNvSpPr>
            <p:nvPr/>
          </p:nvSpPr>
          <p:spPr bwMode="auto">
            <a:xfrm>
              <a:off x="705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38"/>
            <p:cNvSpPr>
              <a:spLocks noChangeShapeType="1"/>
            </p:cNvSpPr>
            <p:nvPr/>
          </p:nvSpPr>
          <p:spPr bwMode="auto">
            <a:xfrm>
              <a:off x="705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9"/>
            <p:cNvSpPr>
              <a:spLocks noChangeShapeType="1"/>
            </p:cNvSpPr>
            <p:nvPr/>
          </p:nvSpPr>
          <p:spPr bwMode="auto">
            <a:xfrm>
              <a:off x="705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0"/>
            <p:cNvSpPr>
              <a:spLocks noChangeShapeType="1"/>
            </p:cNvSpPr>
            <p:nvPr/>
          </p:nvSpPr>
          <p:spPr bwMode="auto">
            <a:xfrm>
              <a:off x="705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1"/>
            <p:cNvSpPr>
              <a:spLocks noChangeShapeType="1"/>
            </p:cNvSpPr>
            <p:nvPr/>
          </p:nvSpPr>
          <p:spPr bwMode="auto">
            <a:xfrm>
              <a:off x="705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2"/>
            <p:cNvSpPr>
              <a:spLocks noChangeShapeType="1"/>
            </p:cNvSpPr>
            <p:nvPr/>
          </p:nvSpPr>
          <p:spPr bwMode="auto">
            <a:xfrm>
              <a:off x="705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3"/>
            <p:cNvSpPr>
              <a:spLocks noChangeShapeType="1"/>
            </p:cNvSpPr>
            <p:nvPr/>
          </p:nvSpPr>
          <p:spPr bwMode="auto">
            <a:xfrm>
              <a:off x="705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4"/>
            <p:cNvSpPr>
              <a:spLocks noChangeShapeType="1"/>
            </p:cNvSpPr>
            <p:nvPr/>
          </p:nvSpPr>
          <p:spPr bwMode="auto">
            <a:xfrm>
              <a:off x="705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5"/>
            <p:cNvSpPr>
              <a:spLocks noChangeShapeType="1"/>
            </p:cNvSpPr>
            <p:nvPr/>
          </p:nvSpPr>
          <p:spPr bwMode="auto">
            <a:xfrm>
              <a:off x="705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6"/>
            <p:cNvSpPr>
              <a:spLocks noChangeShapeType="1"/>
            </p:cNvSpPr>
            <p:nvPr/>
          </p:nvSpPr>
          <p:spPr bwMode="auto">
            <a:xfrm>
              <a:off x="705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7"/>
            <p:cNvSpPr>
              <a:spLocks noChangeShapeType="1"/>
            </p:cNvSpPr>
            <p:nvPr/>
          </p:nvSpPr>
          <p:spPr bwMode="auto">
            <a:xfrm>
              <a:off x="705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48"/>
            <p:cNvSpPr>
              <a:spLocks noChangeShapeType="1"/>
            </p:cNvSpPr>
            <p:nvPr/>
          </p:nvSpPr>
          <p:spPr bwMode="auto">
            <a:xfrm>
              <a:off x="705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49"/>
            <p:cNvSpPr>
              <a:spLocks noChangeShapeType="1"/>
            </p:cNvSpPr>
            <p:nvPr/>
          </p:nvSpPr>
          <p:spPr bwMode="auto">
            <a:xfrm>
              <a:off x="705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0"/>
            <p:cNvSpPr>
              <a:spLocks noChangeShapeType="1"/>
            </p:cNvSpPr>
            <p:nvPr/>
          </p:nvSpPr>
          <p:spPr bwMode="auto">
            <a:xfrm>
              <a:off x="705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1"/>
            <p:cNvSpPr>
              <a:spLocks noChangeShapeType="1"/>
            </p:cNvSpPr>
            <p:nvPr/>
          </p:nvSpPr>
          <p:spPr bwMode="auto">
            <a:xfrm>
              <a:off x="705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2"/>
            <p:cNvSpPr>
              <a:spLocks noChangeShapeType="1"/>
            </p:cNvSpPr>
            <p:nvPr/>
          </p:nvSpPr>
          <p:spPr bwMode="auto">
            <a:xfrm>
              <a:off x="705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3"/>
            <p:cNvSpPr>
              <a:spLocks noChangeShapeType="1"/>
            </p:cNvSpPr>
            <p:nvPr/>
          </p:nvSpPr>
          <p:spPr bwMode="auto">
            <a:xfrm>
              <a:off x="705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4"/>
            <p:cNvSpPr>
              <a:spLocks noChangeShapeType="1"/>
            </p:cNvSpPr>
            <p:nvPr/>
          </p:nvSpPr>
          <p:spPr bwMode="auto">
            <a:xfrm>
              <a:off x="705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5"/>
            <p:cNvSpPr>
              <a:spLocks noChangeShapeType="1"/>
            </p:cNvSpPr>
            <p:nvPr/>
          </p:nvSpPr>
          <p:spPr bwMode="auto">
            <a:xfrm>
              <a:off x="705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6"/>
            <p:cNvSpPr>
              <a:spLocks noChangeShapeType="1"/>
            </p:cNvSpPr>
            <p:nvPr/>
          </p:nvSpPr>
          <p:spPr bwMode="auto">
            <a:xfrm>
              <a:off x="705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7"/>
            <p:cNvSpPr>
              <a:spLocks noChangeShapeType="1"/>
            </p:cNvSpPr>
            <p:nvPr/>
          </p:nvSpPr>
          <p:spPr bwMode="auto">
            <a:xfrm>
              <a:off x="705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58"/>
            <p:cNvSpPr>
              <a:spLocks noChangeShapeType="1"/>
            </p:cNvSpPr>
            <p:nvPr/>
          </p:nvSpPr>
          <p:spPr bwMode="auto">
            <a:xfrm>
              <a:off x="705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59"/>
            <p:cNvSpPr>
              <a:spLocks noChangeShapeType="1"/>
            </p:cNvSpPr>
            <p:nvPr/>
          </p:nvSpPr>
          <p:spPr bwMode="auto">
            <a:xfrm>
              <a:off x="705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0"/>
            <p:cNvSpPr>
              <a:spLocks noChangeShapeType="1"/>
            </p:cNvSpPr>
            <p:nvPr/>
          </p:nvSpPr>
          <p:spPr bwMode="auto">
            <a:xfrm>
              <a:off x="705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1"/>
            <p:cNvSpPr>
              <a:spLocks noChangeShapeType="1"/>
            </p:cNvSpPr>
            <p:nvPr/>
          </p:nvSpPr>
          <p:spPr bwMode="auto">
            <a:xfrm>
              <a:off x="705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2"/>
            <p:cNvSpPr>
              <a:spLocks noChangeShapeType="1"/>
            </p:cNvSpPr>
            <p:nvPr/>
          </p:nvSpPr>
          <p:spPr bwMode="auto">
            <a:xfrm>
              <a:off x="705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3"/>
            <p:cNvSpPr>
              <a:spLocks noChangeShapeType="1"/>
            </p:cNvSpPr>
            <p:nvPr/>
          </p:nvSpPr>
          <p:spPr bwMode="auto">
            <a:xfrm>
              <a:off x="705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4"/>
            <p:cNvSpPr>
              <a:spLocks noChangeShapeType="1"/>
            </p:cNvSpPr>
            <p:nvPr/>
          </p:nvSpPr>
          <p:spPr bwMode="auto">
            <a:xfrm>
              <a:off x="705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5"/>
            <p:cNvSpPr>
              <a:spLocks noChangeShapeType="1"/>
            </p:cNvSpPr>
            <p:nvPr/>
          </p:nvSpPr>
          <p:spPr bwMode="auto">
            <a:xfrm>
              <a:off x="705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6"/>
            <p:cNvSpPr>
              <a:spLocks noChangeShapeType="1"/>
            </p:cNvSpPr>
            <p:nvPr/>
          </p:nvSpPr>
          <p:spPr bwMode="auto">
            <a:xfrm>
              <a:off x="705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7"/>
            <p:cNvSpPr>
              <a:spLocks noChangeShapeType="1"/>
            </p:cNvSpPr>
            <p:nvPr/>
          </p:nvSpPr>
          <p:spPr bwMode="auto">
            <a:xfrm>
              <a:off x="705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68"/>
            <p:cNvSpPr>
              <a:spLocks noChangeShapeType="1"/>
            </p:cNvSpPr>
            <p:nvPr/>
          </p:nvSpPr>
          <p:spPr bwMode="auto">
            <a:xfrm>
              <a:off x="705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69"/>
            <p:cNvSpPr>
              <a:spLocks noChangeShapeType="1"/>
            </p:cNvSpPr>
            <p:nvPr/>
          </p:nvSpPr>
          <p:spPr bwMode="auto">
            <a:xfrm>
              <a:off x="705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70"/>
            <p:cNvSpPr>
              <a:spLocks noChangeShapeType="1"/>
            </p:cNvSpPr>
            <p:nvPr/>
          </p:nvSpPr>
          <p:spPr bwMode="auto">
            <a:xfrm>
              <a:off x="705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78" name="Group 71"/>
          <p:cNvGrpSpPr>
            <a:grpSpLocks/>
          </p:cNvGrpSpPr>
          <p:nvPr/>
        </p:nvGrpSpPr>
        <p:grpSpPr bwMode="auto">
          <a:xfrm>
            <a:off x="5236692" y="666750"/>
            <a:ext cx="1587" cy="5756275"/>
            <a:chOff x="1609" y="312"/>
            <a:chExt cx="1" cy="3626"/>
          </a:xfrm>
        </p:grpSpPr>
        <p:sp>
          <p:nvSpPr>
            <p:cNvPr id="79" name="Line 72"/>
            <p:cNvSpPr>
              <a:spLocks noChangeShapeType="1"/>
            </p:cNvSpPr>
            <p:nvPr/>
          </p:nvSpPr>
          <p:spPr bwMode="auto">
            <a:xfrm>
              <a:off x="1609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73"/>
            <p:cNvSpPr>
              <a:spLocks noChangeShapeType="1"/>
            </p:cNvSpPr>
            <p:nvPr/>
          </p:nvSpPr>
          <p:spPr bwMode="auto">
            <a:xfrm>
              <a:off x="1609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4"/>
            <p:cNvSpPr>
              <a:spLocks noChangeShapeType="1"/>
            </p:cNvSpPr>
            <p:nvPr/>
          </p:nvSpPr>
          <p:spPr bwMode="auto">
            <a:xfrm>
              <a:off x="1609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5"/>
            <p:cNvSpPr>
              <a:spLocks noChangeShapeType="1"/>
            </p:cNvSpPr>
            <p:nvPr/>
          </p:nvSpPr>
          <p:spPr bwMode="auto">
            <a:xfrm>
              <a:off x="1609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6"/>
            <p:cNvSpPr>
              <a:spLocks noChangeShapeType="1"/>
            </p:cNvSpPr>
            <p:nvPr/>
          </p:nvSpPr>
          <p:spPr bwMode="auto">
            <a:xfrm>
              <a:off x="1609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7"/>
            <p:cNvSpPr>
              <a:spLocks noChangeShapeType="1"/>
            </p:cNvSpPr>
            <p:nvPr/>
          </p:nvSpPr>
          <p:spPr bwMode="auto">
            <a:xfrm>
              <a:off x="1609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78"/>
            <p:cNvSpPr>
              <a:spLocks noChangeShapeType="1"/>
            </p:cNvSpPr>
            <p:nvPr/>
          </p:nvSpPr>
          <p:spPr bwMode="auto">
            <a:xfrm>
              <a:off x="1609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79"/>
            <p:cNvSpPr>
              <a:spLocks noChangeShapeType="1"/>
            </p:cNvSpPr>
            <p:nvPr/>
          </p:nvSpPr>
          <p:spPr bwMode="auto">
            <a:xfrm>
              <a:off x="1609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80"/>
            <p:cNvSpPr>
              <a:spLocks noChangeShapeType="1"/>
            </p:cNvSpPr>
            <p:nvPr/>
          </p:nvSpPr>
          <p:spPr bwMode="auto">
            <a:xfrm>
              <a:off x="1609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1"/>
            <p:cNvSpPr>
              <a:spLocks noChangeShapeType="1"/>
            </p:cNvSpPr>
            <p:nvPr/>
          </p:nvSpPr>
          <p:spPr bwMode="auto">
            <a:xfrm>
              <a:off x="1609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2"/>
            <p:cNvSpPr>
              <a:spLocks noChangeShapeType="1"/>
            </p:cNvSpPr>
            <p:nvPr/>
          </p:nvSpPr>
          <p:spPr bwMode="auto">
            <a:xfrm>
              <a:off x="1609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3"/>
            <p:cNvSpPr>
              <a:spLocks noChangeShapeType="1"/>
            </p:cNvSpPr>
            <p:nvPr/>
          </p:nvSpPr>
          <p:spPr bwMode="auto">
            <a:xfrm>
              <a:off x="1609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4"/>
            <p:cNvSpPr>
              <a:spLocks noChangeShapeType="1"/>
            </p:cNvSpPr>
            <p:nvPr/>
          </p:nvSpPr>
          <p:spPr bwMode="auto">
            <a:xfrm>
              <a:off x="1609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5"/>
            <p:cNvSpPr>
              <a:spLocks noChangeShapeType="1"/>
            </p:cNvSpPr>
            <p:nvPr/>
          </p:nvSpPr>
          <p:spPr bwMode="auto">
            <a:xfrm>
              <a:off x="1609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6"/>
            <p:cNvSpPr>
              <a:spLocks noChangeShapeType="1"/>
            </p:cNvSpPr>
            <p:nvPr/>
          </p:nvSpPr>
          <p:spPr bwMode="auto">
            <a:xfrm>
              <a:off x="1609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7"/>
            <p:cNvSpPr>
              <a:spLocks noChangeShapeType="1"/>
            </p:cNvSpPr>
            <p:nvPr/>
          </p:nvSpPr>
          <p:spPr bwMode="auto">
            <a:xfrm>
              <a:off x="1609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8"/>
            <p:cNvSpPr>
              <a:spLocks noChangeShapeType="1"/>
            </p:cNvSpPr>
            <p:nvPr/>
          </p:nvSpPr>
          <p:spPr bwMode="auto">
            <a:xfrm>
              <a:off x="1609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89"/>
            <p:cNvSpPr>
              <a:spLocks noChangeShapeType="1"/>
            </p:cNvSpPr>
            <p:nvPr/>
          </p:nvSpPr>
          <p:spPr bwMode="auto">
            <a:xfrm>
              <a:off x="1609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90"/>
            <p:cNvSpPr>
              <a:spLocks noChangeShapeType="1"/>
            </p:cNvSpPr>
            <p:nvPr/>
          </p:nvSpPr>
          <p:spPr bwMode="auto">
            <a:xfrm>
              <a:off x="1609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1"/>
            <p:cNvSpPr>
              <a:spLocks noChangeShapeType="1"/>
            </p:cNvSpPr>
            <p:nvPr/>
          </p:nvSpPr>
          <p:spPr bwMode="auto">
            <a:xfrm>
              <a:off x="1609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2"/>
            <p:cNvSpPr>
              <a:spLocks noChangeShapeType="1"/>
            </p:cNvSpPr>
            <p:nvPr/>
          </p:nvSpPr>
          <p:spPr bwMode="auto">
            <a:xfrm>
              <a:off x="1609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3"/>
            <p:cNvSpPr>
              <a:spLocks noChangeShapeType="1"/>
            </p:cNvSpPr>
            <p:nvPr/>
          </p:nvSpPr>
          <p:spPr bwMode="auto">
            <a:xfrm>
              <a:off x="1609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4"/>
            <p:cNvSpPr>
              <a:spLocks noChangeShapeType="1"/>
            </p:cNvSpPr>
            <p:nvPr/>
          </p:nvSpPr>
          <p:spPr bwMode="auto">
            <a:xfrm>
              <a:off x="1609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5"/>
            <p:cNvSpPr>
              <a:spLocks noChangeShapeType="1"/>
            </p:cNvSpPr>
            <p:nvPr/>
          </p:nvSpPr>
          <p:spPr bwMode="auto">
            <a:xfrm>
              <a:off x="1609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6"/>
            <p:cNvSpPr>
              <a:spLocks noChangeShapeType="1"/>
            </p:cNvSpPr>
            <p:nvPr/>
          </p:nvSpPr>
          <p:spPr bwMode="auto">
            <a:xfrm>
              <a:off x="1609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7"/>
            <p:cNvSpPr>
              <a:spLocks noChangeShapeType="1"/>
            </p:cNvSpPr>
            <p:nvPr/>
          </p:nvSpPr>
          <p:spPr bwMode="auto">
            <a:xfrm>
              <a:off x="1609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98"/>
            <p:cNvSpPr>
              <a:spLocks noChangeShapeType="1"/>
            </p:cNvSpPr>
            <p:nvPr/>
          </p:nvSpPr>
          <p:spPr bwMode="auto">
            <a:xfrm>
              <a:off x="1609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99"/>
            <p:cNvSpPr>
              <a:spLocks noChangeShapeType="1"/>
            </p:cNvSpPr>
            <p:nvPr/>
          </p:nvSpPr>
          <p:spPr bwMode="auto">
            <a:xfrm>
              <a:off x="1609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0"/>
            <p:cNvSpPr>
              <a:spLocks noChangeShapeType="1"/>
            </p:cNvSpPr>
            <p:nvPr/>
          </p:nvSpPr>
          <p:spPr bwMode="auto">
            <a:xfrm>
              <a:off x="1609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1"/>
            <p:cNvSpPr>
              <a:spLocks noChangeShapeType="1"/>
            </p:cNvSpPr>
            <p:nvPr/>
          </p:nvSpPr>
          <p:spPr bwMode="auto">
            <a:xfrm>
              <a:off x="1609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2"/>
            <p:cNvSpPr>
              <a:spLocks noChangeShapeType="1"/>
            </p:cNvSpPr>
            <p:nvPr/>
          </p:nvSpPr>
          <p:spPr bwMode="auto">
            <a:xfrm>
              <a:off x="1609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3"/>
            <p:cNvSpPr>
              <a:spLocks noChangeShapeType="1"/>
            </p:cNvSpPr>
            <p:nvPr/>
          </p:nvSpPr>
          <p:spPr bwMode="auto">
            <a:xfrm>
              <a:off x="1609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4"/>
            <p:cNvSpPr>
              <a:spLocks noChangeShapeType="1"/>
            </p:cNvSpPr>
            <p:nvPr/>
          </p:nvSpPr>
          <p:spPr bwMode="auto">
            <a:xfrm>
              <a:off x="1609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5"/>
            <p:cNvSpPr>
              <a:spLocks noChangeShapeType="1"/>
            </p:cNvSpPr>
            <p:nvPr/>
          </p:nvSpPr>
          <p:spPr bwMode="auto">
            <a:xfrm>
              <a:off x="1609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6"/>
            <p:cNvSpPr>
              <a:spLocks noChangeShapeType="1"/>
            </p:cNvSpPr>
            <p:nvPr/>
          </p:nvSpPr>
          <p:spPr bwMode="auto">
            <a:xfrm>
              <a:off x="1609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7"/>
            <p:cNvSpPr>
              <a:spLocks noChangeShapeType="1"/>
            </p:cNvSpPr>
            <p:nvPr/>
          </p:nvSpPr>
          <p:spPr bwMode="auto">
            <a:xfrm>
              <a:off x="1609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08"/>
            <p:cNvSpPr>
              <a:spLocks noChangeShapeType="1"/>
            </p:cNvSpPr>
            <p:nvPr/>
          </p:nvSpPr>
          <p:spPr bwMode="auto">
            <a:xfrm>
              <a:off x="1609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09"/>
            <p:cNvSpPr>
              <a:spLocks noChangeShapeType="1"/>
            </p:cNvSpPr>
            <p:nvPr/>
          </p:nvSpPr>
          <p:spPr bwMode="auto">
            <a:xfrm>
              <a:off x="1609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10"/>
            <p:cNvSpPr>
              <a:spLocks noChangeShapeType="1"/>
            </p:cNvSpPr>
            <p:nvPr/>
          </p:nvSpPr>
          <p:spPr bwMode="auto">
            <a:xfrm>
              <a:off x="1609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1"/>
            <p:cNvSpPr>
              <a:spLocks noChangeShapeType="1"/>
            </p:cNvSpPr>
            <p:nvPr/>
          </p:nvSpPr>
          <p:spPr bwMode="auto">
            <a:xfrm>
              <a:off x="1609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2"/>
            <p:cNvSpPr>
              <a:spLocks noChangeShapeType="1"/>
            </p:cNvSpPr>
            <p:nvPr/>
          </p:nvSpPr>
          <p:spPr bwMode="auto">
            <a:xfrm>
              <a:off x="1609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3"/>
            <p:cNvSpPr>
              <a:spLocks noChangeShapeType="1"/>
            </p:cNvSpPr>
            <p:nvPr/>
          </p:nvSpPr>
          <p:spPr bwMode="auto">
            <a:xfrm>
              <a:off x="1609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4"/>
            <p:cNvSpPr>
              <a:spLocks noChangeShapeType="1"/>
            </p:cNvSpPr>
            <p:nvPr/>
          </p:nvSpPr>
          <p:spPr bwMode="auto">
            <a:xfrm>
              <a:off x="1609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5"/>
            <p:cNvSpPr>
              <a:spLocks noChangeShapeType="1"/>
            </p:cNvSpPr>
            <p:nvPr/>
          </p:nvSpPr>
          <p:spPr bwMode="auto">
            <a:xfrm>
              <a:off x="1609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3" name="Line 116"/>
            <p:cNvSpPr>
              <a:spLocks noChangeShapeType="1"/>
            </p:cNvSpPr>
            <p:nvPr/>
          </p:nvSpPr>
          <p:spPr bwMode="auto">
            <a:xfrm>
              <a:off x="1609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4" name="Line 117"/>
            <p:cNvSpPr>
              <a:spLocks noChangeShapeType="1"/>
            </p:cNvSpPr>
            <p:nvPr/>
          </p:nvSpPr>
          <p:spPr bwMode="auto">
            <a:xfrm>
              <a:off x="1609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118"/>
            <p:cNvSpPr>
              <a:spLocks noChangeShapeType="1"/>
            </p:cNvSpPr>
            <p:nvPr/>
          </p:nvSpPr>
          <p:spPr bwMode="auto">
            <a:xfrm>
              <a:off x="1609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119"/>
            <p:cNvSpPr>
              <a:spLocks noChangeShapeType="1"/>
            </p:cNvSpPr>
            <p:nvPr/>
          </p:nvSpPr>
          <p:spPr bwMode="auto">
            <a:xfrm>
              <a:off x="1609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120"/>
            <p:cNvSpPr>
              <a:spLocks noChangeShapeType="1"/>
            </p:cNvSpPr>
            <p:nvPr/>
          </p:nvSpPr>
          <p:spPr bwMode="auto">
            <a:xfrm>
              <a:off x="1609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121"/>
            <p:cNvSpPr>
              <a:spLocks noChangeShapeType="1"/>
            </p:cNvSpPr>
            <p:nvPr/>
          </p:nvSpPr>
          <p:spPr bwMode="auto">
            <a:xfrm>
              <a:off x="1609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122"/>
            <p:cNvSpPr>
              <a:spLocks noChangeShapeType="1"/>
            </p:cNvSpPr>
            <p:nvPr/>
          </p:nvSpPr>
          <p:spPr bwMode="auto">
            <a:xfrm>
              <a:off x="1609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0" name="Rectangle 123"/>
          <p:cNvSpPr>
            <a:spLocks noChangeArrowheads="1"/>
          </p:cNvSpPr>
          <p:nvPr/>
        </p:nvSpPr>
        <p:spPr bwMode="auto">
          <a:xfrm>
            <a:off x="6733704" y="12001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1" name="Rectangle 124"/>
          <p:cNvSpPr>
            <a:spLocks noChangeArrowheads="1"/>
          </p:cNvSpPr>
          <p:nvPr/>
        </p:nvSpPr>
        <p:spPr bwMode="auto">
          <a:xfrm>
            <a:off x="2977679" y="156845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2" name="Group 125"/>
          <p:cNvGrpSpPr>
            <a:grpSpLocks/>
          </p:cNvGrpSpPr>
          <p:nvPr/>
        </p:nvGrpSpPr>
        <p:grpSpPr bwMode="auto">
          <a:xfrm>
            <a:off x="3041179" y="1900238"/>
            <a:ext cx="76200" cy="1219200"/>
            <a:chOff x="226" y="1089"/>
            <a:chExt cx="48" cy="768"/>
          </a:xfrm>
        </p:grpSpPr>
        <p:sp>
          <p:nvSpPr>
            <p:cNvPr id="133" name="Freeform 126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4" name="Line 127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5" name="Group 128"/>
          <p:cNvGrpSpPr>
            <a:grpSpLocks/>
          </p:cNvGrpSpPr>
          <p:nvPr/>
        </p:nvGrpSpPr>
        <p:grpSpPr bwMode="auto">
          <a:xfrm>
            <a:off x="3015779" y="3017838"/>
            <a:ext cx="3883025" cy="63500"/>
            <a:chOff x="210" y="1793"/>
            <a:chExt cx="2446" cy="40"/>
          </a:xfrm>
        </p:grpSpPr>
        <p:sp>
          <p:nvSpPr>
            <p:cNvPr id="136" name="Freeform 129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7" name="Line 130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8" name="Line 131"/>
          <p:cNvSpPr>
            <a:spLocks noChangeShapeType="1"/>
          </p:cNvSpPr>
          <p:nvPr/>
        </p:nvSpPr>
        <p:spPr bwMode="auto">
          <a:xfrm flipV="1">
            <a:off x="3079279" y="2541588"/>
            <a:ext cx="722313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9" name="Line 132"/>
          <p:cNvSpPr>
            <a:spLocks noChangeShapeType="1"/>
          </p:cNvSpPr>
          <p:nvPr/>
        </p:nvSpPr>
        <p:spPr bwMode="auto">
          <a:xfrm flipV="1">
            <a:off x="5236692" y="2532063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Rectangle 133"/>
          <p:cNvSpPr>
            <a:spLocks noChangeArrowheads="1"/>
          </p:cNvSpPr>
          <p:nvPr/>
        </p:nvSpPr>
        <p:spPr bwMode="auto">
          <a:xfrm>
            <a:off x="2850679" y="18113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1" name="Rectangle 134"/>
          <p:cNvSpPr>
            <a:spLocks noChangeArrowheads="1"/>
          </p:cNvSpPr>
          <p:nvPr/>
        </p:nvSpPr>
        <p:spPr bwMode="auto">
          <a:xfrm>
            <a:off x="2914179" y="19002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2" name="Rectangle 135"/>
          <p:cNvSpPr>
            <a:spLocks noChangeArrowheads="1"/>
          </p:cNvSpPr>
          <p:nvPr/>
        </p:nvSpPr>
        <p:spPr bwMode="auto">
          <a:xfrm>
            <a:off x="3688879" y="3106738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3" name="Rectangle 136"/>
          <p:cNvSpPr>
            <a:spLocks noChangeArrowheads="1"/>
          </p:cNvSpPr>
          <p:nvPr/>
        </p:nvSpPr>
        <p:spPr bwMode="auto">
          <a:xfrm>
            <a:off x="5135092" y="3043238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4" name="Rectangle 137"/>
          <p:cNvSpPr>
            <a:spLocks noChangeArrowheads="1"/>
          </p:cNvSpPr>
          <p:nvPr/>
        </p:nvSpPr>
        <p:spPr bwMode="auto">
          <a:xfrm>
            <a:off x="3549179" y="3094038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5" name="Rectangle 138"/>
          <p:cNvSpPr>
            <a:spLocks noChangeArrowheads="1"/>
          </p:cNvSpPr>
          <p:nvPr/>
        </p:nvSpPr>
        <p:spPr bwMode="auto">
          <a:xfrm>
            <a:off x="6733704" y="27130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6" name="Rectangle 139"/>
          <p:cNvSpPr>
            <a:spLocks noChangeArrowheads="1"/>
          </p:cNvSpPr>
          <p:nvPr/>
        </p:nvSpPr>
        <p:spPr bwMode="auto">
          <a:xfrm>
            <a:off x="2977679" y="3081338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7" name="Line 140"/>
          <p:cNvSpPr>
            <a:spLocks noChangeShapeType="1"/>
          </p:cNvSpPr>
          <p:nvPr/>
        </p:nvSpPr>
        <p:spPr bwMode="auto">
          <a:xfrm>
            <a:off x="3801592" y="2551113"/>
            <a:ext cx="1587" cy="4921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141"/>
          <p:cNvSpPr>
            <a:spLocks noChangeShapeType="1"/>
          </p:cNvSpPr>
          <p:nvPr/>
        </p:nvSpPr>
        <p:spPr bwMode="auto">
          <a:xfrm>
            <a:off x="5959004" y="2532063"/>
            <a:ext cx="1588" cy="5111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49" name="Group 142"/>
          <p:cNvGrpSpPr>
            <a:grpSpLocks/>
          </p:cNvGrpSpPr>
          <p:nvPr/>
        </p:nvGrpSpPr>
        <p:grpSpPr bwMode="auto">
          <a:xfrm>
            <a:off x="3041179" y="3411538"/>
            <a:ext cx="76200" cy="1219200"/>
            <a:chOff x="226" y="2041"/>
            <a:chExt cx="48" cy="768"/>
          </a:xfrm>
        </p:grpSpPr>
        <p:sp>
          <p:nvSpPr>
            <p:cNvPr id="150" name="Freeform 143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1" name="Line 144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2" name="Group 145"/>
          <p:cNvGrpSpPr>
            <a:grpSpLocks/>
          </p:cNvGrpSpPr>
          <p:nvPr/>
        </p:nvGrpSpPr>
        <p:grpSpPr bwMode="auto">
          <a:xfrm>
            <a:off x="3015779" y="4437063"/>
            <a:ext cx="3883025" cy="63500"/>
            <a:chOff x="210" y="2201"/>
            <a:chExt cx="2446" cy="40"/>
          </a:xfrm>
        </p:grpSpPr>
        <p:sp>
          <p:nvSpPr>
            <p:cNvPr id="153" name="Freeform 146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4" name="Line 147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5" name="Rectangle 148"/>
          <p:cNvSpPr>
            <a:spLocks noChangeArrowheads="1"/>
          </p:cNvSpPr>
          <p:nvPr/>
        </p:nvSpPr>
        <p:spPr bwMode="auto">
          <a:xfrm>
            <a:off x="2790354" y="3322638"/>
            <a:ext cx="93663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-i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6" name="Rectangle 149"/>
          <p:cNvSpPr>
            <a:spLocks noChangeArrowheads="1"/>
          </p:cNvSpPr>
          <p:nvPr/>
        </p:nvSpPr>
        <p:spPr bwMode="auto">
          <a:xfrm>
            <a:off x="2914179" y="34115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7" name="Rectangle 150"/>
          <p:cNvSpPr>
            <a:spLocks noChangeArrowheads="1"/>
          </p:cNvSpPr>
          <p:nvPr/>
        </p:nvSpPr>
        <p:spPr bwMode="auto">
          <a:xfrm>
            <a:off x="3688879" y="4525963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8" name="Rectangle 151"/>
          <p:cNvSpPr>
            <a:spLocks noChangeArrowheads="1"/>
          </p:cNvSpPr>
          <p:nvPr/>
        </p:nvSpPr>
        <p:spPr bwMode="auto">
          <a:xfrm>
            <a:off x="5135092" y="4462463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9" name="Rectangle 152"/>
          <p:cNvSpPr>
            <a:spLocks noChangeArrowheads="1"/>
          </p:cNvSpPr>
          <p:nvPr/>
        </p:nvSpPr>
        <p:spPr bwMode="auto">
          <a:xfrm>
            <a:off x="3549179" y="4513263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0" name="Rectangle 153"/>
          <p:cNvSpPr>
            <a:spLocks noChangeArrowheads="1"/>
          </p:cNvSpPr>
          <p:nvPr/>
        </p:nvSpPr>
        <p:spPr bwMode="auto">
          <a:xfrm>
            <a:off x="6733704" y="4132263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1" name="Rectangle 154"/>
          <p:cNvSpPr>
            <a:spLocks noChangeArrowheads="1"/>
          </p:cNvSpPr>
          <p:nvPr/>
        </p:nvSpPr>
        <p:spPr bwMode="auto">
          <a:xfrm>
            <a:off x="2977679" y="4500563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62" name="Group 155"/>
          <p:cNvGrpSpPr>
            <a:grpSpLocks/>
          </p:cNvGrpSpPr>
          <p:nvPr/>
        </p:nvGrpSpPr>
        <p:grpSpPr bwMode="auto">
          <a:xfrm>
            <a:off x="3041179" y="5064125"/>
            <a:ext cx="98425" cy="1584325"/>
            <a:chOff x="226" y="3082"/>
            <a:chExt cx="48" cy="776"/>
          </a:xfrm>
        </p:grpSpPr>
        <p:sp>
          <p:nvSpPr>
            <p:cNvPr id="163" name="Freeform 156"/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4" name="Line 157"/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5" name="Group 158"/>
          <p:cNvGrpSpPr>
            <a:grpSpLocks/>
          </p:cNvGrpSpPr>
          <p:nvPr/>
        </p:nvGrpSpPr>
        <p:grpSpPr bwMode="auto">
          <a:xfrm>
            <a:off x="3015779" y="6181725"/>
            <a:ext cx="3883025" cy="76200"/>
            <a:chOff x="210" y="3786"/>
            <a:chExt cx="2446" cy="48"/>
          </a:xfrm>
        </p:grpSpPr>
        <p:sp>
          <p:nvSpPr>
            <p:cNvPr id="166" name="Freeform 159"/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Line 160"/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68" name="Line 161"/>
          <p:cNvSpPr>
            <a:spLocks noChangeShapeType="1"/>
          </p:cNvSpPr>
          <p:nvPr/>
        </p:nvSpPr>
        <p:spPr bwMode="auto">
          <a:xfrm>
            <a:off x="3792067" y="3697288"/>
            <a:ext cx="996950" cy="7524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Line 162"/>
          <p:cNvSpPr>
            <a:spLocks noChangeShapeType="1"/>
          </p:cNvSpPr>
          <p:nvPr/>
        </p:nvSpPr>
        <p:spPr bwMode="auto">
          <a:xfrm flipH="1" flipV="1">
            <a:off x="3793654" y="3690938"/>
            <a:ext cx="7938" cy="7683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0" name="Line 163"/>
          <p:cNvSpPr>
            <a:spLocks noChangeShapeType="1"/>
          </p:cNvSpPr>
          <p:nvPr/>
        </p:nvSpPr>
        <p:spPr bwMode="auto">
          <a:xfrm flipV="1">
            <a:off x="4789017" y="4449763"/>
            <a:ext cx="439737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Rectangle 164"/>
          <p:cNvSpPr>
            <a:spLocks noChangeArrowheads="1"/>
          </p:cNvSpPr>
          <p:nvPr/>
        </p:nvSpPr>
        <p:spPr bwMode="auto">
          <a:xfrm>
            <a:off x="2774479" y="4987925"/>
            <a:ext cx="7461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2" name="Rectangle 165"/>
          <p:cNvSpPr>
            <a:spLocks noChangeArrowheads="1"/>
          </p:cNvSpPr>
          <p:nvPr/>
        </p:nvSpPr>
        <p:spPr bwMode="auto">
          <a:xfrm>
            <a:off x="2888779" y="5064125"/>
            <a:ext cx="100013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ce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3" name="Rectangle 166"/>
          <p:cNvSpPr>
            <a:spLocks noChangeArrowheads="1"/>
          </p:cNvSpPr>
          <p:nvPr/>
        </p:nvSpPr>
        <p:spPr bwMode="auto">
          <a:xfrm>
            <a:off x="3688879" y="6283325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4" name="Rectangle 167"/>
          <p:cNvSpPr>
            <a:spLocks noChangeArrowheads="1"/>
          </p:cNvSpPr>
          <p:nvPr/>
        </p:nvSpPr>
        <p:spPr bwMode="auto">
          <a:xfrm>
            <a:off x="5135092" y="6207125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5" name="Rectangle 168"/>
          <p:cNvSpPr>
            <a:spLocks noChangeArrowheads="1"/>
          </p:cNvSpPr>
          <p:nvPr/>
        </p:nvSpPr>
        <p:spPr bwMode="auto">
          <a:xfrm>
            <a:off x="3549179" y="6270625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6" name="Rectangle 169"/>
          <p:cNvSpPr>
            <a:spLocks noChangeArrowheads="1"/>
          </p:cNvSpPr>
          <p:nvPr/>
        </p:nvSpPr>
        <p:spPr bwMode="auto">
          <a:xfrm>
            <a:off x="6733704" y="5889625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7" name="Rectangle 170"/>
          <p:cNvSpPr>
            <a:spLocks noChangeArrowheads="1"/>
          </p:cNvSpPr>
          <p:nvPr/>
        </p:nvSpPr>
        <p:spPr bwMode="auto">
          <a:xfrm>
            <a:off x="2977679" y="6245225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8" name="Line 171"/>
          <p:cNvSpPr>
            <a:spLocks noChangeShapeType="1"/>
          </p:cNvSpPr>
          <p:nvPr/>
        </p:nvSpPr>
        <p:spPr bwMode="auto">
          <a:xfrm>
            <a:off x="3801592" y="5356225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9" name="Line 172"/>
          <p:cNvSpPr>
            <a:spLocks noChangeShapeType="1"/>
          </p:cNvSpPr>
          <p:nvPr/>
        </p:nvSpPr>
        <p:spPr bwMode="auto">
          <a:xfrm>
            <a:off x="5236692" y="5565775"/>
            <a:ext cx="1587" cy="65405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73"/>
          <p:cNvSpPr>
            <a:spLocks noChangeShapeType="1"/>
          </p:cNvSpPr>
          <p:nvPr/>
        </p:nvSpPr>
        <p:spPr bwMode="auto">
          <a:xfrm>
            <a:off x="3801592" y="5356225"/>
            <a:ext cx="977900" cy="1588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Text Box 174"/>
          <p:cNvSpPr txBox="1">
            <a:spLocks noChangeArrowheads="1"/>
          </p:cNvSpPr>
          <p:nvPr/>
        </p:nvSpPr>
        <p:spPr bwMode="auto">
          <a:xfrm>
            <a:off x="3209454" y="273050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grpSp>
        <p:nvGrpSpPr>
          <p:cNvPr id="187" name="Group 275"/>
          <p:cNvGrpSpPr>
            <a:grpSpLocks/>
          </p:cNvGrpSpPr>
          <p:nvPr/>
        </p:nvGrpSpPr>
        <p:grpSpPr bwMode="auto">
          <a:xfrm>
            <a:off x="3920654" y="2017715"/>
            <a:ext cx="1104900" cy="411163"/>
            <a:chOff x="780" y="1163"/>
            <a:chExt cx="696" cy="259"/>
          </a:xfrm>
        </p:grpSpPr>
        <p:graphicFrame>
          <p:nvGraphicFramePr>
            <p:cNvPr id="188" name="Object 27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67200606"/>
                </p:ext>
              </p:extLst>
            </p:nvPr>
          </p:nvGraphicFramePr>
          <p:xfrm>
            <a:off x="782" y="1163"/>
            <a:ext cx="653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427" name="Équation" r:id="rId3" imgW="609480" imgH="215640" progId="Equation.3">
                    <p:embed/>
                  </p:oleObj>
                </mc:Choice>
                <mc:Fallback>
                  <p:oleObj name="Équation" r:id="rId3" imgW="609480" imgH="215640" progId="Equation.3">
                    <p:embed/>
                    <p:pic>
                      <p:nvPicPr>
                        <p:cNvPr id="21709" name="Object 27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82" y="1163"/>
                          <a:ext cx="653" cy="2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89" name="AutoShape 277"/>
            <p:cNvSpPr>
              <a:spLocks/>
            </p:cNvSpPr>
            <p:nvPr/>
          </p:nvSpPr>
          <p:spPr bwMode="auto">
            <a:xfrm>
              <a:off x="780" y="1164"/>
              <a:ext cx="696" cy="258"/>
            </a:xfrm>
            <a:prstGeom prst="borderCallout2">
              <a:avLst>
                <a:gd name="adj1" fmla="val 27907"/>
                <a:gd name="adj2" fmla="val -6898"/>
                <a:gd name="adj3" fmla="val 27907"/>
                <a:gd name="adj4" fmla="val -27157"/>
                <a:gd name="adj5" fmla="val 134884"/>
                <a:gd name="adj6" fmla="val -48278"/>
              </a:avLst>
            </a:prstGeom>
            <a:noFill/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90" name="Groupe 189"/>
          <p:cNvGrpSpPr>
            <a:grpSpLocks/>
          </p:cNvGrpSpPr>
          <p:nvPr/>
        </p:nvGrpSpPr>
        <p:grpSpPr bwMode="auto">
          <a:xfrm>
            <a:off x="4993804" y="3621088"/>
            <a:ext cx="1397000" cy="387350"/>
            <a:chOff x="2311400" y="3449638"/>
            <a:chExt cx="1396480" cy="387350"/>
          </a:xfrm>
        </p:grpSpPr>
        <p:sp>
          <p:nvSpPr>
            <p:cNvPr id="191" name="AutoShape 280"/>
            <p:cNvSpPr>
              <a:spLocks/>
            </p:cNvSpPr>
            <p:nvPr/>
          </p:nvSpPr>
          <p:spPr bwMode="auto">
            <a:xfrm>
              <a:off x="2311400" y="3449638"/>
              <a:ext cx="1396480" cy="387350"/>
            </a:xfrm>
            <a:prstGeom prst="borderCallout1">
              <a:avLst>
                <a:gd name="adj1" fmla="val 31579"/>
                <a:gd name="adj2" fmla="val -7079"/>
                <a:gd name="adj3" fmla="val 91204"/>
                <a:gd name="adj4" fmla="val -50056"/>
              </a:avLst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92" name="Object 28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04691573"/>
                </p:ext>
              </p:extLst>
            </p:nvPr>
          </p:nvGraphicFramePr>
          <p:xfrm>
            <a:off x="2384869" y="3459163"/>
            <a:ext cx="1187008" cy="3349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428" name="Équation" r:id="rId5" imgW="761760" imgH="215640" progId="Equation.3">
                    <p:embed/>
                  </p:oleObj>
                </mc:Choice>
                <mc:Fallback>
                  <p:oleObj name="Équation" r:id="rId5" imgW="761760" imgH="215640" progId="Equation.3">
                    <p:embed/>
                    <p:pic>
                      <p:nvPicPr>
                        <p:cNvPr id="21708" name="Object 28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84869" y="3459163"/>
                          <a:ext cx="1187008" cy="3349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93" name="Line 282"/>
          <p:cNvSpPr>
            <a:spLocks noChangeShapeType="1"/>
          </p:cNvSpPr>
          <p:nvPr/>
        </p:nvSpPr>
        <p:spPr bwMode="auto">
          <a:xfrm flipH="1">
            <a:off x="2930054" y="5353050"/>
            <a:ext cx="3819525" cy="0"/>
          </a:xfrm>
          <a:prstGeom prst="line">
            <a:avLst/>
          </a:prstGeom>
          <a:noFill/>
          <a:ln w="12700">
            <a:solidFill>
              <a:srgbClr val="FF99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5" name="Line 284"/>
          <p:cNvSpPr>
            <a:spLocks noChangeShapeType="1"/>
          </p:cNvSpPr>
          <p:nvPr/>
        </p:nvSpPr>
        <p:spPr bwMode="auto">
          <a:xfrm>
            <a:off x="3082454" y="5591175"/>
            <a:ext cx="7048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6" name="Line 285"/>
          <p:cNvSpPr>
            <a:spLocks noChangeShapeType="1"/>
          </p:cNvSpPr>
          <p:nvPr/>
        </p:nvSpPr>
        <p:spPr bwMode="auto">
          <a:xfrm>
            <a:off x="3787304" y="5591175"/>
            <a:ext cx="0" cy="1038225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7" name="Line 286"/>
          <p:cNvSpPr>
            <a:spLocks noChangeShapeType="1"/>
          </p:cNvSpPr>
          <p:nvPr/>
        </p:nvSpPr>
        <p:spPr bwMode="auto">
          <a:xfrm>
            <a:off x="3777779" y="6629400"/>
            <a:ext cx="10096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8" name="Line 287"/>
          <p:cNvSpPr>
            <a:spLocks noChangeShapeType="1"/>
          </p:cNvSpPr>
          <p:nvPr/>
        </p:nvSpPr>
        <p:spPr bwMode="auto">
          <a:xfrm flipV="1">
            <a:off x="4781079" y="6200775"/>
            <a:ext cx="6350" cy="428625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9" name="Line 288"/>
          <p:cNvSpPr>
            <a:spLocks noChangeShapeType="1"/>
          </p:cNvSpPr>
          <p:nvPr/>
        </p:nvSpPr>
        <p:spPr bwMode="auto">
          <a:xfrm>
            <a:off x="5244629" y="5591175"/>
            <a:ext cx="7810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0" name="Text Box 289"/>
          <p:cNvSpPr txBox="1">
            <a:spLocks noChangeArrowheads="1"/>
          </p:cNvSpPr>
          <p:nvPr/>
        </p:nvSpPr>
        <p:spPr bwMode="auto">
          <a:xfrm>
            <a:off x="5647854" y="5486400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01" name="Text Box 290"/>
          <p:cNvSpPr txBox="1">
            <a:spLocks noChangeArrowheads="1"/>
          </p:cNvSpPr>
          <p:nvPr/>
        </p:nvSpPr>
        <p:spPr bwMode="auto">
          <a:xfrm>
            <a:off x="2810992" y="5411788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aseline="-2500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p:graphicFrame>
        <p:nvGraphicFramePr>
          <p:cNvPr id="202" name="Object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1144005"/>
              </p:ext>
            </p:extLst>
          </p:nvPr>
        </p:nvGraphicFramePr>
        <p:xfrm>
          <a:off x="2682404" y="6389688"/>
          <a:ext cx="428625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29" name="Equation" r:id="rId7" imgW="317225" imgH="342603" progId="Equation.3">
                  <p:embed/>
                </p:oleObj>
              </mc:Choice>
              <mc:Fallback>
                <p:oleObj name="Equation" r:id="rId7" imgW="317225" imgH="342603" progId="Equation.3">
                  <p:embed/>
                  <p:pic>
                    <p:nvPicPr>
                      <p:cNvPr id="21580" name="Object 29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82404" y="6389688"/>
                        <a:ext cx="428625" cy="468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Line 293"/>
          <p:cNvSpPr>
            <a:spLocks noChangeShapeType="1"/>
          </p:cNvSpPr>
          <p:nvPr/>
        </p:nvSpPr>
        <p:spPr bwMode="auto">
          <a:xfrm flipH="1">
            <a:off x="3082454" y="6610350"/>
            <a:ext cx="69532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7" name="Text Box 297"/>
          <p:cNvSpPr txBox="1">
            <a:spLocks noChangeArrowheads="1"/>
          </p:cNvSpPr>
          <p:nvPr/>
        </p:nvSpPr>
        <p:spPr bwMode="auto">
          <a:xfrm>
            <a:off x="8156104" y="3752850"/>
            <a:ext cx="2844800" cy="646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009900"/>
                </a:solidFill>
                <a:latin typeface="Times New Roman" panose="02020603050405020304" pitchFamily="18" charset="0"/>
              </a:rPr>
              <a:t>Output voltage calculation: 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009900"/>
                </a:solidFill>
                <a:latin typeface="Times New Roman" panose="02020603050405020304" pitchFamily="18" charset="0"/>
              </a:rPr>
              <a:t>Transferred energy</a:t>
            </a:r>
          </a:p>
        </p:txBody>
      </p:sp>
      <p:sp>
        <p:nvSpPr>
          <p:cNvPr id="208" name="Line 298"/>
          <p:cNvSpPr>
            <a:spLocks noChangeShapeType="1"/>
          </p:cNvSpPr>
          <p:nvPr/>
        </p:nvSpPr>
        <p:spPr bwMode="auto">
          <a:xfrm flipV="1">
            <a:off x="4819179" y="1516063"/>
            <a:ext cx="407988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9" name="Line 299"/>
          <p:cNvSpPr>
            <a:spLocks noChangeShapeType="1"/>
          </p:cNvSpPr>
          <p:nvPr/>
        </p:nvSpPr>
        <p:spPr bwMode="auto">
          <a:xfrm>
            <a:off x="4777904" y="657225"/>
            <a:ext cx="0" cy="5848350"/>
          </a:xfrm>
          <a:prstGeom prst="line">
            <a:avLst/>
          </a:prstGeom>
          <a:noFill/>
          <a:ln w="1587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0" name="Rectangle 300"/>
          <p:cNvSpPr>
            <a:spLocks noChangeArrowheads="1"/>
          </p:cNvSpPr>
          <p:nvPr/>
        </p:nvSpPr>
        <p:spPr bwMode="auto">
          <a:xfrm>
            <a:off x="4566767" y="6303963"/>
            <a:ext cx="101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11" name="Rectangle 301"/>
          <p:cNvSpPr>
            <a:spLocks noChangeArrowheads="1"/>
          </p:cNvSpPr>
          <p:nvPr/>
        </p:nvSpPr>
        <p:spPr bwMode="auto">
          <a:xfrm>
            <a:off x="4427067" y="6291263"/>
            <a:ext cx="147637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200" b="1">
                <a:solidFill>
                  <a:srgbClr val="000000"/>
                </a:solidFill>
                <a:latin typeface="Times New Roman" panose="02020603050405020304" pitchFamily="18" charset="0"/>
              </a:rPr>
              <a:t>’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12" name="Line 302"/>
          <p:cNvSpPr>
            <a:spLocks noChangeShapeType="1"/>
          </p:cNvSpPr>
          <p:nvPr/>
        </p:nvSpPr>
        <p:spPr bwMode="auto">
          <a:xfrm flipH="1" flipV="1">
            <a:off x="5227167" y="5592763"/>
            <a:ext cx="9525" cy="62865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3" name="Line 303"/>
          <p:cNvSpPr>
            <a:spLocks noChangeShapeType="1"/>
          </p:cNvSpPr>
          <p:nvPr/>
        </p:nvSpPr>
        <p:spPr bwMode="auto">
          <a:xfrm>
            <a:off x="4769967" y="6221413"/>
            <a:ext cx="4508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4" name="Line 304"/>
          <p:cNvSpPr>
            <a:spLocks noChangeShapeType="1"/>
          </p:cNvSpPr>
          <p:nvPr/>
        </p:nvSpPr>
        <p:spPr bwMode="auto">
          <a:xfrm>
            <a:off x="4777904" y="5354638"/>
            <a:ext cx="0" cy="228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5" name="Line 305"/>
          <p:cNvSpPr>
            <a:spLocks noChangeShapeType="1"/>
          </p:cNvSpPr>
          <p:nvPr/>
        </p:nvSpPr>
        <p:spPr bwMode="auto">
          <a:xfrm flipV="1">
            <a:off x="4771554" y="5578475"/>
            <a:ext cx="450850" cy="4763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6" name="Line 307"/>
          <p:cNvSpPr>
            <a:spLocks noChangeShapeType="1"/>
          </p:cNvSpPr>
          <p:nvPr/>
        </p:nvSpPr>
        <p:spPr bwMode="auto">
          <a:xfrm flipH="1">
            <a:off x="3819054" y="3019425"/>
            <a:ext cx="1455738" cy="635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7" name="Line 308"/>
          <p:cNvSpPr>
            <a:spLocks noChangeShapeType="1"/>
          </p:cNvSpPr>
          <p:nvPr/>
        </p:nvSpPr>
        <p:spPr bwMode="auto">
          <a:xfrm flipV="1">
            <a:off x="3085629" y="4460875"/>
            <a:ext cx="715963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219" name="Object 3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3628366"/>
              </p:ext>
            </p:extLst>
          </p:nvPr>
        </p:nvGraphicFramePr>
        <p:xfrm>
          <a:off x="7913217" y="4405313"/>
          <a:ext cx="2882900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0" name="Equation" r:id="rId9" imgW="1765300" imgH="419100" progId="Equation.3">
                  <p:embed/>
                </p:oleObj>
              </mc:Choice>
              <mc:Fallback>
                <p:oleObj name="Equation" r:id="rId9" imgW="1765300" imgH="419100" progId="Equation.3">
                  <p:embed/>
                  <p:pic>
                    <p:nvPicPr>
                      <p:cNvPr id="272694" name="Object 3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13217" y="4405313"/>
                        <a:ext cx="2882900" cy="68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1" name="Object 3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8293834"/>
              </p:ext>
            </p:extLst>
          </p:nvPr>
        </p:nvGraphicFramePr>
        <p:xfrm>
          <a:off x="8445029" y="5200650"/>
          <a:ext cx="1908175" cy="363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1" name="Equation" r:id="rId11" imgW="1002865" imgH="190417" progId="Equation.3">
                  <p:embed/>
                </p:oleObj>
              </mc:Choice>
              <mc:Fallback>
                <p:oleObj name="Equation" r:id="rId11" imgW="1002865" imgH="190417" progId="Equation.3">
                  <p:embed/>
                  <p:pic>
                    <p:nvPicPr>
                      <p:cNvPr id="272696" name="Object 3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45029" y="5200650"/>
                        <a:ext cx="1908175" cy="363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23" name="Group 314"/>
          <p:cNvGrpSpPr>
            <a:grpSpLocks/>
          </p:cNvGrpSpPr>
          <p:nvPr/>
        </p:nvGrpSpPr>
        <p:grpSpPr bwMode="auto">
          <a:xfrm>
            <a:off x="9007004" y="5610225"/>
            <a:ext cx="1943100" cy="1047750"/>
            <a:chOff x="3984" y="3426"/>
            <a:chExt cx="1224" cy="660"/>
          </a:xfrm>
        </p:grpSpPr>
        <p:sp>
          <p:nvSpPr>
            <p:cNvPr id="224" name="Rectangle 315"/>
            <p:cNvSpPr>
              <a:spLocks noChangeArrowheads="1"/>
            </p:cNvSpPr>
            <p:nvPr/>
          </p:nvSpPr>
          <p:spPr bwMode="auto">
            <a:xfrm>
              <a:off x="3984" y="3426"/>
              <a:ext cx="1224" cy="66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25" name="Object 316"/>
            <p:cNvGraphicFramePr>
              <a:graphicFrameLocks noChangeAspect="1"/>
            </p:cNvGraphicFramePr>
            <p:nvPr/>
          </p:nvGraphicFramePr>
          <p:xfrm>
            <a:off x="4014" y="3447"/>
            <a:ext cx="1104" cy="5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432" name="Equation" r:id="rId13" imgW="774364" imgH="406224" progId="Equation.3">
                    <p:embed/>
                  </p:oleObj>
                </mc:Choice>
                <mc:Fallback>
                  <p:oleObj name="Equation" r:id="rId13" imgW="774364" imgH="406224" progId="Equation.3">
                    <p:embed/>
                    <p:pic>
                      <p:nvPicPr>
                        <p:cNvPr id="21706" name="Object 3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14" y="3447"/>
                          <a:ext cx="1104" cy="58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26" name="Groupe 319"/>
          <p:cNvGrpSpPr>
            <a:grpSpLocks/>
          </p:cNvGrpSpPr>
          <p:nvPr/>
        </p:nvGrpSpPr>
        <p:grpSpPr bwMode="auto">
          <a:xfrm>
            <a:off x="6617817" y="1550988"/>
            <a:ext cx="5013325" cy="1814512"/>
            <a:chOff x="725170" y="3672449"/>
            <a:chExt cx="6376670" cy="2426726"/>
          </a:xfrm>
        </p:grpSpPr>
        <p:sp>
          <p:nvSpPr>
            <p:cNvPr id="227" name="Line 6"/>
            <p:cNvSpPr>
              <a:spLocks noChangeShapeType="1"/>
            </p:cNvSpPr>
            <p:nvPr/>
          </p:nvSpPr>
          <p:spPr bwMode="auto">
            <a:xfrm>
              <a:off x="5650230" y="5106259"/>
              <a:ext cx="138303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8" name="AutoShape 7"/>
            <p:cNvSpPr>
              <a:spLocks noChangeAspect="1" noChangeArrowheads="1" noTextEdit="1"/>
            </p:cNvSpPr>
            <p:nvPr/>
          </p:nvSpPr>
          <p:spPr bwMode="auto">
            <a:xfrm>
              <a:off x="2078990" y="3682112"/>
              <a:ext cx="3975100" cy="14495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9" name="Oval 9"/>
            <p:cNvSpPr>
              <a:spLocks noChangeArrowheads="1"/>
            </p:cNvSpPr>
            <p:nvPr/>
          </p:nvSpPr>
          <p:spPr bwMode="auto">
            <a:xfrm>
              <a:off x="1195070" y="4910574"/>
              <a:ext cx="340360" cy="32251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0" name="Freeform 10"/>
            <p:cNvSpPr>
              <a:spLocks/>
            </p:cNvSpPr>
            <p:nvPr/>
          </p:nvSpPr>
          <p:spPr bwMode="auto">
            <a:xfrm>
              <a:off x="975360" y="4910574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47" y="0"/>
                  </a:moveTo>
                  <a:lnTo>
                    <a:pt x="81" y="162"/>
                  </a:lnTo>
                  <a:lnTo>
                    <a:pt x="47" y="162"/>
                  </a:lnTo>
                  <a:lnTo>
                    <a:pt x="0" y="162"/>
                  </a:lnTo>
                  <a:lnTo>
                    <a:pt x="47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1" name="Line 11"/>
            <p:cNvSpPr>
              <a:spLocks noChangeShapeType="1"/>
            </p:cNvSpPr>
            <p:nvPr/>
          </p:nvSpPr>
          <p:spPr bwMode="auto">
            <a:xfrm>
              <a:off x="1035050" y="5106259"/>
              <a:ext cx="1270" cy="12562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2" name="Rectangle 12"/>
            <p:cNvSpPr>
              <a:spLocks noChangeArrowheads="1"/>
            </p:cNvSpPr>
            <p:nvPr/>
          </p:nvSpPr>
          <p:spPr bwMode="auto">
            <a:xfrm>
              <a:off x="725170" y="4911782"/>
              <a:ext cx="14478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3" name="Line 13"/>
            <p:cNvSpPr>
              <a:spLocks noChangeShapeType="1"/>
            </p:cNvSpPr>
            <p:nvPr/>
          </p:nvSpPr>
          <p:spPr bwMode="auto">
            <a:xfrm flipH="1">
              <a:off x="2344420" y="5100219"/>
              <a:ext cx="220980" cy="19568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4" name="Freeform 14"/>
            <p:cNvSpPr>
              <a:spLocks/>
            </p:cNvSpPr>
            <p:nvPr/>
          </p:nvSpPr>
          <p:spPr bwMode="auto">
            <a:xfrm>
              <a:off x="2402840" y="5602717"/>
              <a:ext cx="236220" cy="195684"/>
            </a:xfrm>
            <a:custGeom>
              <a:avLst/>
              <a:gdLst>
                <a:gd name="T0" fmla="*/ 2147483646 w 186"/>
                <a:gd name="T1" fmla="*/ 2147483646 h 162"/>
                <a:gd name="T2" fmla="*/ 0 w 186"/>
                <a:gd name="T3" fmla="*/ 2147483646 h 162"/>
                <a:gd name="T4" fmla="*/ 2147483646 w 186"/>
                <a:gd name="T5" fmla="*/ 2147483646 h 162"/>
                <a:gd name="T6" fmla="*/ 2147483646 w 186"/>
                <a:gd name="T7" fmla="*/ 0 h 162"/>
                <a:gd name="T8" fmla="*/ 2147483646 w 186"/>
                <a:gd name="T9" fmla="*/ 2147483646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6" h="162">
                  <a:moveTo>
                    <a:pt x="186" y="162"/>
                  </a:moveTo>
                  <a:lnTo>
                    <a:pt x="0" y="70"/>
                  </a:lnTo>
                  <a:lnTo>
                    <a:pt x="35" y="35"/>
                  </a:lnTo>
                  <a:lnTo>
                    <a:pt x="70" y="0"/>
                  </a:lnTo>
                  <a:lnTo>
                    <a:pt x="186" y="16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5" name="Line 15"/>
            <p:cNvSpPr>
              <a:spLocks noChangeShapeType="1"/>
            </p:cNvSpPr>
            <p:nvPr/>
          </p:nvSpPr>
          <p:spPr bwMode="auto">
            <a:xfrm flipH="1" flipV="1">
              <a:off x="2344420" y="5547152"/>
              <a:ext cx="102870" cy="9784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6" name="Line 16"/>
            <p:cNvSpPr>
              <a:spLocks noChangeShapeType="1"/>
            </p:cNvSpPr>
            <p:nvPr/>
          </p:nvSpPr>
          <p:spPr bwMode="auto">
            <a:xfrm>
              <a:off x="2344420" y="5128001"/>
              <a:ext cx="1270" cy="642617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7" name="Line 17"/>
            <p:cNvSpPr>
              <a:spLocks noChangeShapeType="1"/>
            </p:cNvSpPr>
            <p:nvPr/>
          </p:nvSpPr>
          <p:spPr bwMode="auto">
            <a:xfrm>
              <a:off x="1372870" y="3970807"/>
              <a:ext cx="11620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8" name="Line 18"/>
            <p:cNvSpPr>
              <a:spLocks noChangeShapeType="1"/>
            </p:cNvSpPr>
            <p:nvPr/>
          </p:nvSpPr>
          <p:spPr bwMode="auto">
            <a:xfrm>
              <a:off x="1372870" y="6097967"/>
              <a:ext cx="12509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9" name="Line 19"/>
            <p:cNvSpPr>
              <a:spLocks noChangeShapeType="1"/>
            </p:cNvSpPr>
            <p:nvPr/>
          </p:nvSpPr>
          <p:spPr bwMode="auto">
            <a:xfrm>
              <a:off x="1372870" y="3961143"/>
              <a:ext cx="1270" cy="949431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0" name="Line 20"/>
            <p:cNvSpPr>
              <a:spLocks noChangeShapeType="1"/>
            </p:cNvSpPr>
            <p:nvPr/>
          </p:nvSpPr>
          <p:spPr bwMode="auto">
            <a:xfrm>
              <a:off x="2623820" y="5776658"/>
              <a:ext cx="1270" cy="32130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1" name="Line 21"/>
            <p:cNvSpPr>
              <a:spLocks noChangeShapeType="1"/>
            </p:cNvSpPr>
            <p:nvPr/>
          </p:nvSpPr>
          <p:spPr bwMode="auto">
            <a:xfrm>
              <a:off x="1372870" y="5231883"/>
              <a:ext cx="1270" cy="86608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2" name="Line 22"/>
            <p:cNvSpPr>
              <a:spLocks noChangeShapeType="1"/>
            </p:cNvSpPr>
            <p:nvPr/>
          </p:nvSpPr>
          <p:spPr bwMode="auto">
            <a:xfrm>
              <a:off x="1902460" y="5449310"/>
              <a:ext cx="412750" cy="1208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3" name="Rectangle 23"/>
            <p:cNvSpPr>
              <a:spLocks noChangeArrowheads="1"/>
            </p:cNvSpPr>
            <p:nvPr/>
          </p:nvSpPr>
          <p:spPr bwMode="auto">
            <a:xfrm>
              <a:off x="1902460" y="5227051"/>
              <a:ext cx="135890" cy="2597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4" name="Rectangle 24"/>
            <p:cNvSpPr>
              <a:spLocks noChangeArrowheads="1"/>
            </p:cNvSpPr>
            <p:nvPr/>
          </p:nvSpPr>
          <p:spPr bwMode="auto">
            <a:xfrm>
              <a:off x="2049780" y="5253626"/>
              <a:ext cx="18542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>
                  <a:solidFill>
                    <a:srgbClr val="000000"/>
                  </a:solidFill>
                  <a:latin typeface="Times" panose="02020603050405020304" pitchFamily="18" charset="0"/>
                </a:rPr>
                <a:t>,T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5" name="Line 25"/>
            <p:cNvSpPr>
              <a:spLocks noChangeShapeType="1"/>
            </p:cNvSpPr>
            <p:nvPr/>
          </p:nvSpPr>
          <p:spPr bwMode="auto">
            <a:xfrm flipV="1">
              <a:off x="6383020" y="3731637"/>
              <a:ext cx="1270" cy="474715"/>
            </a:xfrm>
            <a:prstGeom prst="line">
              <a:avLst/>
            </a:prstGeom>
            <a:noFill/>
            <a:ln w="730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6" name="Line 26"/>
            <p:cNvSpPr>
              <a:spLocks noChangeShapeType="1"/>
            </p:cNvSpPr>
            <p:nvPr/>
          </p:nvSpPr>
          <p:spPr bwMode="auto">
            <a:xfrm flipH="1">
              <a:off x="6043930" y="3968391"/>
              <a:ext cx="339090" cy="237962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7" name="Line 27"/>
            <p:cNvSpPr>
              <a:spLocks noChangeShapeType="1"/>
            </p:cNvSpPr>
            <p:nvPr/>
          </p:nvSpPr>
          <p:spPr bwMode="auto">
            <a:xfrm flipV="1">
              <a:off x="6043930" y="3731637"/>
              <a:ext cx="1270" cy="474715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8" name="Line 28"/>
            <p:cNvSpPr>
              <a:spLocks noChangeShapeType="1"/>
            </p:cNvSpPr>
            <p:nvPr/>
          </p:nvSpPr>
          <p:spPr bwMode="auto">
            <a:xfrm>
              <a:off x="6043930" y="3731637"/>
              <a:ext cx="339090" cy="236754"/>
            </a:xfrm>
            <a:prstGeom prst="line">
              <a:avLst/>
            </a:prstGeom>
            <a:noFill/>
            <a:ln w="365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9" name="Line 29"/>
            <p:cNvSpPr>
              <a:spLocks noChangeShapeType="1"/>
            </p:cNvSpPr>
            <p:nvPr/>
          </p:nvSpPr>
          <p:spPr bwMode="auto">
            <a:xfrm>
              <a:off x="5650230" y="3969599"/>
              <a:ext cx="3937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0" name="Line 30"/>
            <p:cNvSpPr>
              <a:spLocks noChangeShapeType="1"/>
            </p:cNvSpPr>
            <p:nvPr/>
          </p:nvSpPr>
          <p:spPr bwMode="auto">
            <a:xfrm>
              <a:off x="6383020" y="3968391"/>
              <a:ext cx="57404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1" name="Freeform 31"/>
            <p:cNvSpPr>
              <a:spLocks/>
            </p:cNvSpPr>
            <p:nvPr/>
          </p:nvSpPr>
          <p:spPr bwMode="auto">
            <a:xfrm>
              <a:off x="6739890" y="4052946"/>
              <a:ext cx="102870" cy="194476"/>
            </a:xfrm>
            <a:custGeom>
              <a:avLst/>
              <a:gdLst>
                <a:gd name="T0" fmla="*/ 2147483646 w 81"/>
                <a:gd name="T1" fmla="*/ 0 h 161"/>
                <a:gd name="T2" fmla="*/ 2147483646 w 81"/>
                <a:gd name="T3" fmla="*/ 2147483646 h 161"/>
                <a:gd name="T4" fmla="*/ 2147483646 w 81"/>
                <a:gd name="T5" fmla="*/ 2147483646 h 161"/>
                <a:gd name="T6" fmla="*/ 0 w 81"/>
                <a:gd name="T7" fmla="*/ 2147483646 h 161"/>
                <a:gd name="T8" fmla="*/ 2147483646 w 81"/>
                <a:gd name="T9" fmla="*/ 0 h 1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1">
                  <a:moveTo>
                    <a:pt x="35" y="0"/>
                  </a:moveTo>
                  <a:lnTo>
                    <a:pt x="81" y="161"/>
                  </a:lnTo>
                  <a:lnTo>
                    <a:pt x="35" y="161"/>
                  </a:lnTo>
                  <a:lnTo>
                    <a:pt x="0" y="161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2" name="Line 32"/>
            <p:cNvSpPr>
              <a:spLocks noChangeShapeType="1"/>
            </p:cNvSpPr>
            <p:nvPr/>
          </p:nvSpPr>
          <p:spPr bwMode="auto">
            <a:xfrm>
              <a:off x="6784340" y="4240175"/>
              <a:ext cx="1270" cy="754955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3" name="Rectangle 33"/>
            <p:cNvSpPr>
              <a:spLocks noChangeArrowheads="1"/>
            </p:cNvSpPr>
            <p:nvPr/>
          </p:nvSpPr>
          <p:spPr bwMode="auto">
            <a:xfrm>
              <a:off x="6871970" y="4450354"/>
              <a:ext cx="18415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4" name="Rectangle 34"/>
            <p:cNvSpPr>
              <a:spLocks noChangeArrowheads="1"/>
            </p:cNvSpPr>
            <p:nvPr/>
          </p:nvSpPr>
          <p:spPr bwMode="auto">
            <a:xfrm>
              <a:off x="7034530" y="4562691"/>
              <a:ext cx="67310" cy="210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5" name="Freeform 35"/>
            <p:cNvSpPr>
              <a:spLocks/>
            </p:cNvSpPr>
            <p:nvPr/>
          </p:nvSpPr>
          <p:spPr bwMode="auto">
            <a:xfrm>
              <a:off x="2653030" y="5170279"/>
              <a:ext cx="102870" cy="195684"/>
            </a:xfrm>
            <a:custGeom>
              <a:avLst/>
              <a:gdLst>
                <a:gd name="T0" fmla="*/ 2147483646 w 81"/>
                <a:gd name="T1" fmla="*/ 0 h 162"/>
                <a:gd name="T2" fmla="*/ 2147483646 w 81"/>
                <a:gd name="T3" fmla="*/ 2147483646 h 162"/>
                <a:gd name="T4" fmla="*/ 2147483646 w 81"/>
                <a:gd name="T5" fmla="*/ 2147483646 h 162"/>
                <a:gd name="T6" fmla="*/ 0 w 81"/>
                <a:gd name="T7" fmla="*/ 2147483646 h 162"/>
                <a:gd name="T8" fmla="*/ 2147483646 w 81"/>
                <a:gd name="T9" fmla="*/ 0 h 1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1" h="162">
                  <a:moveTo>
                    <a:pt x="35" y="0"/>
                  </a:moveTo>
                  <a:lnTo>
                    <a:pt x="81" y="162"/>
                  </a:lnTo>
                  <a:lnTo>
                    <a:pt x="35" y="162"/>
                  </a:lnTo>
                  <a:lnTo>
                    <a:pt x="0" y="162"/>
                  </a:lnTo>
                  <a:lnTo>
                    <a:pt x="35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6" name="Line 36"/>
            <p:cNvSpPr>
              <a:spLocks noChangeShapeType="1"/>
            </p:cNvSpPr>
            <p:nvPr/>
          </p:nvSpPr>
          <p:spPr bwMode="auto">
            <a:xfrm>
              <a:off x="2697480" y="5365963"/>
              <a:ext cx="1270" cy="516993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7" name="Rectangle 37"/>
            <p:cNvSpPr>
              <a:spLocks noChangeArrowheads="1"/>
            </p:cNvSpPr>
            <p:nvPr/>
          </p:nvSpPr>
          <p:spPr bwMode="auto">
            <a:xfrm>
              <a:off x="2816860" y="5420320"/>
              <a:ext cx="127000" cy="304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8" name="Rectangle 38"/>
            <p:cNvSpPr>
              <a:spLocks noChangeArrowheads="1"/>
            </p:cNvSpPr>
            <p:nvPr/>
          </p:nvSpPr>
          <p:spPr bwMode="auto">
            <a:xfrm>
              <a:off x="2905760" y="5533865"/>
              <a:ext cx="158750" cy="2125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ce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9" name="Rectangle 39"/>
            <p:cNvSpPr>
              <a:spLocks noChangeArrowheads="1"/>
            </p:cNvSpPr>
            <p:nvPr/>
          </p:nvSpPr>
          <p:spPr bwMode="auto">
            <a:xfrm>
              <a:off x="6169660" y="4229303"/>
              <a:ext cx="154940" cy="2584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7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0" name="Rectangle 40"/>
            <p:cNvSpPr>
              <a:spLocks noChangeArrowheads="1"/>
            </p:cNvSpPr>
            <p:nvPr/>
          </p:nvSpPr>
          <p:spPr bwMode="auto">
            <a:xfrm>
              <a:off x="2080260" y="3683320"/>
              <a:ext cx="5715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1" name="Oval 41"/>
            <p:cNvSpPr>
              <a:spLocks noChangeArrowheads="1"/>
            </p:cNvSpPr>
            <p:nvPr/>
          </p:nvSpPr>
          <p:spPr bwMode="auto">
            <a:xfrm>
              <a:off x="356362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2" name="Oval 42"/>
            <p:cNvSpPr>
              <a:spLocks noChangeArrowheads="1"/>
            </p:cNvSpPr>
            <p:nvPr/>
          </p:nvSpPr>
          <p:spPr bwMode="auto">
            <a:xfrm>
              <a:off x="3985260" y="4137501"/>
              <a:ext cx="857250" cy="817767"/>
            </a:xfrm>
            <a:prstGeom prst="ellips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3" name="Line 43"/>
            <p:cNvSpPr>
              <a:spLocks noChangeShapeType="1"/>
            </p:cNvSpPr>
            <p:nvPr/>
          </p:nvSpPr>
          <p:spPr bwMode="auto">
            <a:xfrm flipH="1">
              <a:off x="4744720" y="3972015"/>
              <a:ext cx="18161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4" name="Line 44"/>
            <p:cNvSpPr>
              <a:spLocks noChangeShapeType="1"/>
            </p:cNvSpPr>
            <p:nvPr/>
          </p:nvSpPr>
          <p:spPr bwMode="auto">
            <a:xfrm flipH="1" flipV="1">
              <a:off x="4744720" y="4790990"/>
              <a:ext cx="18161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5" name="Line 4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6" name="Line 46"/>
            <p:cNvSpPr>
              <a:spLocks noChangeShapeType="1"/>
            </p:cNvSpPr>
            <p:nvPr/>
          </p:nvSpPr>
          <p:spPr bwMode="auto">
            <a:xfrm flipH="1">
              <a:off x="2532380" y="5106259"/>
              <a:ext cx="93345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7" name="Line 47"/>
            <p:cNvSpPr>
              <a:spLocks noChangeShapeType="1"/>
            </p:cNvSpPr>
            <p:nvPr/>
          </p:nvSpPr>
          <p:spPr bwMode="auto">
            <a:xfrm flipH="1">
              <a:off x="4926330" y="3972015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8" name="Line 48"/>
            <p:cNvSpPr>
              <a:spLocks noChangeShapeType="1"/>
            </p:cNvSpPr>
            <p:nvPr/>
          </p:nvSpPr>
          <p:spPr bwMode="auto">
            <a:xfrm flipH="1">
              <a:off x="4926330" y="5106259"/>
              <a:ext cx="76708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9" name="Arc 49"/>
            <p:cNvSpPr>
              <a:spLocks/>
            </p:cNvSpPr>
            <p:nvPr/>
          </p:nvSpPr>
          <p:spPr bwMode="auto">
            <a:xfrm>
              <a:off x="2871470" y="4805485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0" name="Arc 50"/>
            <p:cNvSpPr>
              <a:spLocks/>
            </p:cNvSpPr>
            <p:nvPr/>
          </p:nvSpPr>
          <p:spPr bwMode="auto">
            <a:xfrm>
              <a:off x="2969260" y="4848970"/>
              <a:ext cx="97790" cy="36238"/>
            </a:xfrm>
            <a:custGeom>
              <a:avLst/>
              <a:gdLst>
                <a:gd name="T0" fmla="*/ 185993524 w 21600"/>
                <a:gd name="T1" fmla="*/ 0 h 21648"/>
                <a:gd name="T2" fmla="*/ 0 w 21600"/>
                <a:gd name="T3" fmla="*/ 476313 h 21648"/>
                <a:gd name="T4" fmla="*/ 0 w 21600"/>
                <a:gd name="T5" fmla="*/ 1051 h 21648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8" fill="none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</a:path>
                <a:path w="21600" h="21648" stroke="0" extrusionOk="0">
                  <a:moveTo>
                    <a:pt x="21599" y="0"/>
                  </a:moveTo>
                  <a:cubicBezTo>
                    <a:pt x="21599" y="16"/>
                    <a:pt x="21600" y="32"/>
                    <a:pt x="21600" y="48"/>
                  </a:cubicBezTo>
                  <a:cubicBezTo>
                    <a:pt x="21600" y="11977"/>
                    <a:pt x="11929" y="21647"/>
                    <a:pt x="0" y="21648"/>
                  </a:cubicBezTo>
                  <a:lnTo>
                    <a:pt x="0" y="48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1" name="Arc 51"/>
            <p:cNvSpPr>
              <a:spLocks/>
            </p:cNvSpPr>
            <p:nvPr/>
          </p:nvSpPr>
          <p:spPr bwMode="auto">
            <a:xfrm>
              <a:off x="2871470" y="4812732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2" name="Arc 52"/>
            <p:cNvSpPr>
              <a:spLocks/>
            </p:cNvSpPr>
            <p:nvPr/>
          </p:nvSpPr>
          <p:spPr bwMode="auto">
            <a:xfrm>
              <a:off x="2969260" y="481273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3" name="Arc 53"/>
            <p:cNvSpPr>
              <a:spLocks/>
            </p:cNvSpPr>
            <p:nvPr/>
          </p:nvSpPr>
          <p:spPr bwMode="auto">
            <a:xfrm>
              <a:off x="2871470" y="4719722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4" name="Arc 54"/>
            <p:cNvSpPr>
              <a:spLocks/>
            </p:cNvSpPr>
            <p:nvPr/>
          </p:nvSpPr>
          <p:spPr bwMode="auto">
            <a:xfrm>
              <a:off x="2969260" y="4761999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5" name="Arc 55"/>
            <p:cNvSpPr>
              <a:spLocks/>
            </p:cNvSpPr>
            <p:nvPr/>
          </p:nvSpPr>
          <p:spPr bwMode="auto">
            <a:xfrm>
              <a:off x="2871470" y="4725761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6" name="Arc 56"/>
            <p:cNvSpPr>
              <a:spLocks/>
            </p:cNvSpPr>
            <p:nvPr/>
          </p:nvSpPr>
          <p:spPr bwMode="auto">
            <a:xfrm>
              <a:off x="2969260" y="4725761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7" name="Arc 57"/>
            <p:cNvSpPr>
              <a:spLocks/>
            </p:cNvSpPr>
            <p:nvPr/>
          </p:nvSpPr>
          <p:spPr bwMode="auto">
            <a:xfrm>
              <a:off x="2871470" y="4625504"/>
              <a:ext cx="97790" cy="85763"/>
            </a:xfrm>
            <a:custGeom>
              <a:avLst/>
              <a:gdLst>
                <a:gd name="T0" fmla="*/ 185993524 w 21600"/>
                <a:gd name="T1" fmla="*/ 82319027 h 21720"/>
                <a:gd name="T2" fmla="*/ 0 w 21600"/>
                <a:gd name="T3" fmla="*/ 0 h 21720"/>
                <a:gd name="T4" fmla="*/ 185993524 w 21600"/>
                <a:gd name="T5" fmla="*/ 455077 h 2172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20" fill="none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</a:path>
                <a:path w="21600" h="21720" stroke="0" extrusionOk="0">
                  <a:moveTo>
                    <a:pt x="21600" y="21720"/>
                  </a:moveTo>
                  <a:cubicBezTo>
                    <a:pt x="9670" y="21720"/>
                    <a:pt x="0" y="12049"/>
                    <a:pt x="0" y="120"/>
                  </a:cubicBezTo>
                  <a:cubicBezTo>
                    <a:pt x="-1" y="80"/>
                    <a:pt x="0" y="40"/>
                    <a:pt x="0" y="0"/>
                  </a:cubicBezTo>
                  <a:lnTo>
                    <a:pt x="21600" y="120"/>
                  </a:lnTo>
                  <a:lnTo>
                    <a:pt x="21600" y="2172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8" name="Arc 58"/>
            <p:cNvSpPr>
              <a:spLocks/>
            </p:cNvSpPr>
            <p:nvPr/>
          </p:nvSpPr>
          <p:spPr bwMode="auto">
            <a:xfrm>
              <a:off x="2969260" y="4676236"/>
              <a:ext cx="97790" cy="36238"/>
            </a:xfrm>
            <a:custGeom>
              <a:avLst/>
              <a:gdLst>
                <a:gd name="T0" fmla="*/ 185993524 w 21600"/>
                <a:gd name="T1" fmla="*/ 0 h 21600"/>
                <a:gd name="T2" fmla="*/ 0 w 21600"/>
                <a:gd name="T3" fmla="*/ 481637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9" name="Arc 59"/>
            <p:cNvSpPr>
              <a:spLocks/>
            </p:cNvSpPr>
            <p:nvPr/>
          </p:nvSpPr>
          <p:spPr bwMode="auto">
            <a:xfrm>
              <a:off x="2871470" y="4639999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0" name="Arc 60"/>
            <p:cNvSpPr>
              <a:spLocks/>
            </p:cNvSpPr>
            <p:nvPr/>
          </p:nvSpPr>
          <p:spPr bwMode="auto">
            <a:xfrm>
              <a:off x="2969260" y="4639999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1" name="Arc 61"/>
            <p:cNvSpPr>
              <a:spLocks/>
            </p:cNvSpPr>
            <p:nvPr/>
          </p:nvSpPr>
          <p:spPr bwMode="auto">
            <a:xfrm>
              <a:off x="2871470" y="4532493"/>
              <a:ext cx="97790" cy="79723"/>
            </a:xfrm>
            <a:custGeom>
              <a:avLst/>
              <a:gdLst>
                <a:gd name="T0" fmla="*/ 185993524 w 21600"/>
                <a:gd name="T1" fmla="*/ 54605084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2" name="Arc 62"/>
            <p:cNvSpPr>
              <a:spLocks/>
            </p:cNvSpPr>
            <p:nvPr/>
          </p:nvSpPr>
          <p:spPr bwMode="auto">
            <a:xfrm>
              <a:off x="2969260" y="4583226"/>
              <a:ext cx="97790" cy="28990"/>
            </a:xfrm>
            <a:custGeom>
              <a:avLst/>
              <a:gdLst>
                <a:gd name="T0" fmla="*/ 185959461 w 21600"/>
                <a:gd name="T1" fmla="*/ 0 h 22022"/>
                <a:gd name="T2" fmla="*/ 0 w 21600"/>
                <a:gd name="T3" fmla="*/ 114607 h 22022"/>
                <a:gd name="T4" fmla="*/ 0 w 21600"/>
                <a:gd name="T5" fmla="*/ 2200 h 220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2022" fill="none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</a:path>
                <a:path w="21600" h="22022" stroke="0" extrusionOk="0">
                  <a:moveTo>
                    <a:pt x="21595" y="0"/>
                  </a:moveTo>
                  <a:cubicBezTo>
                    <a:pt x="21598" y="140"/>
                    <a:pt x="21600" y="281"/>
                    <a:pt x="21600" y="422"/>
                  </a:cubicBezTo>
                  <a:cubicBezTo>
                    <a:pt x="21600" y="12351"/>
                    <a:pt x="11929" y="22021"/>
                    <a:pt x="0" y="22022"/>
                  </a:cubicBezTo>
                  <a:lnTo>
                    <a:pt x="0" y="422"/>
                  </a:lnTo>
                  <a:lnTo>
                    <a:pt x="21595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3" name="Arc 63"/>
            <p:cNvSpPr>
              <a:spLocks/>
            </p:cNvSpPr>
            <p:nvPr/>
          </p:nvSpPr>
          <p:spPr bwMode="auto">
            <a:xfrm>
              <a:off x="2871470" y="4554236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4" name="Arc 64"/>
            <p:cNvSpPr>
              <a:spLocks/>
            </p:cNvSpPr>
            <p:nvPr/>
          </p:nvSpPr>
          <p:spPr bwMode="auto">
            <a:xfrm>
              <a:off x="2969260" y="4554236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0556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0" y="0"/>
                    <a:pt x="21573" y="9641"/>
                    <a:pt x="21599" y="21552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5" name="Arc 65"/>
            <p:cNvSpPr>
              <a:spLocks/>
            </p:cNvSpPr>
            <p:nvPr/>
          </p:nvSpPr>
          <p:spPr bwMode="auto">
            <a:xfrm>
              <a:off x="2871470" y="4446730"/>
              <a:ext cx="97790" cy="79723"/>
            </a:xfrm>
            <a:custGeom>
              <a:avLst/>
              <a:gdLst>
                <a:gd name="T0" fmla="*/ 185993524 w 21600"/>
                <a:gd name="T1" fmla="*/ 54327895 h 21622"/>
                <a:gd name="T2" fmla="*/ 0 w 21600"/>
                <a:gd name="T3" fmla="*/ 0 h 21622"/>
                <a:gd name="T4" fmla="*/ 185993524 w 21600"/>
                <a:gd name="T5" fmla="*/ 55237 h 2162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2" fill="none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2" stroke="0" extrusionOk="0">
                  <a:moveTo>
                    <a:pt x="21600" y="21622"/>
                  </a:moveTo>
                  <a:cubicBezTo>
                    <a:pt x="9670" y="21622"/>
                    <a:pt x="0" y="11951"/>
                    <a:pt x="0" y="22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2"/>
                  </a:lnTo>
                  <a:lnTo>
                    <a:pt x="21600" y="21622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6" name="Arc 66"/>
            <p:cNvSpPr>
              <a:spLocks/>
            </p:cNvSpPr>
            <p:nvPr/>
          </p:nvSpPr>
          <p:spPr bwMode="auto">
            <a:xfrm>
              <a:off x="2969260" y="4496255"/>
              <a:ext cx="97790" cy="28990"/>
            </a:xfrm>
            <a:custGeom>
              <a:avLst/>
              <a:gdLst>
                <a:gd name="T0" fmla="*/ 185967062 w 21600"/>
                <a:gd name="T1" fmla="*/ 0 h 21954"/>
                <a:gd name="T2" fmla="*/ 0 w 21600"/>
                <a:gd name="T3" fmla="*/ 116393 h 21954"/>
                <a:gd name="T4" fmla="*/ 0 w 21600"/>
                <a:gd name="T5" fmla="*/ 1876 h 2195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54" fill="none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</a:path>
                <a:path w="21600" h="21954" stroke="0" extrusionOk="0">
                  <a:moveTo>
                    <a:pt x="21597" y="-1"/>
                  </a:moveTo>
                  <a:cubicBezTo>
                    <a:pt x="21599" y="117"/>
                    <a:pt x="21600" y="235"/>
                    <a:pt x="21600" y="354"/>
                  </a:cubicBezTo>
                  <a:cubicBezTo>
                    <a:pt x="21600" y="12283"/>
                    <a:pt x="11929" y="21953"/>
                    <a:pt x="0" y="21954"/>
                  </a:cubicBezTo>
                  <a:lnTo>
                    <a:pt x="0" y="354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7" name="Arc 67"/>
            <p:cNvSpPr>
              <a:spLocks/>
            </p:cNvSpPr>
            <p:nvPr/>
          </p:nvSpPr>
          <p:spPr bwMode="auto">
            <a:xfrm>
              <a:off x="2871470" y="4467265"/>
              <a:ext cx="97790" cy="79723"/>
            </a:xfrm>
            <a:custGeom>
              <a:avLst/>
              <a:gdLst>
                <a:gd name="T0" fmla="*/ 0 w 21600"/>
                <a:gd name="T1" fmla="*/ 54605084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8" name="Arc 68"/>
            <p:cNvSpPr>
              <a:spLocks/>
            </p:cNvSpPr>
            <p:nvPr/>
          </p:nvSpPr>
          <p:spPr bwMode="auto">
            <a:xfrm>
              <a:off x="2969260" y="4467265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9" name="Arc 69"/>
            <p:cNvSpPr>
              <a:spLocks/>
            </p:cNvSpPr>
            <p:nvPr/>
          </p:nvSpPr>
          <p:spPr bwMode="auto">
            <a:xfrm>
              <a:off x="2871470" y="4359759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0" name="Arc 70"/>
            <p:cNvSpPr>
              <a:spLocks/>
            </p:cNvSpPr>
            <p:nvPr/>
          </p:nvSpPr>
          <p:spPr bwMode="auto">
            <a:xfrm>
              <a:off x="2969260" y="4410492"/>
              <a:ext cx="97790" cy="28990"/>
            </a:xfrm>
            <a:custGeom>
              <a:avLst/>
              <a:gdLst>
                <a:gd name="T0" fmla="*/ 185967062 w 21600"/>
                <a:gd name="T1" fmla="*/ 0 h 21962"/>
                <a:gd name="T2" fmla="*/ 0 w 21600"/>
                <a:gd name="T3" fmla="*/ 116180 h 21962"/>
                <a:gd name="T4" fmla="*/ 0 w 21600"/>
                <a:gd name="T5" fmla="*/ 1917 h 2196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62" fill="none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</a:path>
                <a:path w="21600" h="21962" stroke="0" extrusionOk="0">
                  <a:moveTo>
                    <a:pt x="21596" y="0"/>
                  </a:moveTo>
                  <a:cubicBezTo>
                    <a:pt x="21598" y="120"/>
                    <a:pt x="21600" y="241"/>
                    <a:pt x="21600" y="362"/>
                  </a:cubicBezTo>
                  <a:cubicBezTo>
                    <a:pt x="21600" y="12291"/>
                    <a:pt x="11929" y="21961"/>
                    <a:pt x="0" y="21962"/>
                  </a:cubicBezTo>
                  <a:lnTo>
                    <a:pt x="0" y="362"/>
                  </a:lnTo>
                  <a:lnTo>
                    <a:pt x="21596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1" name="Arc 71"/>
            <p:cNvSpPr>
              <a:spLocks/>
            </p:cNvSpPr>
            <p:nvPr/>
          </p:nvSpPr>
          <p:spPr bwMode="auto">
            <a:xfrm>
              <a:off x="2871470" y="4381502"/>
              <a:ext cx="97790" cy="79723"/>
            </a:xfrm>
            <a:custGeom>
              <a:avLst/>
              <a:gdLst>
                <a:gd name="T0" fmla="*/ 0 w 21600"/>
                <a:gd name="T1" fmla="*/ 54549573 h 21600"/>
                <a:gd name="T2" fmla="*/ 185993524 w 21600"/>
                <a:gd name="T3" fmla="*/ 0 h 21600"/>
                <a:gd name="T4" fmla="*/ 185993524 w 21600"/>
                <a:gd name="T5" fmla="*/ 54605084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</a:path>
                <a:path w="21600" h="21600" stroke="0" extrusionOk="0">
                  <a:moveTo>
                    <a:pt x="0" y="21578"/>
                  </a:moveTo>
                  <a:cubicBezTo>
                    <a:pt x="12" y="9657"/>
                    <a:pt x="9679" y="0"/>
                    <a:pt x="21599" y="0"/>
                  </a:cubicBezTo>
                  <a:lnTo>
                    <a:pt x="21600" y="21600"/>
                  </a:lnTo>
                  <a:lnTo>
                    <a:pt x="0" y="21578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2" name="Arc 72"/>
            <p:cNvSpPr>
              <a:spLocks/>
            </p:cNvSpPr>
            <p:nvPr/>
          </p:nvSpPr>
          <p:spPr bwMode="auto">
            <a:xfrm>
              <a:off x="2969260" y="4381502"/>
              <a:ext cx="97790" cy="36238"/>
            </a:xfrm>
            <a:custGeom>
              <a:avLst/>
              <a:gdLst>
                <a:gd name="T0" fmla="*/ 0 w 21600"/>
                <a:gd name="T1" fmla="*/ 0 h 21600"/>
                <a:gd name="T2" fmla="*/ 185993524 w 21600"/>
                <a:gd name="T3" fmla="*/ 481637 h 21600"/>
                <a:gd name="T4" fmla="*/ 0 w 21600"/>
                <a:gd name="T5" fmla="*/ 481637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3" name="Arc 73"/>
            <p:cNvSpPr>
              <a:spLocks/>
            </p:cNvSpPr>
            <p:nvPr/>
          </p:nvSpPr>
          <p:spPr bwMode="auto">
            <a:xfrm>
              <a:off x="2871470" y="4295739"/>
              <a:ext cx="97790" cy="78515"/>
            </a:xfrm>
            <a:custGeom>
              <a:avLst/>
              <a:gdLst>
                <a:gd name="T0" fmla="*/ 0 w 21600"/>
                <a:gd name="T1" fmla="*/ 49824932 h 21600"/>
                <a:gd name="T2" fmla="*/ 185993524 w 21600"/>
                <a:gd name="T3" fmla="*/ 0 h 21600"/>
                <a:gd name="T4" fmla="*/ 185993524 w 21600"/>
                <a:gd name="T5" fmla="*/ 49824932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4" name="Arc 74"/>
            <p:cNvSpPr>
              <a:spLocks/>
            </p:cNvSpPr>
            <p:nvPr/>
          </p:nvSpPr>
          <p:spPr bwMode="auto">
            <a:xfrm>
              <a:off x="2871470" y="4891248"/>
              <a:ext cx="97790" cy="78515"/>
            </a:xfrm>
            <a:custGeom>
              <a:avLst/>
              <a:gdLst>
                <a:gd name="T0" fmla="*/ 185993524 w 21600"/>
                <a:gd name="T1" fmla="*/ 49824932 h 21600"/>
                <a:gd name="T2" fmla="*/ 0 w 21600"/>
                <a:gd name="T3" fmla="*/ 0 h 21600"/>
                <a:gd name="T4" fmla="*/ 185993524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5" name="Line 75"/>
            <p:cNvSpPr>
              <a:spLocks noChangeShapeType="1"/>
            </p:cNvSpPr>
            <p:nvPr/>
          </p:nvSpPr>
          <p:spPr bwMode="auto">
            <a:xfrm flipV="1">
              <a:off x="2954020" y="4216016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6" name="Line 76"/>
            <p:cNvSpPr>
              <a:spLocks noChangeShapeType="1"/>
            </p:cNvSpPr>
            <p:nvPr/>
          </p:nvSpPr>
          <p:spPr bwMode="auto">
            <a:xfrm flipV="1">
              <a:off x="2954020" y="4984258"/>
              <a:ext cx="1270" cy="7247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7" name="Line 77"/>
            <p:cNvSpPr>
              <a:spLocks noChangeShapeType="1"/>
            </p:cNvSpPr>
            <p:nvPr/>
          </p:nvSpPr>
          <p:spPr bwMode="auto">
            <a:xfrm>
              <a:off x="3465830" y="3972015"/>
              <a:ext cx="180340" cy="330972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8" name="Line 78"/>
            <p:cNvSpPr>
              <a:spLocks noChangeShapeType="1"/>
            </p:cNvSpPr>
            <p:nvPr/>
          </p:nvSpPr>
          <p:spPr bwMode="auto">
            <a:xfrm flipV="1">
              <a:off x="3465830" y="4790990"/>
              <a:ext cx="180340" cy="31526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9" name="Freeform 79"/>
            <p:cNvSpPr>
              <a:spLocks/>
            </p:cNvSpPr>
            <p:nvPr/>
          </p:nvSpPr>
          <p:spPr bwMode="auto">
            <a:xfrm>
              <a:off x="2908300" y="4101263"/>
              <a:ext cx="105410" cy="201724"/>
            </a:xfrm>
            <a:custGeom>
              <a:avLst/>
              <a:gdLst>
                <a:gd name="T0" fmla="*/ 2147483646 w 83"/>
                <a:gd name="T1" fmla="*/ 2147483646 h 167"/>
                <a:gd name="T2" fmla="*/ 0 w 83"/>
                <a:gd name="T3" fmla="*/ 0 h 167"/>
                <a:gd name="T4" fmla="*/ 2147483646 w 83"/>
                <a:gd name="T5" fmla="*/ 0 h 167"/>
                <a:gd name="T6" fmla="*/ 2147483646 w 83"/>
                <a:gd name="T7" fmla="*/ 0 h 167"/>
                <a:gd name="T8" fmla="*/ 2147483646 w 83"/>
                <a:gd name="T9" fmla="*/ 2147483646 h 16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7">
                  <a:moveTo>
                    <a:pt x="36" y="167"/>
                  </a:moveTo>
                  <a:lnTo>
                    <a:pt x="0" y="0"/>
                  </a:lnTo>
                  <a:lnTo>
                    <a:pt x="36" y="0"/>
                  </a:lnTo>
                  <a:lnTo>
                    <a:pt x="83" y="0"/>
                  </a:lnTo>
                  <a:lnTo>
                    <a:pt x="36" y="167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0" name="Line 80"/>
            <p:cNvSpPr>
              <a:spLocks noChangeShapeType="1"/>
            </p:cNvSpPr>
            <p:nvPr/>
          </p:nvSpPr>
          <p:spPr bwMode="auto">
            <a:xfrm flipV="1">
              <a:off x="2954020" y="3972015"/>
              <a:ext cx="1270" cy="12924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1" name="Line 81"/>
            <p:cNvSpPr>
              <a:spLocks noChangeShapeType="1"/>
            </p:cNvSpPr>
            <p:nvPr/>
          </p:nvSpPr>
          <p:spPr bwMode="auto">
            <a:xfrm flipV="1">
              <a:off x="2954020" y="5056734"/>
              <a:ext cx="1270" cy="7126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2" name="Freeform 82"/>
            <p:cNvSpPr>
              <a:spLocks/>
            </p:cNvSpPr>
            <p:nvPr/>
          </p:nvSpPr>
          <p:spPr bwMode="auto">
            <a:xfrm>
              <a:off x="318008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3" name="Line 83"/>
            <p:cNvSpPr>
              <a:spLocks noChangeShapeType="1"/>
            </p:cNvSpPr>
            <p:nvPr/>
          </p:nvSpPr>
          <p:spPr bwMode="auto">
            <a:xfrm flipH="1">
              <a:off x="304419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4" name="Freeform 84"/>
            <p:cNvSpPr>
              <a:spLocks/>
            </p:cNvSpPr>
            <p:nvPr/>
          </p:nvSpPr>
          <p:spPr bwMode="auto">
            <a:xfrm>
              <a:off x="2668270" y="3929737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5" name="Line 85"/>
            <p:cNvSpPr>
              <a:spLocks noChangeShapeType="1"/>
            </p:cNvSpPr>
            <p:nvPr/>
          </p:nvSpPr>
          <p:spPr bwMode="auto">
            <a:xfrm flipH="1">
              <a:off x="253238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6" name="Freeform 86"/>
            <p:cNvSpPr>
              <a:spLocks/>
            </p:cNvSpPr>
            <p:nvPr/>
          </p:nvSpPr>
          <p:spPr bwMode="auto">
            <a:xfrm>
              <a:off x="5324475" y="5057338"/>
              <a:ext cx="210820" cy="100258"/>
            </a:xfrm>
            <a:custGeom>
              <a:avLst/>
              <a:gdLst>
                <a:gd name="T0" fmla="*/ 2147483646 w 166"/>
                <a:gd name="T1" fmla="*/ 2147483646 h 83"/>
                <a:gd name="T2" fmla="*/ 0 w 166"/>
                <a:gd name="T3" fmla="*/ 2147483646 h 83"/>
                <a:gd name="T4" fmla="*/ 0 w 166"/>
                <a:gd name="T5" fmla="*/ 2147483646 h 83"/>
                <a:gd name="T6" fmla="*/ 0 w 166"/>
                <a:gd name="T7" fmla="*/ 0 h 83"/>
                <a:gd name="T8" fmla="*/ 2147483646 w 166"/>
                <a:gd name="T9" fmla="*/ 2147483646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6" h="83">
                  <a:moveTo>
                    <a:pt x="166" y="35"/>
                  </a:moveTo>
                  <a:lnTo>
                    <a:pt x="0" y="83"/>
                  </a:lnTo>
                  <a:lnTo>
                    <a:pt x="0" y="35"/>
                  </a:lnTo>
                  <a:lnTo>
                    <a:pt x="0" y="0"/>
                  </a:lnTo>
                  <a:lnTo>
                    <a:pt x="166" y="35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7" name="Line 87"/>
            <p:cNvSpPr>
              <a:spLocks noChangeShapeType="1"/>
            </p:cNvSpPr>
            <p:nvPr/>
          </p:nvSpPr>
          <p:spPr bwMode="auto">
            <a:xfrm flipH="1">
              <a:off x="5256530" y="3972015"/>
              <a:ext cx="135890" cy="12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8" name="Freeform 90"/>
            <p:cNvSpPr>
              <a:spLocks/>
            </p:cNvSpPr>
            <p:nvPr/>
          </p:nvSpPr>
          <p:spPr bwMode="auto">
            <a:xfrm>
              <a:off x="2396490" y="4058986"/>
              <a:ext cx="105410" cy="200516"/>
            </a:xfrm>
            <a:custGeom>
              <a:avLst/>
              <a:gdLst>
                <a:gd name="T0" fmla="*/ 2147483646 w 83"/>
                <a:gd name="T1" fmla="*/ 0 h 166"/>
                <a:gd name="T2" fmla="*/ 2147483646 w 83"/>
                <a:gd name="T3" fmla="*/ 2147483646 h 166"/>
                <a:gd name="T4" fmla="*/ 2147483646 w 83"/>
                <a:gd name="T5" fmla="*/ 2147483646 h 166"/>
                <a:gd name="T6" fmla="*/ 0 w 83"/>
                <a:gd name="T7" fmla="*/ 2147483646 h 166"/>
                <a:gd name="T8" fmla="*/ 2147483646 w 83"/>
                <a:gd name="T9" fmla="*/ 0 h 1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6">
                  <a:moveTo>
                    <a:pt x="36" y="0"/>
                  </a:moveTo>
                  <a:lnTo>
                    <a:pt x="83" y="166"/>
                  </a:lnTo>
                  <a:lnTo>
                    <a:pt x="36" y="166"/>
                  </a:lnTo>
                  <a:lnTo>
                    <a:pt x="0" y="166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000000"/>
            </a:solidFill>
            <a:ln w="28575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9" name="Line 91"/>
            <p:cNvSpPr>
              <a:spLocks noChangeShapeType="1"/>
            </p:cNvSpPr>
            <p:nvPr/>
          </p:nvSpPr>
          <p:spPr bwMode="auto">
            <a:xfrm>
              <a:off x="2442210" y="4259501"/>
              <a:ext cx="1270" cy="77548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0" name="Rectangle 92"/>
            <p:cNvSpPr>
              <a:spLocks noChangeArrowheads="1"/>
            </p:cNvSpPr>
            <p:nvPr/>
          </p:nvSpPr>
          <p:spPr bwMode="auto">
            <a:xfrm>
              <a:off x="4173220" y="3813776"/>
              <a:ext cx="190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m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1" name="Rectangle 93"/>
            <p:cNvSpPr>
              <a:spLocks noChangeArrowheads="1"/>
            </p:cNvSpPr>
            <p:nvPr/>
          </p:nvSpPr>
          <p:spPr bwMode="auto">
            <a:xfrm>
              <a:off x="21120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2" name="Rectangle 94"/>
            <p:cNvSpPr>
              <a:spLocks noChangeArrowheads="1"/>
            </p:cNvSpPr>
            <p:nvPr/>
          </p:nvSpPr>
          <p:spPr bwMode="auto">
            <a:xfrm>
              <a:off x="221615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3" name="Rectangle 95"/>
            <p:cNvSpPr>
              <a:spLocks noChangeArrowheads="1"/>
            </p:cNvSpPr>
            <p:nvPr/>
          </p:nvSpPr>
          <p:spPr bwMode="auto">
            <a:xfrm>
              <a:off x="5364110" y="4389958"/>
              <a:ext cx="1143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4" name="Rectangle 96"/>
            <p:cNvSpPr>
              <a:spLocks noChangeArrowheads="1"/>
            </p:cNvSpPr>
            <p:nvPr/>
          </p:nvSpPr>
          <p:spPr bwMode="auto">
            <a:xfrm>
              <a:off x="5469520" y="4503503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5" name="Rectangle 97"/>
            <p:cNvSpPr>
              <a:spLocks noChangeArrowheads="1"/>
            </p:cNvSpPr>
            <p:nvPr/>
          </p:nvSpPr>
          <p:spPr bwMode="auto">
            <a:xfrm>
              <a:off x="5287010" y="5161417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6" name="Rectangle 98"/>
            <p:cNvSpPr>
              <a:spLocks noChangeArrowheads="1"/>
            </p:cNvSpPr>
            <p:nvPr/>
          </p:nvSpPr>
          <p:spPr bwMode="auto">
            <a:xfrm>
              <a:off x="5363210" y="5247180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7" name="Rectangle 99"/>
            <p:cNvSpPr>
              <a:spLocks noChangeArrowheads="1"/>
            </p:cNvSpPr>
            <p:nvPr/>
          </p:nvSpPr>
          <p:spPr bwMode="auto">
            <a:xfrm>
              <a:off x="2546350" y="3672449"/>
              <a:ext cx="635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8" name="Rectangle 100"/>
            <p:cNvSpPr>
              <a:spLocks noChangeArrowheads="1"/>
            </p:cNvSpPr>
            <p:nvPr/>
          </p:nvSpPr>
          <p:spPr bwMode="auto">
            <a:xfrm>
              <a:off x="262255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9" name="Rectangle 101"/>
            <p:cNvSpPr>
              <a:spLocks noChangeArrowheads="1"/>
            </p:cNvSpPr>
            <p:nvPr/>
          </p:nvSpPr>
          <p:spPr bwMode="auto">
            <a:xfrm>
              <a:off x="3211830" y="3672449"/>
              <a:ext cx="10414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i'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0" name="Rectangle 102"/>
            <p:cNvSpPr>
              <a:spLocks noChangeArrowheads="1"/>
            </p:cNvSpPr>
            <p:nvPr/>
          </p:nvSpPr>
          <p:spPr bwMode="auto">
            <a:xfrm>
              <a:off x="3315970" y="3758212"/>
              <a:ext cx="82550" cy="198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1" name="Rectangle 103"/>
            <p:cNvSpPr>
              <a:spLocks noChangeArrowheads="1"/>
            </p:cNvSpPr>
            <p:nvPr/>
          </p:nvSpPr>
          <p:spPr bwMode="auto">
            <a:xfrm>
              <a:off x="3059430" y="4086768"/>
              <a:ext cx="60960" cy="2717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2" name="Rectangle 104"/>
            <p:cNvSpPr>
              <a:spLocks noChangeArrowheads="1"/>
            </p:cNvSpPr>
            <p:nvPr/>
          </p:nvSpPr>
          <p:spPr bwMode="auto">
            <a:xfrm>
              <a:off x="3103880" y="4160451"/>
              <a:ext cx="165100" cy="1993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3" name="Oval 105"/>
            <p:cNvSpPr>
              <a:spLocks noChangeArrowheads="1"/>
            </p:cNvSpPr>
            <p:nvPr/>
          </p:nvSpPr>
          <p:spPr bwMode="auto">
            <a:xfrm>
              <a:off x="3442970" y="4266749"/>
              <a:ext cx="7493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4" name="Oval 106"/>
            <p:cNvSpPr>
              <a:spLocks noChangeArrowheads="1"/>
            </p:cNvSpPr>
            <p:nvPr/>
          </p:nvSpPr>
          <p:spPr bwMode="auto">
            <a:xfrm>
              <a:off x="4888230" y="4801861"/>
              <a:ext cx="90170" cy="85763"/>
            </a:xfrm>
            <a:prstGeom prst="ellipse">
              <a:avLst/>
            </a:prstGeom>
            <a:solidFill>
              <a:srgbClr val="000000"/>
            </a:solidFill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5" name="Rectangle 107"/>
            <p:cNvSpPr>
              <a:spLocks noChangeArrowheads="1"/>
            </p:cNvSpPr>
            <p:nvPr/>
          </p:nvSpPr>
          <p:spPr bwMode="auto">
            <a:xfrm>
              <a:off x="3163570" y="4475721"/>
              <a:ext cx="152400" cy="27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cxnSp>
          <p:nvCxnSpPr>
            <p:cNvPr id="326" name="Connecteur droit avec flèche 325"/>
            <p:cNvCxnSpPr/>
            <p:nvPr/>
          </p:nvCxnSpPr>
          <p:spPr>
            <a:xfrm>
              <a:off x="5256281" y="4160767"/>
              <a:ext cx="0" cy="7940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7" name="ZoneTexte 326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3903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output characteristics</a:t>
            </a: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3861088" y="1867766"/>
            <a:ext cx="5591175" cy="3857625"/>
            <a:chOff x="678" y="906"/>
            <a:chExt cx="3522" cy="2430"/>
          </a:xfrm>
        </p:grpSpPr>
        <p:sp>
          <p:nvSpPr>
            <p:cNvPr id="11" name="Freeform 3" descr="blanc)"/>
            <p:cNvSpPr>
              <a:spLocks/>
            </p:cNvSpPr>
            <p:nvPr/>
          </p:nvSpPr>
          <p:spPr bwMode="auto">
            <a:xfrm>
              <a:off x="678" y="906"/>
              <a:ext cx="3522" cy="2430"/>
            </a:xfrm>
            <a:custGeom>
              <a:avLst/>
              <a:gdLst>
                <a:gd name="T0" fmla="*/ 1632 w 3522"/>
                <a:gd name="T1" fmla="*/ 0 h 2430"/>
                <a:gd name="T2" fmla="*/ 0 w 3522"/>
                <a:gd name="T3" fmla="*/ 2430 h 2430"/>
                <a:gd name="T4" fmla="*/ 3522 w 3522"/>
                <a:gd name="T5" fmla="*/ 1290 h 243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522" h="2430">
                  <a:moveTo>
                    <a:pt x="1632" y="0"/>
                  </a:moveTo>
                  <a:lnTo>
                    <a:pt x="0" y="2430"/>
                  </a:lnTo>
                  <a:lnTo>
                    <a:pt x="3522" y="1290"/>
                  </a:lnTo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 Box 4"/>
            <p:cNvSpPr txBox="1">
              <a:spLocks noChangeArrowheads="1"/>
            </p:cNvSpPr>
            <p:nvPr/>
          </p:nvSpPr>
          <p:spPr bwMode="auto">
            <a:xfrm>
              <a:off x="2516" y="1644"/>
              <a:ext cx="81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Useful area</a:t>
              </a:r>
            </a:p>
          </p:txBody>
        </p:sp>
      </p:grpSp>
      <p:sp>
        <p:nvSpPr>
          <p:cNvPr id="13" name="Line 9"/>
          <p:cNvSpPr>
            <a:spLocks noChangeShapeType="1"/>
          </p:cNvSpPr>
          <p:nvPr/>
        </p:nvSpPr>
        <p:spPr bwMode="auto">
          <a:xfrm flipV="1">
            <a:off x="3845213" y="2120179"/>
            <a:ext cx="1588" cy="36068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0"/>
          <p:cNvSpPr>
            <a:spLocks noChangeShapeType="1"/>
          </p:cNvSpPr>
          <p:nvPr/>
        </p:nvSpPr>
        <p:spPr bwMode="auto">
          <a:xfrm>
            <a:off x="3805526" y="5726979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1"/>
          <p:cNvSpPr>
            <a:spLocks noChangeShapeType="1"/>
          </p:cNvSpPr>
          <p:nvPr/>
        </p:nvSpPr>
        <p:spPr bwMode="auto">
          <a:xfrm>
            <a:off x="3805526" y="5133254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2"/>
          <p:cNvSpPr>
            <a:spLocks noChangeShapeType="1"/>
          </p:cNvSpPr>
          <p:nvPr/>
        </p:nvSpPr>
        <p:spPr bwMode="auto">
          <a:xfrm>
            <a:off x="3805526" y="4525241"/>
            <a:ext cx="69850" cy="15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>
            <a:off x="3805526" y="3931516"/>
            <a:ext cx="69850" cy="15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4"/>
          <p:cNvSpPr>
            <a:spLocks noChangeShapeType="1"/>
          </p:cNvSpPr>
          <p:nvPr/>
        </p:nvSpPr>
        <p:spPr bwMode="auto">
          <a:xfrm>
            <a:off x="3805526" y="3323504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5"/>
          <p:cNvSpPr>
            <a:spLocks noChangeShapeType="1"/>
          </p:cNvSpPr>
          <p:nvPr/>
        </p:nvSpPr>
        <p:spPr bwMode="auto">
          <a:xfrm>
            <a:off x="3805526" y="2729779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6"/>
          <p:cNvSpPr>
            <a:spLocks noChangeShapeType="1"/>
          </p:cNvSpPr>
          <p:nvPr/>
        </p:nvSpPr>
        <p:spPr bwMode="auto">
          <a:xfrm>
            <a:off x="3845213" y="5726979"/>
            <a:ext cx="6297613" cy="31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7"/>
          <p:cNvSpPr>
            <a:spLocks noChangeShapeType="1"/>
          </p:cNvSpPr>
          <p:nvPr/>
        </p:nvSpPr>
        <p:spPr bwMode="auto">
          <a:xfrm flipV="1">
            <a:off x="3845213" y="5680941"/>
            <a:ext cx="1588" cy="1079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8"/>
          <p:cNvSpPr>
            <a:spLocks noChangeShapeType="1"/>
          </p:cNvSpPr>
          <p:nvPr/>
        </p:nvSpPr>
        <p:spPr bwMode="auto">
          <a:xfrm flipV="1">
            <a:off x="3869026" y="5601566"/>
            <a:ext cx="873125" cy="1365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9"/>
          <p:cNvSpPr>
            <a:spLocks noChangeShapeType="1"/>
          </p:cNvSpPr>
          <p:nvPr/>
        </p:nvSpPr>
        <p:spPr bwMode="auto">
          <a:xfrm flipV="1">
            <a:off x="4742151" y="5571404"/>
            <a:ext cx="158750" cy="301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0"/>
          <p:cNvSpPr>
            <a:spLocks noChangeShapeType="1"/>
          </p:cNvSpPr>
          <p:nvPr/>
        </p:nvSpPr>
        <p:spPr bwMode="auto">
          <a:xfrm flipV="1">
            <a:off x="4900901" y="5539654"/>
            <a:ext cx="149225" cy="317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1"/>
          <p:cNvSpPr>
            <a:spLocks noChangeShapeType="1"/>
          </p:cNvSpPr>
          <p:nvPr/>
        </p:nvSpPr>
        <p:spPr bwMode="auto">
          <a:xfrm flipV="1">
            <a:off x="5050126" y="5507904"/>
            <a:ext cx="139700" cy="317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 flipV="1">
            <a:off x="5189826" y="5477741"/>
            <a:ext cx="128587" cy="30163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23"/>
          <p:cNvSpPr>
            <a:spLocks noChangeShapeType="1"/>
          </p:cNvSpPr>
          <p:nvPr/>
        </p:nvSpPr>
        <p:spPr bwMode="auto">
          <a:xfrm flipV="1">
            <a:off x="5318413" y="5430116"/>
            <a:ext cx="130175" cy="476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4"/>
          <p:cNvSpPr>
            <a:spLocks noChangeShapeType="1"/>
          </p:cNvSpPr>
          <p:nvPr/>
        </p:nvSpPr>
        <p:spPr bwMode="auto">
          <a:xfrm flipV="1">
            <a:off x="5448588" y="5399954"/>
            <a:ext cx="119063" cy="301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5"/>
          <p:cNvSpPr>
            <a:spLocks noChangeShapeType="1"/>
          </p:cNvSpPr>
          <p:nvPr/>
        </p:nvSpPr>
        <p:spPr bwMode="auto">
          <a:xfrm flipV="1">
            <a:off x="5567651" y="5352329"/>
            <a:ext cx="109537" cy="476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6"/>
          <p:cNvSpPr>
            <a:spLocks noChangeShapeType="1"/>
          </p:cNvSpPr>
          <p:nvPr/>
        </p:nvSpPr>
        <p:spPr bwMode="auto">
          <a:xfrm flipV="1">
            <a:off x="5677188" y="5306291"/>
            <a:ext cx="100013" cy="4603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7"/>
          <p:cNvSpPr>
            <a:spLocks noChangeShapeType="1"/>
          </p:cNvSpPr>
          <p:nvPr/>
        </p:nvSpPr>
        <p:spPr bwMode="auto">
          <a:xfrm flipV="1">
            <a:off x="5777201" y="5274541"/>
            <a:ext cx="88900" cy="317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8"/>
          <p:cNvSpPr>
            <a:spLocks noChangeShapeType="1"/>
          </p:cNvSpPr>
          <p:nvPr/>
        </p:nvSpPr>
        <p:spPr bwMode="auto">
          <a:xfrm flipV="1">
            <a:off x="5866101" y="5212629"/>
            <a:ext cx="80962" cy="61912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Line 29"/>
          <p:cNvSpPr>
            <a:spLocks noChangeShapeType="1"/>
          </p:cNvSpPr>
          <p:nvPr/>
        </p:nvSpPr>
        <p:spPr bwMode="auto">
          <a:xfrm flipV="1">
            <a:off x="5947063" y="5165004"/>
            <a:ext cx="79375" cy="476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Line 30"/>
          <p:cNvSpPr>
            <a:spLocks noChangeShapeType="1"/>
          </p:cNvSpPr>
          <p:nvPr/>
        </p:nvSpPr>
        <p:spPr bwMode="auto">
          <a:xfrm flipV="1">
            <a:off x="6026438" y="5118966"/>
            <a:ext cx="69850" cy="4603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31"/>
          <p:cNvSpPr>
            <a:spLocks noChangeShapeType="1"/>
          </p:cNvSpPr>
          <p:nvPr/>
        </p:nvSpPr>
        <p:spPr bwMode="auto">
          <a:xfrm flipV="1">
            <a:off x="6096288" y="5055466"/>
            <a:ext cx="58738" cy="63500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Line 32"/>
          <p:cNvSpPr>
            <a:spLocks noChangeShapeType="1"/>
          </p:cNvSpPr>
          <p:nvPr/>
        </p:nvSpPr>
        <p:spPr bwMode="auto">
          <a:xfrm flipV="1">
            <a:off x="6155026" y="4993554"/>
            <a:ext cx="49212" cy="61912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3"/>
          <p:cNvSpPr>
            <a:spLocks noChangeShapeType="1"/>
          </p:cNvSpPr>
          <p:nvPr/>
        </p:nvSpPr>
        <p:spPr bwMode="auto">
          <a:xfrm flipV="1">
            <a:off x="6204238" y="4931641"/>
            <a:ext cx="50800" cy="61913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4"/>
          <p:cNvSpPr>
            <a:spLocks noChangeShapeType="1"/>
          </p:cNvSpPr>
          <p:nvPr/>
        </p:nvSpPr>
        <p:spPr bwMode="auto">
          <a:xfrm flipV="1">
            <a:off x="6255038" y="4868141"/>
            <a:ext cx="30163" cy="63500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5"/>
          <p:cNvSpPr>
            <a:spLocks noChangeShapeType="1"/>
          </p:cNvSpPr>
          <p:nvPr/>
        </p:nvSpPr>
        <p:spPr bwMode="auto">
          <a:xfrm flipV="1">
            <a:off x="6285201" y="4790354"/>
            <a:ext cx="28575" cy="77787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6"/>
          <p:cNvSpPr>
            <a:spLocks noChangeShapeType="1"/>
          </p:cNvSpPr>
          <p:nvPr/>
        </p:nvSpPr>
        <p:spPr bwMode="auto">
          <a:xfrm flipV="1">
            <a:off x="6313776" y="4712566"/>
            <a:ext cx="20637" cy="7778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7"/>
          <p:cNvSpPr>
            <a:spLocks noChangeShapeType="1"/>
          </p:cNvSpPr>
          <p:nvPr/>
        </p:nvSpPr>
        <p:spPr bwMode="auto">
          <a:xfrm flipV="1">
            <a:off x="6334413" y="4618904"/>
            <a:ext cx="9525" cy="936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8"/>
          <p:cNvSpPr>
            <a:spLocks noChangeShapeType="1"/>
          </p:cNvSpPr>
          <p:nvPr/>
        </p:nvSpPr>
        <p:spPr bwMode="auto">
          <a:xfrm flipV="1">
            <a:off x="6343938" y="4525241"/>
            <a:ext cx="11113" cy="93663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9"/>
          <p:cNvSpPr>
            <a:spLocks noChangeShapeType="1"/>
          </p:cNvSpPr>
          <p:nvPr/>
        </p:nvSpPr>
        <p:spPr bwMode="auto">
          <a:xfrm flipH="1" flipV="1">
            <a:off x="6343938" y="4431579"/>
            <a:ext cx="11113" cy="936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40"/>
          <p:cNvSpPr>
            <a:spLocks noChangeShapeType="1"/>
          </p:cNvSpPr>
          <p:nvPr/>
        </p:nvSpPr>
        <p:spPr bwMode="auto">
          <a:xfrm flipH="1" flipV="1">
            <a:off x="6334413" y="4322041"/>
            <a:ext cx="9525" cy="10953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1"/>
          <p:cNvSpPr>
            <a:spLocks noChangeShapeType="1"/>
          </p:cNvSpPr>
          <p:nvPr/>
        </p:nvSpPr>
        <p:spPr bwMode="auto">
          <a:xfrm flipH="1" flipV="1">
            <a:off x="6313776" y="4196629"/>
            <a:ext cx="20637" cy="12541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2"/>
          <p:cNvSpPr>
            <a:spLocks noChangeShapeType="1"/>
          </p:cNvSpPr>
          <p:nvPr/>
        </p:nvSpPr>
        <p:spPr bwMode="auto">
          <a:xfrm flipH="1" flipV="1">
            <a:off x="6285201" y="4072804"/>
            <a:ext cx="28575" cy="1238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3"/>
          <p:cNvSpPr>
            <a:spLocks noChangeShapeType="1"/>
          </p:cNvSpPr>
          <p:nvPr/>
        </p:nvSpPr>
        <p:spPr bwMode="auto">
          <a:xfrm flipH="1" flipV="1">
            <a:off x="6255038" y="3931516"/>
            <a:ext cx="30163" cy="14128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4"/>
          <p:cNvSpPr>
            <a:spLocks noChangeShapeType="1"/>
          </p:cNvSpPr>
          <p:nvPr/>
        </p:nvSpPr>
        <p:spPr bwMode="auto">
          <a:xfrm flipH="1" flipV="1">
            <a:off x="6204238" y="3775941"/>
            <a:ext cx="50800" cy="155575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5"/>
          <p:cNvSpPr>
            <a:spLocks noChangeShapeType="1"/>
          </p:cNvSpPr>
          <p:nvPr/>
        </p:nvSpPr>
        <p:spPr bwMode="auto">
          <a:xfrm flipH="1" flipV="1">
            <a:off x="6155026" y="3604491"/>
            <a:ext cx="49212" cy="1714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6"/>
          <p:cNvSpPr>
            <a:spLocks noChangeShapeType="1"/>
          </p:cNvSpPr>
          <p:nvPr/>
        </p:nvSpPr>
        <p:spPr bwMode="auto">
          <a:xfrm flipH="1" flipV="1">
            <a:off x="6096288" y="3401291"/>
            <a:ext cx="58738" cy="20320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7"/>
          <p:cNvSpPr>
            <a:spLocks noChangeShapeType="1"/>
          </p:cNvSpPr>
          <p:nvPr/>
        </p:nvSpPr>
        <p:spPr bwMode="auto">
          <a:xfrm flipH="1" flipV="1">
            <a:off x="6026438" y="3182216"/>
            <a:ext cx="69850" cy="219075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8"/>
          <p:cNvSpPr>
            <a:spLocks noChangeShapeType="1"/>
          </p:cNvSpPr>
          <p:nvPr/>
        </p:nvSpPr>
        <p:spPr bwMode="auto">
          <a:xfrm flipH="1" flipV="1">
            <a:off x="5947063" y="2932979"/>
            <a:ext cx="79375" cy="249237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9"/>
          <p:cNvSpPr>
            <a:spLocks noChangeShapeType="1"/>
          </p:cNvSpPr>
          <p:nvPr/>
        </p:nvSpPr>
        <p:spPr bwMode="auto">
          <a:xfrm flipH="1" flipV="1">
            <a:off x="5866101" y="2636116"/>
            <a:ext cx="80962" cy="296863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50"/>
          <p:cNvSpPr>
            <a:spLocks noChangeShapeType="1"/>
          </p:cNvSpPr>
          <p:nvPr/>
        </p:nvSpPr>
        <p:spPr bwMode="auto">
          <a:xfrm flipH="1" flipV="1">
            <a:off x="5777201" y="2307504"/>
            <a:ext cx="88900" cy="32861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1"/>
          <p:cNvSpPr>
            <a:spLocks noChangeShapeType="1"/>
          </p:cNvSpPr>
          <p:nvPr/>
        </p:nvSpPr>
        <p:spPr bwMode="auto">
          <a:xfrm flipH="1">
            <a:off x="5947063" y="5211041"/>
            <a:ext cx="4252913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2"/>
          <p:cNvSpPr>
            <a:spLocks noChangeShapeType="1"/>
          </p:cNvSpPr>
          <p:nvPr/>
        </p:nvSpPr>
        <p:spPr bwMode="auto">
          <a:xfrm flipH="1" flipV="1">
            <a:off x="5756563" y="5165004"/>
            <a:ext cx="190500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Line 53"/>
          <p:cNvSpPr>
            <a:spLocks noChangeShapeType="1"/>
          </p:cNvSpPr>
          <p:nvPr/>
        </p:nvSpPr>
        <p:spPr bwMode="auto">
          <a:xfrm flipH="1" flipV="1">
            <a:off x="5597813" y="5118966"/>
            <a:ext cx="158750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4"/>
          <p:cNvSpPr>
            <a:spLocks noChangeShapeType="1"/>
          </p:cNvSpPr>
          <p:nvPr/>
        </p:nvSpPr>
        <p:spPr bwMode="auto">
          <a:xfrm flipH="1" flipV="1">
            <a:off x="5448588" y="5055466"/>
            <a:ext cx="149225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55"/>
          <p:cNvSpPr>
            <a:spLocks noChangeShapeType="1"/>
          </p:cNvSpPr>
          <p:nvPr/>
        </p:nvSpPr>
        <p:spPr bwMode="auto">
          <a:xfrm flipH="1" flipV="1">
            <a:off x="5318413" y="4993554"/>
            <a:ext cx="130175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Line 56"/>
          <p:cNvSpPr>
            <a:spLocks noChangeShapeType="1"/>
          </p:cNvSpPr>
          <p:nvPr/>
        </p:nvSpPr>
        <p:spPr bwMode="auto">
          <a:xfrm flipH="1" flipV="1">
            <a:off x="5199351" y="4931641"/>
            <a:ext cx="119062" cy="6191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57"/>
          <p:cNvSpPr>
            <a:spLocks noChangeShapeType="1"/>
          </p:cNvSpPr>
          <p:nvPr/>
        </p:nvSpPr>
        <p:spPr bwMode="auto">
          <a:xfrm flipH="1" flipV="1">
            <a:off x="5089813" y="4868141"/>
            <a:ext cx="109538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58"/>
          <p:cNvSpPr>
            <a:spLocks noChangeShapeType="1"/>
          </p:cNvSpPr>
          <p:nvPr/>
        </p:nvSpPr>
        <p:spPr bwMode="auto">
          <a:xfrm flipH="1" flipV="1">
            <a:off x="4991388" y="4790354"/>
            <a:ext cx="98425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59"/>
          <p:cNvSpPr>
            <a:spLocks noChangeShapeType="1"/>
          </p:cNvSpPr>
          <p:nvPr/>
        </p:nvSpPr>
        <p:spPr bwMode="auto">
          <a:xfrm flipH="1" flipV="1">
            <a:off x="4900901" y="4712566"/>
            <a:ext cx="90487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60"/>
          <p:cNvSpPr>
            <a:spLocks noChangeShapeType="1"/>
          </p:cNvSpPr>
          <p:nvPr/>
        </p:nvSpPr>
        <p:spPr bwMode="auto">
          <a:xfrm flipH="1" flipV="1">
            <a:off x="4821526" y="4618904"/>
            <a:ext cx="79375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61"/>
          <p:cNvSpPr>
            <a:spLocks noChangeShapeType="1"/>
          </p:cNvSpPr>
          <p:nvPr/>
        </p:nvSpPr>
        <p:spPr bwMode="auto">
          <a:xfrm flipH="1" flipV="1">
            <a:off x="4742151" y="4525241"/>
            <a:ext cx="79375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62"/>
          <p:cNvSpPr>
            <a:spLocks noChangeShapeType="1"/>
          </p:cNvSpPr>
          <p:nvPr/>
        </p:nvSpPr>
        <p:spPr bwMode="auto">
          <a:xfrm flipH="1" flipV="1">
            <a:off x="4672301" y="4431579"/>
            <a:ext cx="69850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63"/>
          <p:cNvSpPr>
            <a:spLocks noChangeShapeType="1"/>
          </p:cNvSpPr>
          <p:nvPr/>
        </p:nvSpPr>
        <p:spPr bwMode="auto">
          <a:xfrm flipH="1" flipV="1">
            <a:off x="4611976" y="4322041"/>
            <a:ext cx="60325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64"/>
          <p:cNvSpPr>
            <a:spLocks noChangeShapeType="1"/>
          </p:cNvSpPr>
          <p:nvPr/>
        </p:nvSpPr>
        <p:spPr bwMode="auto">
          <a:xfrm flipH="1" flipV="1">
            <a:off x="4551651" y="4196629"/>
            <a:ext cx="60325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65"/>
          <p:cNvSpPr>
            <a:spLocks noChangeShapeType="1"/>
          </p:cNvSpPr>
          <p:nvPr/>
        </p:nvSpPr>
        <p:spPr bwMode="auto">
          <a:xfrm flipH="1" flipV="1">
            <a:off x="4492913" y="4072804"/>
            <a:ext cx="58738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66"/>
          <p:cNvSpPr>
            <a:spLocks noChangeShapeType="1"/>
          </p:cNvSpPr>
          <p:nvPr/>
        </p:nvSpPr>
        <p:spPr bwMode="auto">
          <a:xfrm flipH="1" flipV="1">
            <a:off x="4443701" y="3931516"/>
            <a:ext cx="49212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67"/>
          <p:cNvSpPr>
            <a:spLocks noChangeShapeType="1"/>
          </p:cNvSpPr>
          <p:nvPr/>
        </p:nvSpPr>
        <p:spPr bwMode="auto">
          <a:xfrm flipH="1" flipV="1">
            <a:off x="4392901" y="3775941"/>
            <a:ext cx="50800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68"/>
          <p:cNvSpPr>
            <a:spLocks noChangeShapeType="1"/>
          </p:cNvSpPr>
          <p:nvPr/>
        </p:nvSpPr>
        <p:spPr bwMode="auto">
          <a:xfrm flipH="1" flipV="1">
            <a:off x="4353213" y="3604491"/>
            <a:ext cx="39688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69"/>
          <p:cNvSpPr>
            <a:spLocks noChangeShapeType="1"/>
          </p:cNvSpPr>
          <p:nvPr/>
        </p:nvSpPr>
        <p:spPr bwMode="auto">
          <a:xfrm flipH="1" flipV="1">
            <a:off x="4304001" y="3401291"/>
            <a:ext cx="49212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70"/>
          <p:cNvSpPr>
            <a:spLocks noChangeShapeType="1"/>
          </p:cNvSpPr>
          <p:nvPr/>
        </p:nvSpPr>
        <p:spPr bwMode="auto">
          <a:xfrm flipH="1" flipV="1">
            <a:off x="4264313" y="3182216"/>
            <a:ext cx="39688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1"/>
          <p:cNvSpPr>
            <a:spLocks noChangeShapeType="1"/>
          </p:cNvSpPr>
          <p:nvPr/>
        </p:nvSpPr>
        <p:spPr bwMode="auto">
          <a:xfrm flipH="1" flipV="1">
            <a:off x="4224626" y="2932979"/>
            <a:ext cx="39687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2"/>
          <p:cNvSpPr>
            <a:spLocks noChangeShapeType="1"/>
          </p:cNvSpPr>
          <p:nvPr/>
        </p:nvSpPr>
        <p:spPr bwMode="auto">
          <a:xfrm flipH="1" flipV="1">
            <a:off x="4194463" y="2636116"/>
            <a:ext cx="30163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73"/>
          <p:cNvSpPr>
            <a:spLocks noChangeShapeType="1"/>
          </p:cNvSpPr>
          <p:nvPr/>
        </p:nvSpPr>
        <p:spPr bwMode="auto">
          <a:xfrm flipH="1" flipV="1">
            <a:off x="4154776" y="2307504"/>
            <a:ext cx="39687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74"/>
          <p:cNvSpPr>
            <a:spLocks noChangeShapeType="1"/>
          </p:cNvSpPr>
          <p:nvPr/>
        </p:nvSpPr>
        <p:spPr bwMode="auto">
          <a:xfrm flipH="1">
            <a:off x="4742151" y="5599979"/>
            <a:ext cx="5438775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5"/>
          <p:cNvSpPr>
            <a:spLocks noChangeShapeType="1"/>
          </p:cNvSpPr>
          <p:nvPr/>
        </p:nvSpPr>
        <p:spPr bwMode="auto">
          <a:xfrm flipH="1" flipV="1">
            <a:off x="4572288" y="5571404"/>
            <a:ext cx="169863" cy="301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76"/>
          <p:cNvSpPr>
            <a:spLocks noChangeShapeType="1"/>
          </p:cNvSpPr>
          <p:nvPr/>
        </p:nvSpPr>
        <p:spPr bwMode="auto">
          <a:xfrm flipH="1" flipV="1">
            <a:off x="4453226" y="5539654"/>
            <a:ext cx="119062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77"/>
          <p:cNvSpPr>
            <a:spLocks noChangeShapeType="1"/>
          </p:cNvSpPr>
          <p:nvPr/>
        </p:nvSpPr>
        <p:spPr bwMode="auto">
          <a:xfrm flipH="1" flipV="1">
            <a:off x="4364326" y="5507904"/>
            <a:ext cx="88900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78"/>
          <p:cNvSpPr>
            <a:spLocks noChangeShapeType="1"/>
          </p:cNvSpPr>
          <p:nvPr/>
        </p:nvSpPr>
        <p:spPr bwMode="auto">
          <a:xfrm flipH="1" flipV="1">
            <a:off x="4294476" y="5477741"/>
            <a:ext cx="69850" cy="301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79"/>
          <p:cNvSpPr>
            <a:spLocks noChangeShapeType="1"/>
          </p:cNvSpPr>
          <p:nvPr/>
        </p:nvSpPr>
        <p:spPr bwMode="auto">
          <a:xfrm flipH="1" flipV="1">
            <a:off x="4245263" y="5430116"/>
            <a:ext cx="49213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80"/>
          <p:cNvSpPr>
            <a:spLocks noChangeShapeType="1"/>
          </p:cNvSpPr>
          <p:nvPr/>
        </p:nvSpPr>
        <p:spPr bwMode="auto">
          <a:xfrm flipH="1" flipV="1">
            <a:off x="4194463" y="5399954"/>
            <a:ext cx="50800" cy="301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Line 81"/>
          <p:cNvSpPr>
            <a:spLocks noChangeShapeType="1"/>
          </p:cNvSpPr>
          <p:nvPr/>
        </p:nvSpPr>
        <p:spPr bwMode="auto">
          <a:xfrm flipH="1" flipV="1">
            <a:off x="4154776" y="5352329"/>
            <a:ext cx="39687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6" name="Line 82"/>
          <p:cNvSpPr>
            <a:spLocks noChangeShapeType="1"/>
          </p:cNvSpPr>
          <p:nvPr/>
        </p:nvSpPr>
        <p:spPr bwMode="auto">
          <a:xfrm flipH="1" flipV="1">
            <a:off x="4124613" y="5306291"/>
            <a:ext cx="30163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7" name="Line 83"/>
          <p:cNvSpPr>
            <a:spLocks noChangeShapeType="1"/>
          </p:cNvSpPr>
          <p:nvPr/>
        </p:nvSpPr>
        <p:spPr bwMode="auto">
          <a:xfrm flipH="1" flipV="1">
            <a:off x="4094451" y="5274541"/>
            <a:ext cx="30162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Line 84"/>
          <p:cNvSpPr>
            <a:spLocks noChangeShapeType="1"/>
          </p:cNvSpPr>
          <p:nvPr/>
        </p:nvSpPr>
        <p:spPr bwMode="auto">
          <a:xfrm flipH="1" flipV="1">
            <a:off x="4075401" y="5212629"/>
            <a:ext cx="19050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9" name="Line 85"/>
          <p:cNvSpPr>
            <a:spLocks noChangeShapeType="1"/>
          </p:cNvSpPr>
          <p:nvPr/>
        </p:nvSpPr>
        <p:spPr bwMode="auto">
          <a:xfrm flipH="1" flipV="1">
            <a:off x="4054763" y="5165004"/>
            <a:ext cx="20638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0" name="Line 86"/>
          <p:cNvSpPr>
            <a:spLocks noChangeShapeType="1"/>
          </p:cNvSpPr>
          <p:nvPr/>
        </p:nvSpPr>
        <p:spPr bwMode="auto">
          <a:xfrm flipH="1" flipV="1">
            <a:off x="4035713" y="5118966"/>
            <a:ext cx="19050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1" name="Line 87"/>
          <p:cNvSpPr>
            <a:spLocks noChangeShapeType="1"/>
          </p:cNvSpPr>
          <p:nvPr/>
        </p:nvSpPr>
        <p:spPr bwMode="auto">
          <a:xfrm flipH="1" flipV="1">
            <a:off x="4015076" y="5055466"/>
            <a:ext cx="20637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2" name="Line 88"/>
          <p:cNvSpPr>
            <a:spLocks noChangeShapeType="1"/>
          </p:cNvSpPr>
          <p:nvPr/>
        </p:nvSpPr>
        <p:spPr bwMode="auto">
          <a:xfrm flipH="1" flipV="1">
            <a:off x="4005551" y="4993554"/>
            <a:ext cx="9525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3" name="Line 89"/>
          <p:cNvSpPr>
            <a:spLocks noChangeShapeType="1"/>
          </p:cNvSpPr>
          <p:nvPr/>
        </p:nvSpPr>
        <p:spPr bwMode="auto">
          <a:xfrm flipH="1" flipV="1">
            <a:off x="3996026" y="4931641"/>
            <a:ext cx="9525" cy="6191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Line 90"/>
          <p:cNvSpPr>
            <a:spLocks noChangeShapeType="1"/>
          </p:cNvSpPr>
          <p:nvPr/>
        </p:nvSpPr>
        <p:spPr bwMode="auto">
          <a:xfrm flipH="1" flipV="1">
            <a:off x="3975388" y="4868141"/>
            <a:ext cx="20638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5" name="Line 91"/>
          <p:cNvSpPr>
            <a:spLocks noChangeShapeType="1"/>
          </p:cNvSpPr>
          <p:nvPr/>
        </p:nvSpPr>
        <p:spPr bwMode="auto">
          <a:xfrm flipH="1" flipV="1">
            <a:off x="3965863" y="4790354"/>
            <a:ext cx="9525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6" name="Line 92"/>
          <p:cNvSpPr>
            <a:spLocks noChangeShapeType="1"/>
          </p:cNvSpPr>
          <p:nvPr/>
        </p:nvSpPr>
        <p:spPr bwMode="auto">
          <a:xfrm flipH="1" flipV="1">
            <a:off x="3956338" y="4712566"/>
            <a:ext cx="9525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7" name="Line 93"/>
          <p:cNvSpPr>
            <a:spLocks noChangeShapeType="1"/>
          </p:cNvSpPr>
          <p:nvPr/>
        </p:nvSpPr>
        <p:spPr bwMode="auto">
          <a:xfrm flipH="1" flipV="1">
            <a:off x="3945226" y="4618904"/>
            <a:ext cx="11112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8" name="Line 94"/>
          <p:cNvSpPr>
            <a:spLocks noChangeShapeType="1"/>
          </p:cNvSpPr>
          <p:nvPr/>
        </p:nvSpPr>
        <p:spPr bwMode="auto">
          <a:xfrm flipV="1">
            <a:off x="3945226" y="4525241"/>
            <a:ext cx="1587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9" name="Line 95"/>
          <p:cNvSpPr>
            <a:spLocks noChangeShapeType="1"/>
          </p:cNvSpPr>
          <p:nvPr/>
        </p:nvSpPr>
        <p:spPr bwMode="auto">
          <a:xfrm flipH="1" flipV="1">
            <a:off x="3935701" y="4431579"/>
            <a:ext cx="9525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0" name="Line 96"/>
          <p:cNvSpPr>
            <a:spLocks noChangeShapeType="1"/>
          </p:cNvSpPr>
          <p:nvPr/>
        </p:nvSpPr>
        <p:spPr bwMode="auto">
          <a:xfrm flipH="1" flipV="1">
            <a:off x="3926176" y="4322041"/>
            <a:ext cx="9525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1" name="Line 97"/>
          <p:cNvSpPr>
            <a:spLocks noChangeShapeType="1"/>
          </p:cNvSpPr>
          <p:nvPr/>
        </p:nvSpPr>
        <p:spPr bwMode="auto">
          <a:xfrm flipH="1" flipV="1">
            <a:off x="3915063" y="4196629"/>
            <a:ext cx="11113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2" name="Line 98"/>
          <p:cNvSpPr>
            <a:spLocks noChangeShapeType="1"/>
          </p:cNvSpPr>
          <p:nvPr/>
        </p:nvSpPr>
        <p:spPr bwMode="auto">
          <a:xfrm flipV="1">
            <a:off x="3915063" y="4072804"/>
            <a:ext cx="1588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3" name="Line 99"/>
          <p:cNvSpPr>
            <a:spLocks noChangeShapeType="1"/>
          </p:cNvSpPr>
          <p:nvPr/>
        </p:nvSpPr>
        <p:spPr bwMode="auto">
          <a:xfrm flipH="1" flipV="1">
            <a:off x="3905538" y="3931516"/>
            <a:ext cx="9525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4" name="Line 100"/>
          <p:cNvSpPr>
            <a:spLocks noChangeShapeType="1"/>
          </p:cNvSpPr>
          <p:nvPr/>
        </p:nvSpPr>
        <p:spPr bwMode="auto">
          <a:xfrm flipV="1">
            <a:off x="3905538" y="3775941"/>
            <a:ext cx="1588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5" name="Line 101"/>
          <p:cNvSpPr>
            <a:spLocks noChangeShapeType="1"/>
          </p:cNvSpPr>
          <p:nvPr/>
        </p:nvSpPr>
        <p:spPr bwMode="auto">
          <a:xfrm flipH="1" flipV="1">
            <a:off x="3896013" y="3604491"/>
            <a:ext cx="9525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6" name="Line 102"/>
          <p:cNvSpPr>
            <a:spLocks noChangeShapeType="1"/>
          </p:cNvSpPr>
          <p:nvPr/>
        </p:nvSpPr>
        <p:spPr bwMode="auto">
          <a:xfrm flipV="1">
            <a:off x="3896013" y="3401291"/>
            <a:ext cx="1588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7" name="Line 103"/>
          <p:cNvSpPr>
            <a:spLocks noChangeShapeType="1"/>
          </p:cNvSpPr>
          <p:nvPr/>
        </p:nvSpPr>
        <p:spPr bwMode="auto">
          <a:xfrm flipH="1" flipV="1">
            <a:off x="3886488" y="3182216"/>
            <a:ext cx="952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8" name="Line 104"/>
          <p:cNvSpPr>
            <a:spLocks noChangeShapeType="1"/>
          </p:cNvSpPr>
          <p:nvPr/>
        </p:nvSpPr>
        <p:spPr bwMode="auto">
          <a:xfrm flipV="1">
            <a:off x="3886488" y="2932979"/>
            <a:ext cx="0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9" name="Line 105"/>
          <p:cNvSpPr>
            <a:spLocks noChangeShapeType="1"/>
          </p:cNvSpPr>
          <p:nvPr/>
        </p:nvSpPr>
        <p:spPr bwMode="auto">
          <a:xfrm flipH="1" flipV="1">
            <a:off x="3875376" y="2636116"/>
            <a:ext cx="11112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0" name="Line 106"/>
          <p:cNvSpPr>
            <a:spLocks noChangeShapeType="1"/>
          </p:cNvSpPr>
          <p:nvPr/>
        </p:nvSpPr>
        <p:spPr bwMode="auto">
          <a:xfrm flipV="1">
            <a:off x="3875376" y="2307504"/>
            <a:ext cx="1587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1" name="Line 107"/>
          <p:cNvSpPr>
            <a:spLocks noChangeShapeType="1"/>
          </p:cNvSpPr>
          <p:nvPr/>
        </p:nvSpPr>
        <p:spPr bwMode="auto">
          <a:xfrm flipH="1">
            <a:off x="5448588" y="5428529"/>
            <a:ext cx="4751388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Line 108"/>
          <p:cNvSpPr>
            <a:spLocks noChangeShapeType="1"/>
          </p:cNvSpPr>
          <p:nvPr/>
        </p:nvSpPr>
        <p:spPr bwMode="auto">
          <a:xfrm flipH="1" flipV="1">
            <a:off x="5269201" y="5399954"/>
            <a:ext cx="179387" cy="301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3" name="Line 109"/>
          <p:cNvSpPr>
            <a:spLocks noChangeShapeType="1"/>
          </p:cNvSpPr>
          <p:nvPr/>
        </p:nvSpPr>
        <p:spPr bwMode="auto">
          <a:xfrm flipH="1" flipV="1">
            <a:off x="5110451" y="5352329"/>
            <a:ext cx="158750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4" name="Line 110"/>
          <p:cNvSpPr>
            <a:spLocks noChangeShapeType="1"/>
          </p:cNvSpPr>
          <p:nvPr/>
        </p:nvSpPr>
        <p:spPr bwMode="auto">
          <a:xfrm flipH="1" flipV="1">
            <a:off x="4980276" y="5306291"/>
            <a:ext cx="130175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Line 111"/>
          <p:cNvSpPr>
            <a:spLocks noChangeShapeType="1"/>
          </p:cNvSpPr>
          <p:nvPr/>
        </p:nvSpPr>
        <p:spPr bwMode="auto">
          <a:xfrm flipH="1" flipV="1">
            <a:off x="4870738" y="5274541"/>
            <a:ext cx="109538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6" name="Line 112"/>
          <p:cNvSpPr>
            <a:spLocks noChangeShapeType="1"/>
          </p:cNvSpPr>
          <p:nvPr/>
        </p:nvSpPr>
        <p:spPr bwMode="auto">
          <a:xfrm flipH="1" flipV="1">
            <a:off x="4781838" y="5212629"/>
            <a:ext cx="88900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7" name="Line 113"/>
          <p:cNvSpPr>
            <a:spLocks noChangeShapeType="1"/>
          </p:cNvSpPr>
          <p:nvPr/>
        </p:nvSpPr>
        <p:spPr bwMode="auto">
          <a:xfrm flipH="1" flipV="1">
            <a:off x="4691351" y="5165004"/>
            <a:ext cx="90487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8" name="Line 114"/>
          <p:cNvSpPr>
            <a:spLocks noChangeShapeType="1"/>
          </p:cNvSpPr>
          <p:nvPr/>
        </p:nvSpPr>
        <p:spPr bwMode="auto">
          <a:xfrm flipH="1" flipV="1">
            <a:off x="4621501" y="5118966"/>
            <a:ext cx="69850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9" name="Line 115"/>
          <p:cNvSpPr>
            <a:spLocks noChangeShapeType="1"/>
          </p:cNvSpPr>
          <p:nvPr/>
        </p:nvSpPr>
        <p:spPr bwMode="auto">
          <a:xfrm flipH="1" flipV="1">
            <a:off x="4551651" y="5055466"/>
            <a:ext cx="69850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0" name="Line 116"/>
          <p:cNvSpPr>
            <a:spLocks noChangeShapeType="1"/>
          </p:cNvSpPr>
          <p:nvPr/>
        </p:nvSpPr>
        <p:spPr bwMode="auto">
          <a:xfrm flipH="1" flipV="1">
            <a:off x="4492913" y="4993554"/>
            <a:ext cx="58738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1" name="Line 117"/>
          <p:cNvSpPr>
            <a:spLocks noChangeShapeType="1"/>
          </p:cNvSpPr>
          <p:nvPr/>
        </p:nvSpPr>
        <p:spPr bwMode="auto">
          <a:xfrm flipH="1" flipV="1">
            <a:off x="4443701" y="4931641"/>
            <a:ext cx="49212" cy="6191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2" name="Line 118"/>
          <p:cNvSpPr>
            <a:spLocks noChangeShapeType="1"/>
          </p:cNvSpPr>
          <p:nvPr/>
        </p:nvSpPr>
        <p:spPr bwMode="auto">
          <a:xfrm flipH="1" flipV="1">
            <a:off x="4392901" y="4868141"/>
            <a:ext cx="50800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3" name="Line 119"/>
          <p:cNvSpPr>
            <a:spLocks noChangeShapeType="1"/>
          </p:cNvSpPr>
          <p:nvPr/>
        </p:nvSpPr>
        <p:spPr bwMode="auto">
          <a:xfrm flipH="1" flipV="1">
            <a:off x="4353213" y="4790354"/>
            <a:ext cx="39688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4" name="Line 120"/>
          <p:cNvSpPr>
            <a:spLocks noChangeShapeType="1"/>
          </p:cNvSpPr>
          <p:nvPr/>
        </p:nvSpPr>
        <p:spPr bwMode="auto">
          <a:xfrm flipH="1" flipV="1">
            <a:off x="4313526" y="4712566"/>
            <a:ext cx="39687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5" name="Line 121"/>
          <p:cNvSpPr>
            <a:spLocks noChangeShapeType="1"/>
          </p:cNvSpPr>
          <p:nvPr/>
        </p:nvSpPr>
        <p:spPr bwMode="auto">
          <a:xfrm flipH="1" flipV="1">
            <a:off x="4273838" y="4618904"/>
            <a:ext cx="39688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6" name="Line 122"/>
          <p:cNvSpPr>
            <a:spLocks noChangeShapeType="1"/>
          </p:cNvSpPr>
          <p:nvPr/>
        </p:nvSpPr>
        <p:spPr bwMode="auto">
          <a:xfrm flipH="1" flipV="1">
            <a:off x="4245263" y="4525241"/>
            <a:ext cx="28575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7" name="Line 123"/>
          <p:cNvSpPr>
            <a:spLocks noChangeShapeType="1"/>
          </p:cNvSpPr>
          <p:nvPr/>
        </p:nvSpPr>
        <p:spPr bwMode="auto">
          <a:xfrm flipH="1" flipV="1">
            <a:off x="4213513" y="4431579"/>
            <a:ext cx="31750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8" name="Line 124"/>
          <p:cNvSpPr>
            <a:spLocks noChangeShapeType="1"/>
          </p:cNvSpPr>
          <p:nvPr/>
        </p:nvSpPr>
        <p:spPr bwMode="auto">
          <a:xfrm flipH="1" flipV="1">
            <a:off x="4184938" y="4322041"/>
            <a:ext cx="28575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9" name="Line 125"/>
          <p:cNvSpPr>
            <a:spLocks noChangeShapeType="1"/>
          </p:cNvSpPr>
          <p:nvPr/>
        </p:nvSpPr>
        <p:spPr bwMode="auto">
          <a:xfrm flipH="1" flipV="1">
            <a:off x="4154776" y="4196629"/>
            <a:ext cx="30162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0" name="Line 126"/>
          <p:cNvSpPr>
            <a:spLocks noChangeShapeType="1"/>
          </p:cNvSpPr>
          <p:nvPr/>
        </p:nvSpPr>
        <p:spPr bwMode="auto">
          <a:xfrm flipH="1" flipV="1">
            <a:off x="4135726" y="4072804"/>
            <a:ext cx="19050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1" name="Line 127"/>
          <p:cNvSpPr>
            <a:spLocks noChangeShapeType="1"/>
          </p:cNvSpPr>
          <p:nvPr/>
        </p:nvSpPr>
        <p:spPr bwMode="auto">
          <a:xfrm flipH="1" flipV="1">
            <a:off x="4105563" y="3931516"/>
            <a:ext cx="30163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2" name="Line 128"/>
          <p:cNvSpPr>
            <a:spLocks noChangeShapeType="1"/>
          </p:cNvSpPr>
          <p:nvPr/>
        </p:nvSpPr>
        <p:spPr bwMode="auto">
          <a:xfrm flipH="1" flipV="1">
            <a:off x="4084926" y="3775941"/>
            <a:ext cx="20637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3" name="Line 129"/>
          <p:cNvSpPr>
            <a:spLocks noChangeShapeType="1"/>
          </p:cNvSpPr>
          <p:nvPr/>
        </p:nvSpPr>
        <p:spPr bwMode="auto">
          <a:xfrm flipH="1" flipV="1">
            <a:off x="4065876" y="3604491"/>
            <a:ext cx="19050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4" name="Line 130"/>
          <p:cNvSpPr>
            <a:spLocks noChangeShapeType="1"/>
          </p:cNvSpPr>
          <p:nvPr/>
        </p:nvSpPr>
        <p:spPr bwMode="auto">
          <a:xfrm flipH="1" flipV="1">
            <a:off x="4045238" y="3401291"/>
            <a:ext cx="20638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5" name="Line 131"/>
          <p:cNvSpPr>
            <a:spLocks noChangeShapeType="1"/>
          </p:cNvSpPr>
          <p:nvPr/>
        </p:nvSpPr>
        <p:spPr bwMode="auto">
          <a:xfrm flipH="1" flipV="1">
            <a:off x="4024601" y="3182216"/>
            <a:ext cx="20637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6" name="Line 132"/>
          <p:cNvSpPr>
            <a:spLocks noChangeShapeType="1"/>
          </p:cNvSpPr>
          <p:nvPr/>
        </p:nvSpPr>
        <p:spPr bwMode="auto">
          <a:xfrm flipH="1" flipV="1">
            <a:off x="4015076" y="2932979"/>
            <a:ext cx="9525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7" name="Line 133"/>
          <p:cNvSpPr>
            <a:spLocks noChangeShapeType="1"/>
          </p:cNvSpPr>
          <p:nvPr/>
        </p:nvSpPr>
        <p:spPr bwMode="auto">
          <a:xfrm flipH="1" flipV="1">
            <a:off x="3996026" y="2636116"/>
            <a:ext cx="19050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8" name="Line 134"/>
          <p:cNvSpPr>
            <a:spLocks noChangeShapeType="1"/>
          </p:cNvSpPr>
          <p:nvPr/>
        </p:nvSpPr>
        <p:spPr bwMode="auto">
          <a:xfrm flipH="1" flipV="1">
            <a:off x="3984913" y="2307504"/>
            <a:ext cx="11113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9" name="Line 135"/>
          <p:cNvSpPr>
            <a:spLocks noChangeShapeType="1"/>
          </p:cNvSpPr>
          <p:nvPr/>
        </p:nvSpPr>
        <p:spPr bwMode="auto">
          <a:xfrm flipH="1">
            <a:off x="6355051" y="4522066"/>
            <a:ext cx="3883025" cy="47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Line 136"/>
          <p:cNvSpPr>
            <a:spLocks noChangeShapeType="1"/>
          </p:cNvSpPr>
          <p:nvPr/>
        </p:nvSpPr>
        <p:spPr bwMode="auto">
          <a:xfrm flipH="1" flipV="1">
            <a:off x="6155026" y="4431579"/>
            <a:ext cx="200025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Line 137"/>
          <p:cNvSpPr>
            <a:spLocks noChangeShapeType="1"/>
          </p:cNvSpPr>
          <p:nvPr/>
        </p:nvSpPr>
        <p:spPr bwMode="auto">
          <a:xfrm flipH="1" flipV="1">
            <a:off x="5975638" y="4322041"/>
            <a:ext cx="179388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2" name="Line 138"/>
          <p:cNvSpPr>
            <a:spLocks noChangeShapeType="1"/>
          </p:cNvSpPr>
          <p:nvPr/>
        </p:nvSpPr>
        <p:spPr bwMode="auto">
          <a:xfrm flipH="1" flipV="1">
            <a:off x="5816888" y="4196629"/>
            <a:ext cx="158750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3" name="Line 139"/>
          <p:cNvSpPr>
            <a:spLocks noChangeShapeType="1"/>
          </p:cNvSpPr>
          <p:nvPr/>
        </p:nvSpPr>
        <p:spPr bwMode="auto">
          <a:xfrm flipH="1" flipV="1">
            <a:off x="5658138" y="4072804"/>
            <a:ext cx="158750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4" name="Line 140"/>
          <p:cNvSpPr>
            <a:spLocks noChangeShapeType="1"/>
          </p:cNvSpPr>
          <p:nvPr/>
        </p:nvSpPr>
        <p:spPr bwMode="auto">
          <a:xfrm flipH="1" flipV="1">
            <a:off x="5518438" y="3931516"/>
            <a:ext cx="139700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5" name="Line 141"/>
          <p:cNvSpPr>
            <a:spLocks noChangeShapeType="1"/>
          </p:cNvSpPr>
          <p:nvPr/>
        </p:nvSpPr>
        <p:spPr bwMode="auto">
          <a:xfrm flipH="1" flipV="1">
            <a:off x="5378738" y="3775941"/>
            <a:ext cx="139700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6" name="Line 142"/>
          <p:cNvSpPr>
            <a:spLocks noChangeShapeType="1"/>
          </p:cNvSpPr>
          <p:nvPr/>
        </p:nvSpPr>
        <p:spPr bwMode="auto">
          <a:xfrm flipH="1" flipV="1">
            <a:off x="5250151" y="3604491"/>
            <a:ext cx="128587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7" name="Line 143"/>
          <p:cNvSpPr>
            <a:spLocks noChangeShapeType="1"/>
          </p:cNvSpPr>
          <p:nvPr/>
        </p:nvSpPr>
        <p:spPr bwMode="auto">
          <a:xfrm flipH="1" flipV="1">
            <a:off x="5131088" y="3401291"/>
            <a:ext cx="119063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144"/>
          <p:cNvSpPr>
            <a:spLocks noChangeShapeType="1"/>
          </p:cNvSpPr>
          <p:nvPr/>
        </p:nvSpPr>
        <p:spPr bwMode="auto">
          <a:xfrm flipH="1" flipV="1">
            <a:off x="5019963" y="3182216"/>
            <a:ext cx="11112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145"/>
          <p:cNvSpPr>
            <a:spLocks noChangeShapeType="1"/>
          </p:cNvSpPr>
          <p:nvPr/>
        </p:nvSpPr>
        <p:spPr bwMode="auto">
          <a:xfrm flipH="1" flipV="1">
            <a:off x="4921538" y="2932979"/>
            <a:ext cx="98425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146"/>
          <p:cNvSpPr>
            <a:spLocks noChangeShapeType="1"/>
          </p:cNvSpPr>
          <p:nvPr/>
        </p:nvSpPr>
        <p:spPr bwMode="auto">
          <a:xfrm flipH="1" flipV="1">
            <a:off x="4821526" y="2636116"/>
            <a:ext cx="100012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1" name="Line 147"/>
          <p:cNvSpPr>
            <a:spLocks noChangeShapeType="1"/>
          </p:cNvSpPr>
          <p:nvPr/>
        </p:nvSpPr>
        <p:spPr bwMode="auto">
          <a:xfrm flipH="1" flipV="1">
            <a:off x="4723101" y="2307504"/>
            <a:ext cx="98425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Line 148"/>
          <p:cNvSpPr>
            <a:spLocks noChangeShapeType="1"/>
          </p:cNvSpPr>
          <p:nvPr/>
        </p:nvSpPr>
        <p:spPr bwMode="auto">
          <a:xfrm flipH="1">
            <a:off x="6255038" y="3928341"/>
            <a:ext cx="4011613" cy="47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3" name="Line 149"/>
          <p:cNvSpPr>
            <a:spLocks noChangeShapeType="1"/>
          </p:cNvSpPr>
          <p:nvPr/>
        </p:nvSpPr>
        <p:spPr bwMode="auto">
          <a:xfrm flipH="1" flipV="1">
            <a:off x="6056601" y="3775941"/>
            <a:ext cx="198437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4" name="Line 150"/>
          <p:cNvSpPr>
            <a:spLocks noChangeShapeType="1"/>
          </p:cNvSpPr>
          <p:nvPr/>
        </p:nvSpPr>
        <p:spPr bwMode="auto">
          <a:xfrm flipH="1" flipV="1">
            <a:off x="5877213" y="3604491"/>
            <a:ext cx="179388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5" name="Line 151"/>
          <p:cNvSpPr>
            <a:spLocks noChangeShapeType="1"/>
          </p:cNvSpPr>
          <p:nvPr/>
        </p:nvSpPr>
        <p:spPr bwMode="auto">
          <a:xfrm flipH="1" flipV="1">
            <a:off x="5707351" y="3401291"/>
            <a:ext cx="169862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6" name="Line 152"/>
          <p:cNvSpPr>
            <a:spLocks noChangeShapeType="1"/>
          </p:cNvSpPr>
          <p:nvPr/>
        </p:nvSpPr>
        <p:spPr bwMode="auto">
          <a:xfrm flipH="1" flipV="1">
            <a:off x="5539076" y="3182216"/>
            <a:ext cx="16827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7" name="Line 153"/>
          <p:cNvSpPr>
            <a:spLocks noChangeShapeType="1"/>
          </p:cNvSpPr>
          <p:nvPr/>
        </p:nvSpPr>
        <p:spPr bwMode="auto">
          <a:xfrm flipH="1" flipV="1">
            <a:off x="5388263" y="2932979"/>
            <a:ext cx="150813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8" name="Line 154"/>
          <p:cNvSpPr>
            <a:spLocks noChangeShapeType="1"/>
          </p:cNvSpPr>
          <p:nvPr/>
        </p:nvSpPr>
        <p:spPr bwMode="auto">
          <a:xfrm flipH="1" flipV="1">
            <a:off x="5250151" y="2636116"/>
            <a:ext cx="138112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9" name="Line 155"/>
          <p:cNvSpPr>
            <a:spLocks noChangeShapeType="1"/>
          </p:cNvSpPr>
          <p:nvPr/>
        </p:nvSpPr>
        <p:spPr bwMode="auto">
          <a:xfrm flipH="1" flipV="1">
            <a:off x="5110451" y="2307504"/>
            <a:ext cx="139700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0" name="Line 156"/>
          <p:cNvSpPr>
            <a:spLocks noChangeShapeType="1"/>
          </p:cNvSpPr>
          <p:nvPr/>
        </p:nvSpPr>
        <p:spPr bwMode="auto">
          <a:xfrm flipH="1">
            <a:off x="6255038" y="4930054"/>
            <a:ext cx="3983038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1" name="Line 157"/>
          <p:cNvSpPr>
            <a:spLocks noChangeShapeType="1"/>
          </p:cNvSpPr>
          <p:nvPr/>
        </p:nvSpPr>
        <p:spPr bwMode="auto">
          <a:xfrm flipH="1" flipV="1">
            <a:off x="6056601" y="4868141"/>
            <a:ext cx="198437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2" name="Line 158"/>
          <p:cNvSpPr>
            <a:spLocks noChangeShapeType="1"/>
          </p:cNvSpPr>
          <p:nvPr/>
        </p:nvSpPr>
        <p:spPr bwMode="auto">
          <a:xfrm flipH="1" flipV="1">
            <a:off x="5886738" y="4790354"/>
            <a:ext cx="169863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3" name="Line 159"/>
          <p:cNvSpPr>
            <a:spLocks noChangeShapeType="1"/>
          </p:cNvSpPr>
          <p:nvPr/>
        </p:nvSpPr>
        <p:spPr bwMode="auto">
          <a:xfrm flipH="1" flipV="1">
            <a:off x="5726401" y="4712566"/>
            <a:ext cx="160337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4" name="Line 160"/>
          <p:cNvSpPr>
            <a:spLocks noChangeShapeType="1"/>
          </p:cNvSpPr>
          <p:nvPr/>
        </p:nvSpPr>
        <p:spPr bwMode="auto">
          <a:xfrm flipH="1" flipV="1">
            <a:off x="5578763" y="4618904"/>
            <a:ext cx="147638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5" name="Line 161"/>
          <p:cNvSpPr>
            <a:spLocks noChangeShapeType="1"/>
          </p:cNvSpPr>
          <p:nvPr/>
        </p:nvSpPr>
        <p:spPr bwMode="auto">
          <a:xfrm flipH="1" flipV="1">
            <a:off x="5448588" y="4525241"/>
            <a:ext cx="130175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6" name="Line 162"/>
          <p:cNvSpPr>
            <a:spLocks noChangeShapeType="1"/>
          </p:cNvSpPr>
          <p:nvPr/>
        </p:nvSpPr>
        <p:spPr bwMode="auto">
          <a:xfrm flipH="1" flipV="1">
            <a:off x="5329526" y="4431579"/>
            <a:ext cx="119062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7" name="Line 163"/>
          <p:cNvSpPr>
            <a:spLocks noChangeShapeType="1"/>
          </p:cNvSpPr>
          <p:nvPr/>
        </p:nvSpPr>
        <p:spPr bwMode="auto">
          <a:xfrm flipH="1" flipV="1">
            <a:off x="5208876" y="4322041"/>
            <a:ext cx="120650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8" name="Line 164"/>
          <p:cNvSpPr>
            <a:spLocks noChangeShapeType="1"/>
          </p:cNvSpPr>
          <p:nvPr/>
        </p:nvSpPr>
        <p:spPr bwMode="auto">
          <a:xfrm flipH="1" flipV="1">
            <a:off x="5100926" y="4196629"/>
            <a:ext cx="107950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Line 165"/>
          <p:cNvSpPr>
            <a:spLocks noChangeShapeType="1"/>
          </p:cNvSpPr>
          <p:nvPr/>
        </p:nvSpPr>
        <p:spPr bwMode="auto">
          <a:xfrm flipH="1" flipV="1">
            <a:off x="5000913" y="4072804"/>
            <a:ext cx="100013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0" name="Line 166"/>
          <p:cNvSpPr>
            <a:spLocks noChangeShapeType="1"/>
          </p:cNvSpPr>
          <p:nvPr/>
        </p:nvSpPr>
        <p:spPr bwMode="auto">
          <a:xfrm flipH="1" flipV="1">
            <a:off x="4910426" y="3931516"/>
            <a:ext cx="90487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Line 167"/>
          <p:cNvSpPr>
            <a:spLocks noChangeShapeType="1"/>
          </p:cNvSpPr>
          <p:nvPr/>
        </p:nvSpPr>
        <p:spPr bwMode="auto">
          <a:xfrm flipH="1" flipV="1">
            <a:off x="4821526" y="3775941"/>
            <a:ext cx="88900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2" name="Line 168"/>
          <p:cNvSpPr>
            <a:spLocks noChangeShapeType="1"/>
          </p:cNvSpPr>
          <p:nvPr/>
        </p:nvSpPr>
        <p:spPr bwMode="auto">
          <a:xfrm flipH="1" flipV="1">
            <a:off x="4742151" y="3604491"/>
            <a:ext cx="79375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3" name="Line 169"/>
          <p:cNvSpPr>
            <a:spLocks noChangeShapeType="1"/>
          </p:cNvSpPr>
          <p:nvPr/>
        </p:nvSpPr>
        <p:spPr bwMode="auto">
          <a:xfrm flipH="1" flipV="1">
            <a:off x="4672301" y="3401291"/>
            <a:ext cx="69850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4" name="Line 170"/>
          <p:cNvSpPr>
            <a:spLocks noChangeShapeType="1"/>
          </p:cNvSpPr>
          <p:nvPr/>
        </p:nvSpPr>
        <p:spPr bwMode="auto">
          <a:xfrm flipH="1" flipV="1">
            <a:off x="4592926" y="3182216"/>
            <a:ext cx="7937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5" name="Line 171"/>
          <p:cNvSpPr>
            <a:spLocks noChangeShapeType="1"/>
          </p:cNvSpPr>
          <p:nvPr/>
        </p:nvSpPr>
        <p:spPr bwMode="auto">
          <a:xfrm flipH="1" flipV="1">
            <a:off x="4532601" y="2932979"/>
            <a:ext cx="60325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6" name="Line 172"/>
          <p:cNvSpPr>
            <a:spLocks noChangeShapeType="1"/>
          </p:cNvSpPr>
          <p:nvPr/>
        </p:nvSpPr>
        <p:spPr bwMode="auto">
          <a:xfrm flipH="1" flipV="1">
            <a:off x="4462751" y="2636116"/>
            <a:ext cx="69850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7" name="Line 173"/>
          <p:cNvSpPr>
            <a:spLocks noChangeShapeType="1"/>
          </p:cNvSpPr>
          <p:nvPr/>
        </p:nvSpPr>
        <p:spPr bwMode="auto">
          <a:xfrm flipH="1" flipV="1">
            <a:off x="4404013" y="2307504"/>
            <a:ext cx="58738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8" name="Rectangle 174"/>
          <p:cNvSpPr>
            <a:spLocks noChangeArrowheads="1"/>
          </p:cNvSpPr>
          <p:nvPr/>
        </p:nvSpPr>
        <p:spPr bwMode="auto">
          <a:xfrm>
            <a:off x="3697576" y="5619029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9" name="Rectangle 175"/>
          <p:cNvSpPr>
            <a:spLocks noChangeArrowheads="1"/>
          </p:cNvSpPr>
          <p:nvPr/>
        </p:nvSpPr>
        <p:spPr bwMode="auto">
          <a:xfrm>
            <a:off x="3646776" y="5025304"/>
            <a:ext cx="1524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0" name="Rectangle 176"/>
          <p:cNvSpPr>
            <a:spLocks noChangeArrowheads="1"/>
          </p:cNvSpPr>
          <p:nvPr/>
        </p:nvSpPr>
        <p:spPr bwMode="auto">
          <a:xfrm>
            <a:off x="3597563" y="4415704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1" name="Rectangle 177"/>
          <p:cNvSpPr>
            <a:spLocks noChangeArrowheads="1"/>
          </p:cNvSpPr>
          <p:nvPr/>
        </p:nvSpPr>
        <p:spPr bwMode="auto">
          <a:xfrm>
            <a:off x="3597563" y="3823566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2" name="Rectangle 178"/>
          <p:cNvSpPr>
            <a:spLocks noChangeArrowheads="1"/>
          </p:cNvSpPr>
          <p:nvPr/>
        </p:nvSpPr>
        <p:spPr bwMode="auto">
          <a:xfrm>
            <a:off x="3597563" y="3213966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3" name="Rectangle 179"/>
          <p:cNvSpPr>
            <a:spLocks noChangeArrowheads="1"/>
          </p:cNvSpPr>
          <p:nvPr/>
        </p:nvSpPr>
        <p:spPr bwMode="auto">
          <a:xfrm>
            <a:off x="3597563" y="2620241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4" name="Rectangle 180"/>
          <p:cNvSpPr>
            <a:spLocks noChangeArrowheads="1"/>
          </p:cNvSpPr>
          <p:nvPr/>
        </p:nvSpPr>
        <p:spPr bwMode="auto">
          <a:xfrm>
            <a:off x="10414288" y="4806229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0,4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5" name="Rectangle 181"/>
          <p:cNvSpPr>
            <a:spLocks noChangeArrowheads="1"/>
          </p:cNvSpPr>
          <p:nvPr/>
        </p:nvSpPr>
        <p:spPr bwMode="auto">
          <a:xfrm>
            <a:off x="10414288" y="3807691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0,6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6" name="Rectangle 182"/>
          <p:cNvSpPr>
            <a:spLocks noChangeArrowheads="1"/>
          </p:cNvSpPr>
          <p:nvPr/>
        </p:nvSpPr>
        <p:spPr bwMode="auto">
          <a:xfrm>
            <a:off x="10414288" y="4415704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0,5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7" name="Rectangle 183"/>
          <p:cNvSpPr>
            <a:spLocks noChangeArrowheads="1"/>
          </p:cNvSpPr>
          <p:nvPr/>
        </p:nvSpPr>
        <p:spPr bwMode="auto">
          <a:xfrm>
            <a:off x="10414288" y="5322166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8" name="Rectangle 184"/>
          <p:cNvSpPr>
            <a:spLocks noChangeArrowheads="1"/>
          </p:cNvSpPr>
          <p:nvPr/>
        </p:nvSpPr>
        <p:spPr bwMode="auto">
          <a:xfrm>
            <a:off x="10412701" y="5493616"/>
            <a:ext cx="1905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0,1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9" name="Rectangle 185"/>
          <p:cNvSpPr>
            <a:spLocks noChangeArrowheads="1"/>
          </p:cNvSpPr>
          <p:nvPr/>
        </p:nvSpPr>
        <p:spPr bwMode="auto">
          <a:xfrm>
            <a:off x="10401588" y="5087216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0,3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90" name="Group 186"/>
          <p:cNvGrpSpPr>
            <a:grpSpLocks/>
          </p:cNvGrpSpPr>
          <p:nvPr/>
        </p:nvGrpSpPr>
        <p:grpSpPr bwMode="auto">
          <a:xfrm>
            <a:off x="3908713" y="1715366"/>
            <a:ext cx="157163" cy="669925"/>
            <a:chOff x="708" y="810"/>
            <a:chExt cx="99" cy="422"/>
          </a:xfrm>
        </p:grpSpPr>
        <p:sp>
          <p:nvSpPr>
            <p:cNvPr id="191" name="Freeform 187"/>
            <p:cNvSpPr>
              <a:spLocks/>
            </p:cNvSpPr>
            <p:nvPr/>
          </p:nvSpPr>
          <p:spPr bwMode="auto">
            <a:xfrm>
              <a:off x="708" y="810"/>
              <a:ext cx="99" cy="147"/>
            </a:xfrm>
            <a:custGeom>
              <a:avLst/>
              <a:gdLst>
                <a:gd name="T0" fmla="*/ 49 w 99"/>
                <a:gd name="T1" fmla="*/ 0 h 147"/>
                <a:gd name="T2" fmla="*/ 99 w 99"/>
                <a:gd name="T3" fmla="*/ 147 h 147"/>
                <a:gd name="T4" fmla="*/ 49 w 99"/>
                <a:gd name="T5" fmla="*/ 98 h 147"/>
                <a:gd name="T6" fmla="*/ 0 w 99"/>
                <a:gd name="T7" fmla="*/ 147 h 147"/>
                <a:gd name="T8" fmla="*/ 49 w 99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9" h="147">
                  <a:moveTo>
                    <a:pt x="49" y="0"/>
                  </a:moveTo>
                  <a:lnTo>
                    <a:pt x="99" y="147"/>
                  </a:lnTo>
                  <a:lnTo>
                    <a:pt x="49" y="98"/>
                  </a:lnTo>
                  <a:lnTo>
                    <a:pt x="0" y="147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2" name="Line 188"/>
            <p:cNvSpPr>
              <a:spLocks noChangeShapeType="1"/>
            </p:cNvSpPr>
            <p:nvPr/>
          </p:nvSpPr>
          <p:spPr bwMode="auto">
            <a:xfrm flipV="1">
              <a:off x="757" y="908"/>
              <a:ext cx="1" cy="324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93" name="Rectangle 189"/>
          <p:cNvSpPr>
            <a:spLocks noChangeArrowheads="1"/>
          </p:cNvSpPr>
          <p:nvPr/>
        </p:nvSpPr>
        <p:spPr bwMode="auto">
          <a:xfrm>
            <a:off x="3643601" y="1651866"/>
            <a:ext cx="155575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7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4" name="Rectangle 190"/>
          <p:cNvSpPr>
            <a:spLocks noChangeArrowheads="1"/>
          </p:cNvSpPr>
          <p:nvPr/>
        </p:nvSpPr>
        <p:spPr bwMode="auto">
          <a:xfrm>
            <a:off x="3799176" y="1777279"/>
            <a:ext cx="58737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5" name="Rectangle 191"/>
          <p:cNvSpPr>
            <a:spLocks noChangeArrowheads="1"/>
          </p:cNvSpPr>
          <p:nvPr/>
        </p:nvSpPr>
        <p:spPr bwMode="auto">
          <a:xfrm>
            <a:off x="10822276" y="5866679"/>
            <a:ext cx="84137" cy="258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7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6" name="Rectangle 192"/>
          <p:cNvSpPr>
            <a:spLocks noChangeArrowheads="1"/>
          </p:cNvSpPr>
          <p:nvPr/>
        </p:nvSpPr>
        <p:spPr bwMode="auto">
          <a:xfrm>
            <a:off x="10947688" y="5993679"/>
            <a:ext cx="587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7" name="Freeform 193"/>
          <p:cNvSpPr>
            <a:spLocks/>
          </p:cNvSpPr>
          <p:nvPr/>
        </p:nvSpPr>
        <p:spPr bwMode="auto">
          <a:xfrm>
            <a:off x="10604788" y="5674591"/>
            <a:ext cx="217488" cy="139700"/>
          </a:xfrm>
          <a:custGeom>
            <a:avLst/>
            <a:gdLst>
              <a:gd name="T0" fmla="*/ 2147483646 w 137"/>
              <a:gd name="T1" fmla="*/ 2147483646 h 88"/>
              <a:gd name="T2" fmla="*/ 0 w 137"/>
              <a:gd name="T3" fmla="*/ 2147483646 h 88"/>
              <a:gd name="T4" fmla="*/ 2147483646 w 137"/>
              <a:gd name="T5" fmla="*/ 2147483646 h 88"/>
              <a:gd name="T6" fmla="*/ 0 w 137"/>
              <a:gd name="T7" fmla="*/ 0 h 88"/>
              <a:gd name="T8" fmla="*/ 2147483646 w 137"/>
              <a:gd name="T9" fmla="*/ 2147483646 h 8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7" h="88">
                <a:moveTo>
                  <a:pt x="137" y="39"/>
                </a:moveTo>
                <a:lnTo>
                  <a:pt x="0" y="88"/>
                </a:lnTo>
                <a:lnTo>
                  <a:pt x="39" y="39"/>
                </a:lnTo>
                <a:lnTo>
                  <a:pt x="0" y="0"/>
                </a:lnTo>
                <a:lnTo>
                  <a:pt x="137" y="3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8" name="Line 194"/>
          <p:cNvSpPr>
            <a:spLocks noChangeShapeType="1"/>
          </p:cNvSpPr>
          <p:nvPr/>
        </p:nvSpPr>
        <p:spPr bwMode="auto">
          <a:xfrm>
            <a:off x="10026938" y="5736504"/>
            <a:ext cx="639763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9" name="Line 195"/>
          <p:cNvSpPr>
            <a:spLocks noChangeShapeType="1"/>
          </p:cNvSpPr>
          <p:nvPr/>
        </p:nvSpPr>
        <p:spPr bwMode="auto">
          <a:xfrm>
            <a:off x="3489613" y="2715491"/>
            <a:ext cx="268605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0" name="Line 196"/>
          <p:cNvSpPr>
            <a:spLocks noChangeShapeType="1"/>
          </p:cNvSpPr>
          <p:nvPr/>
        </p:nvSpPr>
        <p:spPr bwMode="auto">
          <a:xfrm flipH="1" flipV="1">
            <a:off x="9463376" y="2821854"/>
            <a:ext cx="9525" cy="3009900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01" name="Groupe 200"/>
          <p:cNvGrpSpPr>
            <a:grpSpLocks/>
          </p:cNvGrpSpPr>
          <p:nvPr/>
        </p:nvGrpSpPr>
        <p:grpSpPr bwMode="auto">
          <a:xfrm>
            <a:off x="3870613" y="1572491"/>
            <a:ext cx="4826000" cy="4152900"/>
            <a:chOff x="1085850" y="1143000"/>
            <a:chExt cx="4826255" cy="4152900"/>
          </a:xfrm>
        </p:grpSpPr>
        <p:sp>
          <p:nvSpPr>
            <p:cNvPr id="202" name="Line 8"/>
            <p:cNvSpPr>
              <a:spLocks noChangeShapeType="1"/>
            </p:cNvSpPr>
            <p:nvPr/>
          </p:nvSpPr>
          <p:spPr bwMode="auto">
            <a:xfrm flipV="1">
              <a:off x="1085850" y="1438275"/>
              <a:ext cx="2581275" cy="3857625"/>
            </a:xfrm>
            <a:prstGeom prst="line">
              <a:avLst/>
            </a:prstGeom>
            <a:noFill/>
            <a:ln w="19050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3" name="Text Box 198"/>
            <p:cNvSpPr txBox="1">
              <a:spLocks noChangeArrowheads="1"/>
            </p:cNvSpPr>
            <p:nvPr/>
          </p:nvSpPr>
          <p:spPr bwMode="auto">
            <a:xfrm>
              <a:off x="3784600" y="1143000"/>
              <a:ext cx="212750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R</a:t>
              </a:r>
              <a:r>
                <a:rPr lang="en-CA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max</a:t>
              </a:r>
              <a:r>
                <a:rPr lang="en-CA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 : minimal load</a:t>
              </a:r>
            </a:p>
          </p:txBody>
        </p:sp>
      </p:grpSp>
      <p:grpSp>
        <p:nvGrpSpPr>
          <p:cNvPr id="204" name="Groupe 203"/>
          <p:cNvGrpSpPr>
            <a:grpSpLocks/>
          </p:cNvGrpSpPr>
          <p:nvPr/>
        </p:nvGrpSpPr>
        <p:grpSpPr bwMode="auto">
          <a:xfrm>
            <a:off x="3872201" y="2993304"/>
            <a:ext cx="7058025" cy="2752725"/>
            <a:chOff x="1087438" y="2563813"/>
            <a:chExt cx="7058405" cy="2752725"/>
          </a:xfrm>
        </p:grpSpPr>
        <p:sp>
          <p:nvSpPr>
            <p:cNvPr id="205" name="Line 197"/>
            <p:cNvSpPr>
              <a:spLocks noChangeShapeType="1"/>
            </p:cNvSpPr>
            <p:nvPr/>
          </p:nvSpPr>
          <p:spPr bwMode="auto">
            <a:xfrm flipV="1">
              <a:off x="1087438" y="3068638"/>
              <a:ext cx="6943725" cy="224790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6" name="Text Box 199"/>
            <p:cNvSpPr txBox="1">
              <a:spLocks noChangeArrowheads="1"/>
            </p:cNvSpPr>
            <p:nvPr/>
          </p:nvSpPr>
          <p:spPr bwMode="auto">
            <a:xfrm>
              <a:off x="6005513" y="2563813"/>
              <a:ext cx="214033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R</a:t>
              </a:r>
              <a:r>
                <a:rPr lang="en-CA" altLang="fr-FR" sz="18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min</a:t>
              </a:r>
              <a:r>
                <a:rPr lang="en-CA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 : maximal load</a:t>
              </a:r>
            </a:p>
          </p:txBody>
        </p:sp>
      </p:grpSp>
      <p:sp>
        <p:nvSpPr>
          <p:cNvPr id="207" name="Text Box 200"/>
          <p:cNvSpPr txBox="1">
            <a:spLocks noChangeArrowheads="1"/>
          </p:cNvSpPr>
          <p:nvPr/>
        </p:nvSpPr>
        <p:spPr bwMode="auto">
          <a:xfrm>
            <a:off x="3054638" y="2505941"/>
            <a:ext cx="6873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smax</a:t>
            </a:r>
          </a:p>
        </p:txBody>
      </p:sp>
      <p:sp>
        <p:nvSpPr>
          <p:cNvPr id="208" name="Text Box 201"/>
          <p:cNvSpPr txBox="1">
            <a:spLocks noChangeArrowheads="1"/>
          </p:cNvSpPr>
          <p:nvPr/>
        </p:nvSpPr>
        <p:spPr bwMode="auto">
          <a:xfrm>
            <a:off x="9123651" y="5879379"/>
            <a:ext cx="6111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smax</a:t>
            </a:r>
          </a:p>
        </p:txBody>
      </p:sp>
      <p:sp>
        <p:nvSpPr>
          <p:cNvPr id="209" name="ZoneTexte 208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728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Boundary mode: Output filtering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5614666" y="2512924"/>
            <a:ext cx="288925" cy="10795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33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" name="Line 4"/>
          <p:cNvSpPr>
            <a:spLocks noChangeShapeType="1"/>
          </p:cNvSpPr>
          <p:nvPr/>
        </p:nvSpPr>
        <p:spPr bwMode="auto">
          <a:xfrm>
            <a:off x="5759129" y="3594012"/>
            <a:ext cx="0" cy="2873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5"/>
          <p:cNvSpPr>
            <a:spLocks noChangeShapeType="1"/>
          </p:cNvSpPr>
          <p:nvPr/>
        </p:nvSpPr>
        <p:spPr bwMode="auto">
          <a:xfrm flipH="1">
            <a:off x="3387404" y="3881349"/>
            <a:ext cx="23717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6"/>
          <p:cNvSpPr>
            <a:spLocks noChangeShapeType="1"/>
          </p:cNvSpPr>
          <p:nvPr/>
        </p:nvSpPr>
        <p:spPr bwMode="auto">
          <a:xfrm flipV="1">
            <a:off x="5759129" y="2154149"/>
            <a:ext cx="0" cy="3587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7"/>
          <p:cNvSpPr>
            <a:spLocks noChangeShapeType="1"/>
          </p:cNvSpPr>
          <p:nvPr/>
        </p:nvSpPr>
        <p:spPr bwMode="auto">
          <a:xfrm flipH="1">
            <a:off x="4030341" y="2154149"/>
            <a:ext cx="17287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8"/>
          <p:cNvSpPr>
            <a:spLocks noChangeShapeType="1"/>
          </p:cNvSpPr>
          <p:nvPr/>
        </p:nvSpPr>
        <p:spPr bwMode="auto">
          <a:xfrm>
            <a:off x="4895529" y="2154149"/>
            <a:ext cx="0" cy="790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9"/>
          <p:cNvSpPr>
            <a:spLocks noChangeShapeType="1"/>
          </p:cNvSpPr>
          <p:nvPr/>
        </p:nvSpPr>
        <p:spPr bwMode="auto">
          <a:xfrm>
            <a:off x="4535166" y="2946312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0"/>
          <p:cNvSpPr>
            <a:spLocks noChangeShapeType="1"/>
          </p:cNvSpPr>
          <p:nvPr/>
        </p:nvSpPr>
        <p:spPr bwMode="auto">
          <a:xfrm>
            <a:off x="4535166" y="3089187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1"/>
          <p:cNvSpPr>
            <a:spLocks noChangeShapeType="1"/>
          </p:cNvSpPr>
          <p:nvPr/>
        </p:nvSpPr>
        <p:spPr bwMode="auto">
          <a:xfrm>
            <a:off x="4895529" y="3089187"/>
            <a:ext cx="0" cy="7921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2"/>
          <p:cNvSpPr>
            <a:spLocks noChangeShapeType="1"/>
          </p:cNvSpPr>
          <p:nvPr/>
        </p:nvSpPr>
        <p:spPr bwMode="auto">
          <a:xfrm flipH="1">
            <a:off x="4301804" y="2298612"/>
            <a:ext cx="19050" cy="14509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13"/>
          <p:cNvSpPr txBox="1">
            <a:spLocks noChangeArrowheads="1"/>
          </p:cNvSpPr>
          <p:nvPr/>
        </p:nvSpPr>
        <p:spPr bwMode="auto">
          <a:xfrm>
            <a:off x="5111429" y="3162212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R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1" name="Text Box 14"/>
          <p:cNvSpPr txBox="1">
            <a:spLocks noChangeArrowheads="1"/>
          </p:cNvSpPr>
          <p:nvPr/>
        </p:nvSpPr>
        <p:spPr bwMode="auto">
          <a:xfrm>
            <a:off x="4390704" y="3298737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C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2" name="Line 15"/>
          <p:cNvSpPr>
            <a:spLocks noChangeShapeType="1"/>
          </p:cNvSpPr>
          <p:nvPr/>
        </p:nvSpPr>
        <p:spPr bwMode="auto">
          <a:xfrm>
            <a:off x="4319266" y="2154149"/>
            <a:ext cx="8731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Text Box 16"/>
          <p:cNvSpPr txBox="1">
            <a:spLocks noChangeArrowheads="1"/>
          </p:cNvSpPr>
          <p:nvPr/>
        </p:nvSpPr>
        <p:spPr bwMode="auto">
          <a:xfrm>
            <a:off x="4174804" y="1650912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24" name="Line 17"/>
          <p:cNvSpPr>
            <a:spLocks noChangeShapeType="1"/>
          </p:cNvSpPr>
          <p:nvPr/>
        </p:nvSpPr>
        <p:spPr bwMode="auto">
          <a:xfrm flipV="1">
            <a:off x="5216204" y="2135099"/>
            <a:ext cx="236537" cy="28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Text Box 18"/>
          <p:cNvSpPr txBox="1">
            <a:spLocks noChangeArrowheads="1"/>
          </p:cNvSpPr>
          <p:nvPr/>
        </p:nvSpPr>
        <p:spPr bwMode="auto">
          <a:xfrm>
            <a:off x="5111429" y="1650912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6" name="Line 19"/>
          <p:cNvSpPr>
            <a:spLocks noChangeShapeType="1"/>
          </p:cNvSpPr>
          <p:nvPr/>
        </p:nvSpPr>
        <p:spPr bwMode="auto">
          <a:xfrm>
            <a:off x="4895529" y="2585949"/>
            <a:ext cx="9525" cy="68263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Text Box 20"/>
          <p:cNvSpPr txBox="1">
            <a:spLocks noChangeArrowheads="1"/>
          </p:cNvSpPr>
          <p:nvPr/>
        </p:nvSpPr>
        <p:spPr bwMode="auto">
          <a:xfrm>
            <a:off x="4966966" y="244307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grpSp>
        <p:nvGrpSpPr>
          <p:cNvPr id="28" name="Group 21"/>
          <p:cNvGrpSpPr>
            <a:grpSpLocks/>
          </p:cNvGrpSpPr>
          <p:nvPr/>
        </p:nvGrpSpPr>
        <p:grpSpPr bwMode="auto">
          <a:xfrm>
            <a:off x="6752904" y="3030449"/>
            <a:ext cx="4397375" cy="1428750"/>
            <a:chOff x="2605" y="1734"/>
            <a:chExt cx="2770" cy="900"/>
          </a:xfrm>
        </p:grpSpPr>
        <p:grpSp>
          <p:nvGrpSpPr>
            <p:cNvPr id="29" name="Group 22"/>
            <p:cNvGrpSpPr>
              <a:grpSpLocks/>
            </p:cNvGrpSpPr>
            <p:nvPr/>
          </p:nvGrpSpPr>
          <p:grpSpPr bwMode="auto">
            <a:xfrm>
              <a:off x="2605" y="2335"/>
              <a:ext cx="2770" cy="56"/>
              <a:chOff x="300" y="5640"/>
              <a:chExt cx="6925" cy="140"/>
            </a:xfrm>
          </p:grpSpPr>
          <p:sp>
            <p:nvSpPr>
              <p:cNvPr id="36" name="Freeform 23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7" name="Line 24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V="1">
              <a:off x="2699" y="1772"/>
              <a:ext cx="0" cy="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3604" y="1863"/>
              <a:ext cx="456" cy="638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2699" y="2498"/>
              <a:ext cx="908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 flipV="1">
              <a:off x="3607" y="1863"/>
              <a:ext cx="0" cy="635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4060" y="2498"/>
              <a:ext cx="907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Box 30"/>
            <p:cNvSpPr txBox="1">
              <a:spLocks noChangeArrowheads="1"/>
            </p:cNvSpPr>
            <p:nvPr/>
          </p:nvSpPr>
          <p:spPr bwMode="auto">
            <a:xfrm>
              <a:off x="2756" y="1734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C</a:t>
              </a:r>
            </a:p>
          </p:txBody>
        </p:sp>
      </p:grpSp>
      <p:grpSp>
        <p:nvGrpSpPr>
          <p:cNvPr id="38" name="Group 31"/>
          <p:cNvGrpSpPr>
            <a:grpSpLocks/>
          </p:cNvGrpSpPr>
          <p:nvPr/>
        </p:nvGrpSpPr>
        <p:grpSpPr bwMode="auto">
          <a:xfrm>
            <a:off x="3766816" y="1925549"/>
            <a:ext cx="265113" cy="388938"/>
            <a:chOff x="939" y="1043"/>
            <a:chExt cx="167" cy="245"/>
          </a:xfrm>
        </p:grpSpPr>
        <p:sp>
          <p:nvSpPr>
            <p:cNvPr id="39" name="Line 32"/>
            <p:cNvSpPr>
              <a:spLocks noChangeShapeType="1"/>
            </p:cNvSpPr>
            <p:nvPr/>
          </p:nvSpPr>
          <p:spPr bwMode="auto">
            <a:xfrm>
              <a:off x="1105" y="1043"/>
              <a:ext cx="1" cy="245"/>
            </a:xfrm>
            <a:prstGeom prst="line">
              <a:avLst/>
            </a:prstGeom>
            <a:noFill/>
            <a:ln w="460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3"/>
            <p:cNvSpPr>
              <a:spLocks noChangeShapeType="1"/>
            </p:cNvSpPr>
            <p:nvPr/>
          </p:nvSpPr>
          <p:spPr bwMode="auto">
            <a:xfrm flipH="1" flipV="1">
              <a:off x="939" y="1043"/>
              <a:ext cx="166" cy="123"/>
            </a:xfrm>
            <a:prstGeom prst="line">
              <a:avLst/>
            </a:prstGeom>
            <a:noFill/>
            <a:ln w="238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4"/>
            <p:cNvSpPr>
              <a:spLocks noChangeShapeType="1"/>
            </p:cNvSpPr>
            <p:nvPr/>
          </p:nvSpPr>
          <p:spPr bwMode="auto">
            <a:xfrm>
              <a:off x="939" y="1043"/>
              <a:ext cx="1" cy="245"/>
            </a:xfrm>
            <a:prstGeom prst="line">
              <a:avLst/>
            </a:prstGeom>
            <a:noFill/>
            <a:ln w="238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5"/>
            <p:cNvSpPr>
              <a:spLocks noChangeShapeType="1"/>
            </p:cNvSpPr>
            <p:nvPr/>
          </p:nvSpPr>
          <p:spPr bwMode="auto">
            <a:xfrm flipV="1">
              <a:off x="939" y="1166"/>
              <a:ext cx="166" cy="122"/>
            </a:xfrm>
            <a:prstGeom prst="line">
              <a:avLst/>
            </a:prstGeom>
            <a:noFill/>
            <a:ln w="238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3" name="Line 36"/>
          <p:cNvSpPr>
            <a:spLocks noChangeShapeType="1"/>
          </p:cNvSpPr>
          <p:nvPr/>
        </p:nvSpPr>
        <p:spPr bwMode="auto">
          <a:xfrm flipH="1">
            <a:off x="3384229" y="2136687"/>
            <a:ext cx="39528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Text Box 37"/>
          <p:cNvSpPr txBox="1">
            <a:spLocks noChangeArrowheads="1"/>
          </p:cNvSpPr>
          <p:nvPr/>
        </p:nvSpPr>
        <p:spPr bwMode="auto">
          <a:xfrm>
            <a:off x="3903341" y="280502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45" name="Group 38"/>
          <p:cNvGrpSpPr>
            <a:grpSpLocks/>
          </p:cNvGrpSpPr>
          <p:nvPr/>
        </p:nvGrpSpPr>
        <p:grpSpPr bwMode="auto">
          <a:xfrm>
            <a:off x="6451279" y="1139737"/>
            <a:ext cx="4703762" cy="4976812"/>
            <a:chOff x="2415" y="543"/>
            <a:chExt cx="2963" cy="3135"/>
          </a:xfrm>
        </p:grpSpPr>
        <p:grpSp>
          <p:nvGrpSpPr>
            <p:cNvPr id="46" name="Group 39"/>
            <p:cNvGrpSpPr>
              <a:grpSpLocks/>
            </p:cNvGrpSpPr>
            <p:nvPr/>
          </p:nvGrpSpPr>
          <p:grpSpPr bwMode="auto">
            <a:xfrm>
              <a:off x="2608" y="1383"/>
              <a:ext cx="2770" cy="56"/>
              <a:chOff x="300" y="5640"/>
              <a:chExt cx="6925" cy="140"/>
            </a:xfrm>
          </p:grpSpPr>
          <p:sp>
            <p:nvSpPr>
              <p:cNvPr id="60" name="Freeform 40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41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" name="Rectangle 42"/>
            <p:cNvSpPr>
              <a:spLocks noChangeArrowheads="1"/>
            </p:cNvSpPr>
            <p:nvPr/>
          </p:nvSpPr>
          <p:spPr bwMode="auto">
            <a:xfrm>
              <a:off x="5346" y="1207"/>
              <a:ext cx="2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 flipV="1">
              <a:off x="2702" y="548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3606" y="775"/>
              <a:ext cx="0" cy="29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4059" y="820"/>
              <a:ext cx="0" cy="28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3604" y="775"/>
              <a:ext cx="456" cy="63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2699" y="1410"/>
              <a:ext cx="908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V="1">
              <a:off x="3607" y="775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4060" y="1410"/>
              <a:ext cx="907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Text Box 50"/>
            <p:cNvSpPr txBox="1">
              <a:spLocks noChangeArrowheads="1"/>
            </p:cNvSpPr>
            <p:nvPr/>
          </p:nvSpPr>
          <p:spPr bwMode="auto">
            <a:xfrm>
              <a:off x="2747" y="543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D</a:t>
              </a:r>
            </a:p>
          </p:txBody>
        </p:sp>
        <p:sp>
          <p:nvSpPr>
            <p:cNvPr id="56" name="Line 51"/>
            <p:cNvSpPr>
              <a:spLocks noChangeShapeType="1"/>
            </p:cNvSpPr>
            <p:nvPr/>
          </p:nvSpPr>
          <p:spPr bwMode="auto">
            <a:xfrm>
              <a:off x="2664" y="1254"/>
              <a:ext cx="2280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Text Box 52"/>
            <p:cNvSpPr txBox="1">
              <a:spLocks noChangeArrowheads="1"/>
            </p:cNvSpPr>
            <p:nvPr/>
          </p:nvSpPr>
          <p:spPr bwMode="auto">
            <a:xfrm>
              <a:off x="2415" y="1069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FF9900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58" name="Rectangle 53"/>
            <p:cNvSpPr>
              <a:spLocks noChangeArrowheads="1"/>
            </p:cNvSpPr>
            <p:nvPr/>
          </p:nvSpPr>
          <p:spPr bwMode="auto">
            <a:xfrm>
              <a:off x="4105" y="1454"/>
              <a:ext cx="78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6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6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54"/>
            <p:cNvSpPr>
              <a:spLocks noChangeArrowheads="1"/>
            </p:cNvSpPr>
            <p:nvPr/>
          </p:nvSpPr>
          <p:spPr bwMode="auto">
            <a:xfrm>
              <a:off x="3428" y="1449"/>
              <a:ext cx="159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6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r>
                <a:rPr lang="en-US" altLang="fr-FR" sz="16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600">
                <a:latin typeface="Times New Roman" panose="02020603050405020304" pitchFamily="18" charset="0"/>
              </a:endParaRPr>
            </a:p>
          </p:txBody>
        </p:sp>
      </p:grpSp>
      <p:sp>
        <p:nvSpPr>
          <p:cNvPr id="62" name="Line 55"/>
          <p:cNvSpPr>
            <a:spLocks noChangeShapeType="1"/>
          </p:cNvSpPr>
          <p:nvPr/>
        </p:nvSpPr>
        <p:spPr bwMode="auto">
          <a:xfrm flipV="1">
            <a:off x="8892854" y="3774987"/>
            <a:ext cx="1587" cy="1857375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3" name="Group 56"/>
          <p:cNvGrpSpPr>
            <a:grpSpLocks/>
          </p:cNvGrpSpPr>
          <p:nvPr/>
        </p:nvGrpSpPr>
        <p:grpSpPr bwMode="auto">
          <a:xfrm>
            <a:off x="6752904" y="4532224"/>
            <a:ext cx="4579937" cy="1871663"/>
            <a:chOff x="2605" y="2680"/>
            <a:chExt cx="2885" cy="1179"/>
          </a:xfrm>
        </p:grpSpPr>
        <p:sp>
          <p:nvSpPr>
            <p:cNvPr id="64" name="Text Box 57"/>
            <p:cNvSpPr txBox="1">
              <a:spLocks noChangeArrowheads="1"/>
            </p:cNvSpPr>
            <p:nvPr/>
          </p:nvSpPr>
          <p:spPr bwMode="auto">
            <a:xfrm>
              <a:off x="2744" y="2680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grpSp>
          <p:nvGrpSpPr>
            <p:cNvPr id="65" name="Group 58"/>
            <p:cNvGrpSpPr>
              <a:grpSpLocks/>
            </p:cNvGrpSpPr>
            <p:nvPr/>
          </p:nvGrpSpPr>
          <p:grpSpPr bwMode="auto">
            <a:xfrm>
              <a:off x="2605" y="2725"/>
              <a:ext cx="2885" cy="1134"/>
              <a:chOff x="2605" y="2725"/>
              <a:chExt cx="2885" cy="1134"/>
            </a:xfrm>
          </p:grpSpPr>
          <p:grpSp>
            <p:nvGrpSpPr>
              <p:cNvPr id="66" name="Group 59"/>
              <p:cNvGrpSpPr>
                <a:grpSpLocks/>
              </p:cNvGrpSpPr>
              <p:nvPr/>
            </p:nvGrpSpPr>
            <p:grpSpPr bwMode="auto">
              <a:xfrm>
                <a:off x="2605" y="3712"/>
                <a:ext cx="2770" cy="56"/>
                <a:chOff x="300" y="5640"/>
                <a:chExt cx="6925" cy="140"/>
              </a:xfrm>
            </p:grpSpPr>
            <p:sp>
              <p:nvSpPr>
                <p:cNvPr id="75" name="Freeform 60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6" name="Line 61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67" name="Line 62"/>
              <p:cNvSpPr>
                <a:spLocks noChangeShapeType="1"/>
              </p:cNvSpPr>
              <p:nvPr/>
            </p:nvSpPr>
            <p:spPr bwMode="auto">
              <a:xfrm flipV="1">
                <a:off x="2699" y="2725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63"/>
              <p:cNvSpPr>
                <a:spLocks noChangeShapeType="1"/>
              </p:cNvSpPr>
              <p:nvPr/>
            </p:nvSpPr>
            <p:spPr bwMode="auto">
              <a:xfrm>
                <a:off x="2699" y="2952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Arc 64"/>
              <p:cNvSpPr>
                <a:spLocks/>
              </p:cNvSpPr>
              <p:nvPr/>
            </p:nvSpPr>
            <p:spPr bwMode="auto">
              <a:xfrm rot="5795392" flipH="1" flipV="1">
                <a:off x="3611" y="2913"/>
                <a:ext cx="443" cy="414"/>
              </a:xfrm>
              <a:custGeom>
                <a:avLst/>
                <a:gdLst>
                  <a:gd name="T0" fmla="*/ 0 w 21600"/>
                  <a:gd name="T1" fmla="*/ 0 h 27567"/>
                  <a:gd name="T2" fmla="*/ 0 w 21600"/>
                  <a:gd name="T3" fmla="*/ 0 h 27567"/>
                  <a:gd name="T4" fmla="*/ 0 w 21600"/>
                  <a:gd name="T5" fmla="*/ 0 h 27567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7567" fill="none" extrusionOk="0">
                    <a:moveTo>
                      <a:pt x="2157" y="-1"/>
                    </a:moveTo>
                    <a:cubicBezTo>
                      <a:pt x="13195" y="1107"/>
                      <a:pt x="21600" y="10397"/>
                      <a:pt x="21600" y="21492"/>
                    </a:cubicBezTo>
                    <a:cubicBezTo>
                      <a:pt x="21600" y="23548"/>
                      <a:pt x="21306" y="25593"/>
                      <a:pt x="20728" y="27567"/>
                    </a:cubicBezTo>
                  </a:path>
                  <a:path w="21600" h="27567" stroke="0" extrusionOk="0">
                    <a:moveTo>
                      <a:pt x="2157" y="-1"/>
                    </a:moveTo>
                    <a:cubicBezTo>
                      <a:pt x="13195" y="1107"/>
                      <a:pt x="21600" y="10397"/>
                      <a:pt x="21600" y="21492"/>
                    </a:cubicBezTo>
                    <a:cubicBezTo>
                      <a:pt x="21600" y="23548"/>
                      <a:pt x="21306" y="25593"/>
                      <a:pt x="20728" y="27567"/>
                    </a:cubicBezTo>
                    <a:lnTo>
                      <a:pt x="0" y="21492"/>
                    </a:lnTo>
                    <a:lnTo>
                      <a:pt x="2157" y="-1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0" name="Line 65"/>
              <p:cNvSpPr>
                <a:spLocks noChangeShapeType="1"/>
              </p:cNvSpPr>
              <p:nvPr/>
            </p:nvSpPr>
            <p:spPr bwMode="auto">
              <a:xfrm>
                <a:off x="2608" y="2898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66"/>
              <p:cNvSpPr>
                <a:spLocks noChangeShapeType="1"/>
              </p:cNvSpPr>
              <p:nvPr/>
            </p:nvSpPr>
            <p:spPr bwMode="auto">
              <a:xfrm>
                <a:off x="4059" y="294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67"/>
              <p:cNvSpPr>
                <a:spLocks noChangeShapeType="1"/>
              </p:cNvSpPr>
              <p:nvPr/>
            </p:nvSpPr>
            <p:spPr bwMode="auto">
              <a:xfrm>
                <a:off x="2608" y="3269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68"/>
              <p:cNvSpPr>
                <a:spLocks noChangeShapeType="1"/>
              </p:cNvSpPr>
              <p:nvPr/>
            </p:nvSpPr>
            <p:spPr bwMode="auto">
              <a:xfrm>
                <a:off x="5136" y="2898"/>
                <a:ext cx="0" cy="36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 type="triangle" w="lg" len="lg"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Text Box 69"/>
              <p:cNvSpPr txBox="1">
                <a:spLocks noChangeArrowheads="1"/>
              </p:cNvSpPr>
              <p:nvPr/>
            </p:nvSpPr>
            <p:spPr bwMode="auto">
              <a:xfrm>
                <a:off x="5138" y="2939"/>
                <a:ext cx="352" cy="2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000" b="1">
                    <a:latin typeface="Symbol" panose="05050102010706020507" pitchFamily="18" charset="2"/>
                  </a:rPr>
                  <a:t>D</a:t>
                </a:r>
                <a:r>
                  <a:rPr lang="fr-FR" altLang="fr-FR" sz="2000" b="1">
                    <a:latin typeface="Times New Roman" panose="02020603050405020304" pitchFamily="18" charset="0"/>
                  </a:rPr>
                  <a:t>v</a:t>
                </a:r>
                <a:r>
                  <a:rPr lang="fr-FR" altLang="fr-FR" sz="2000" b="1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</p:grpSp>
      </p:grpSp>
      <p:sp>
        <p:nvSpPr>
          <p:cNvPr id="77" name="ZoneTexte 76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  <a:endParaRPr lang="en-US" sz="28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0330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Boundary mode: capacitor calculation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7628329"/>
              </p:ext>
            </p:extLst>
          </p:nvPr>
        </p:nvGraphicFramePr>
        <p:xfrm>
          <a:off x="8841798" y="2165611"/>
          <a:ext cx="2138363" cy="725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00" name="Équation" r:id="rId3" imgW="1459866" imgH="495085" progId="Equation.3">
                  <p:embed/>
                </p:oleObj>
              </mc:Choice>
              <mc:Fallback>
                <p:oleObj name="Équation" r:id="rId3" imgW="1459866" imgH="495085" progId="Equation.3">
                  <p:embed/>
                  <p:pic>
                    <p:nvPicPr>
                      <p:cNvPr id="2458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41798" y="2165611"/>
                        <a:ext cx="2138363" cy="725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Rectangle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07610360"/>
              </p:ext>
            </p:extLst>
          </p:nvPr>
        </p:nvGraphicFramePr>
        <p:xfrm>
          <a:off x="8613198" y="3527686"/>
          <a:ext cx="2525713" cy="930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01" name="Équation" r:id="rId5" imgW="1040948" imgH="431613" progId="Equation.3">
                  <p:embed/>
                </p:oleObj>
              </mc:Choice>
              <mc:Fallback>
                <p:oleObj name="Équation" r:id="rId5" imgW="1040948" imgH="431613" progId="Equation.3">
                  <p:embed/>
                  <p:pic>
                    <p:nvPicPr>
                      <p:cNvPr id="24581" name="Rectangle 4"/>
                      <p:cNvPicPr>
                        <a:picLocks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13198" y="3527686"/>
                        <a:ext cx="2525713" cy="930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9597640"/>
              </p:ext>
            </p:extLst>
          </p:nvPr>
        </p:nvGraphicFramePr>
        <p:xfrm>
          <a:off x="3939598" y="4464311"/>
          <a:ext cx="1755775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02" name="Equation" r:id="rId7" imgW="1002865" imgH="380835" progId="Equation.3">
                  <p:embed/>
                </p:oleObj>
              </mc:Choice>
              <mc:Fallback>
                <p:oleObj name="Equation" r:id="rId7" imgW="1002865" imgH="380835" progId="Equation.3">
                  <p:embed/>
                  <p:pic>
                    <p:nvPicPr>
                      <p:cNvPr id="2458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39598" y="4464311"/>
                        <a:ext cx="1755775" cy="666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Box 6"/>
          <p:cNvSpPr txBox="1">
            <a:spLocks noChangeArrowheads="1"/>
          </p:cNvSpPr>
          <p:nvPr/>
        </p:nvSpPr>
        <p:spPr bwMode="auto">
          <a:xfrm>
            <a:off x="3977698" y="1714761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14" name="Group 7"/>
          <p:cNvGrpSpPr>
            <a:grpSpLocks/>
          </p:cNvGrpSpPr>
          <p:nvPr/>
        </p:nvGrpSpPr>
        <p:grpSpPr bwMode="auto">
          <a:xfrm>
            <a:off x="3757036" y="3476886"/>
            <a:ext cx="4397375" cy="88900"/>
            <a:chOff x="300" y="5640"/>
            <a:chExt cx="6925" cy="140"/>
          </a:xfrm>
        </p:grpSpPr>
        <p:sp>
          <p:nvSpPr>
            <p:cNvPr id="15" name="Freeform 8"/>
            <p:cNvSpPr>
              <a:spLocks/>
            </p:cNvSpPr>
            <p:nvPr/>
          </p:nvSpPr>
          <p:spPr bwMode="auto">
            <a:xfrm>
              <a:off x="6945" y="5640"/>
              <a:ext cx="280" cy="140"/>
            </a:xfrm>
            <a:custGeom>
              <a:avLst/>
              <a:gdLst>
                <a:gd name="T0" fmla="*/ 280 w 280"/>
                <a:gd name="T1" fmla="*/ 80 h 140"/>
                <a:gd name="T2" fmla="*/ 0 w 280"/>
                <a:gd name="T3" fmla="*/ 140 h 140"/>
                <a:gd name="T4" fmla="*/ 0 w 280"/>
                <a:gd name="T5" fmla="*/ 80 h 140"/>
                <a:gd name="T6" fmla="*/ 0 w 280"/>
                <a:gd name="T7" fmla="*/ 0 h 140"/>
                <a:gd name="T8" fmla="*/ 280 w 280"/>
                <a:gd name="T9" fmla="*/ 8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80"/>
                  </a:moveTo>
                  <a:lnTo>
                    <a:pt x="0" y="140"/>
                  </a:lnTo>
                  <a:lnTo>
                    <a:pt x="0" y="80"/>
                  </a:lnTo>
                  <a:lnTo>
                    <a:pt x="0" y="0"/>
                  </a:lnTo>
                  <a:lnTo>
                    <a:pt x="280" y="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9"/>
            <p:cNvSpPr>
              <a:spLocks noChangeShapeType="1"/>
            </p:cNvSpPr>
            <p:nvPr/>
          </p:nvSpPr>
          <p:spPr bwMode="auto">
            <a:xfrm>
              <a:off x="300" y="5720"/>
              <a:ext cx="6645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" name="Line 10"/>
          <p:cNvSpPr>
            <a:spLocks noChangeShapeType="1"/>
          </p:cNvSpPr>
          <p:nvPr/>
        </p:nvSpPr>
        <p:spPr bwMode="auto">
          <a:xfrm flipV="1">
            <a:off x="3906261" y="1786199"/>
            <a:ext cx="0" cy="1981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1"/>
          <p:cNvSpPr>
            <a:spLocks noChangeShapeType="1"/>
          </p:cNvSpPr>
          <p:nvPr/>
        </p:nvSpPr>
        <p:spPr bwMode="auto">
          <a:xfrm>
            <a:off x="3906261" y="2146561"/>
            <a:ext cx="1439862" cy="5032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Arc 12"/>
          <p:cNvSpPr>
            <a:spLocks/>
          </p:cNvSpPr>
          <p:nvPr/>
        </p:nvSpPr>
        <p:spPr bwMode="auto">
          <a:xfrm rot="5795392" flipH="1" flipV="1">
            <a:off x="5354854" y="2083855"/>
            <a:ext cx="703263" cy="657225"/>
          </a:xfrm>
          <a:custGeom>
            <a:avLst/>
            <a:gdLst>
              <a:gd name="T0" fmla="*/ 2147483646 w 21600"/>
              <a:gd name="T1" fmla="*/ 0 h 27567"/>
              <a:gd name="T2" fmla="*/ 2147483646 w 21600"/>
              <a:gd name="T3" fmla="*/ 2147483646 h 27567"/>
              <a:gd name="T4" fmla="*/ 0 w 21600"/>
              <a:gd name="T5" fmla="*/ 2147483646 h 27567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7567" fill="none" extrusionOk="0">
                <a:moveTo>
                  <a:pt x="2157" y="-1"/>
                </a:moveTo>
                <a:cubicBezTo>
                  <a:pt x="13195" y="1107"/>
                  <a:pt x="21600" y="10397"/>
                  <a:pt x="21600" y="21492"/>
                </a:cubicBezTo>
                <a:cubicBezTo>
                  <a:pt x="21600" y="23548"/>
                  <a:pt x="21306" y="25593"/>
                  <a:pt x="20728" y="27567"/>
                </a:cubicBezTo>
              </a:path>
              <a:path w="21600" h="27567" stroke="0" extrusionOk="0">
                <a:moveTo>
                  <a:pt x="2157" y="-1"/>
                </a:moveTo>
                <a:cubicBezTo>
                  <a:pt x="13195" y="1107"/>
                  <a:pt x="21600" y="10397"/>
                  <a:pt x="21600" y="21492"/>
                </a:cubicBezTo>
                <a:cubicBezTo>
                  <a:pt x="21600" y="23548"/>
                  <a:pt x="21306" y="25593"/>
                  <a:pt x="20728" y="27567"/>
                </a:cubicBezTo>
                <a:lnTo>
                  <a:pt x="0" y="21492"/>
                </a:lnTo>
                <a:lnTo>
                  <a:pt x="2157" y="-1"/>
                </a:lnTo>
                <a:close/>
              </a:path>
            </a:pathLst>
          </a:cu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0" name="Line 13"/>
          <p:cNvSpPr>
            <a:spLocks noChangeShapeType="1"/>
          </p:cNvSpPr>
          <p:nvPr/>
        </p:nvSpPr>
        <p:spPr bwMode="auto">
          <a:xfrm>
            <a:off x="3761798" y="2060836"/>
            <a:ext cx="37449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4"/>
          <p:cNvSpPr>
            <a:spLocks noChangeShapeType="1"/>
          </p:cNvSpPr>
          <p:nvPr/>
        </p:nvSpPr>
        <p:spPr bwMode="auto">
          <a:xfrm>
            <a:off x="6065261" y="2137036"/>
            <a:ext cx="1439862" cy="5032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5"/>
          <p:cNvSpPr>
            <a:spLocks noChangeShapeType="1"/>
          </p:cNvSpPr>
          <p:nvPr/>
        </p:nvSpPr>
        <p:spPr bwMode="auto">
          <a:xfrm>
            <a:off x="3761798" y="2649799"/>
            <a:ext cx="37449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6"/>
          <p:cNvSpPr>
            <a:spLocks noChangeShapeType="1"/>
          </p:cNvSpPr>
          <p:nvPr/>
        </p:nvSpPr>
        <p:spPr bwMode="auto">
          <a:xfrm>
            <a:off x="7774998" y="2060836"/>
            <a:ext cx="0" cy="57150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17"/>
          <p:cNvSpPr txBox="1">
            <a:spLocks noChangeArrowheads="1"/>
          </p:cNvSpPr>
          <p:nvPr/>
        </p:nvSpPr>
        <p:spPr bwMode="auto">
          <a:xfrm>
            <a:off x="7778173" y="2125924"/>
            <a:ext cx="5588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latin typeface="Symbol" panose="05050102010706020507" pitchFamily="18" charset="2"/>
              </a:rPr>
              <a:t>D</a:t>
            </a:r>
            <a:r>
              <a:rPr lang="fr-FR" altLang="fr-FR" sz="2000" b="1">
                <a:latin typeface="Times New Roman" panose="02020603050405020304" pitchFamily="18" charset="0"/>
              </a:rPr>
              <a:t>v</a:t>
            </a:r>
            <a:r>
              <a:rPr lang="fr-FR" altLang="fr-FR" sz="20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5" name="Line 18"/>
          <p:cNvSpPr>
            <a:spLocks noChangeShapeType="1"/>
          </p:cNvSpPr>
          <p:nvPr/>
        </p:nvSpPr>
        <p:spPr bwMode="auto">
          <a:xfrm flipV="1">
            <a:off x="5887461" y="1776674"/>
            <a:ext cx="1587" cy="1857375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19"/>
          <p:cNvSpPr>
            <a:spLocks noChangeShapeType="1"/>
          </p:cNvSpPr>
          <p:nvPr/>
        </p:nvSpPr>
        <p:spPr bwMode="auto">
          <a:xfrm flipV="1">
            <a:off x="5355648" y="1797311"/>
            <a:ext cx="1588" cy="1857375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Text Box 20"/>
          <p:cNvSpPr txBox="1">
            <a:spLocks noChangeArrowheads="1"/>
          </p:cNvSpPr>
          <p:nvPr/>
        </p:nvSpPr>
        <p:spPr bwMode="auto">
          <a:xfrm>
            <a:off x="5065136" y="3173674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8" name="Text Box 21"/>
          <p:cNvSpPr txBox="1">
            <a:spLocks noChangeArrowheads="1"/>
          </p:cNvSpPr>
          <p:nvPr/>
        </p:nvSpPr>
        <p:spPr bwMode="auto">
          <a:xfrm>
            <a:off x="5914448" y="3146686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29" name="Line 22"/>
          <p:cNvSpPr>
            <a:spLocks noChangeShapeType="1"/>
          </p:cNvSpPr>
          <p:nvPr/>
        </p:nvSpPr>
        <p:spPr bwMode="auto">
          <a:xfrm>
            <a:off x="5352473" y="2779974"/>
            <a:ext cx="723900" cy="101282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3"/>
          <p:cNvSpPr>
            <a:spLocks noChangeShapeType="1"/>
          </p:cNvSpPr>
          <p:nvPr/>
        </p:nvSpPr>
        <p:spPr bwMode="auto">
          <a:xfrm>
            <a:off x="3915786" y="3788036"/>
            <a:ext cx="1441450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4"/>
          <p:cNvSpPr>
            <a:spLocks noChangeShapeType="1"/>
          </p:cNvSpPr>
          <p:nvPr/>
        </p:nvSpPr>
        <p:spPr bwMode="auto">
          <a:xfrm flipV="1">
            <a:off x="5357236" y="2779974"/>
            <a:ext cx="0" cy="1008062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5"/>
          <p:cNvSpPr>
            <a:spLocks noChangeShapeType="1"/>
          </p:cNvSpPr>
          <p:nvPr/>
        </p:nvSpPr>
        <p:spPr bwMode="auto">
          <a:xfrm>
            <a:off x="6076373" y="3788036"/>
            <a:ext cx="1439863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Text Box 26"/>
          <p:cNvSpPr txBox="1">
            <a:spLocks noChangeArrowheads="1"/>
          </p:cNvSpPr>
          <p:nvPr/>
        </p:nvSpPr>
        <p:spPr bwMode="auto">
          <a:xfrm>
            <a:off x="3901498" y="2841886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34" name="Text Box 27"/>
          <p:cNvSpPr txBox="1">
            <a:spLocks noChangeArrowheads="1"/>
          </p:cNvSpPr>
          <p:nvPr/>
        </p:nvSpPr>
        <p:spPr bwMode="auto">
          <a:xfrm>
            <a:off x="9035473" y="3103824"/>
            <a:ext cx="8778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t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fr-FR" altLang="fr-FR" sz="1800" b="1" dirty="0">
                <a:latin typeface="Times New Roman" panose="02020603050405020304" pitchFamily="18" charset="0"/>
              </a:rPr>
              <a:t> = </a:t>
            </a:r>
            <a:r>
              <a:rPr lang="fr-FR" altLang="fr-FR" sz="1800" b="1" dirty="0">
                <a:latin typeface="Symbol" panose="05050102010706020507" pitchFamily="18" charset="2"/>
              </a:rPr>
              <a:t>a</a:t>
            </a:r>
            <a:r>
              <a:rPr lang="fr-FR" altLang="fr-FR" sz="1800" b="1" dirty="0">
                <a:latin typeface="Times New Roman" panose="02020603050405020304" pitchFamily="18" charset="0"/>
              </a:rPr>
              <a:t>T</a:t>
            </a:r>
          </a:p>
        </p:txBody>
      </p:sp>
      <p:graphicFrame>
        <p:nvGraphicFramePr>
          <p:cNvPr id="35" name="Object 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8898084"/>
              </p:ext>
            </p:extLst>
          </p:nvPr>
        </p:nvGraphicFramePr>
        <p:xfrm>
          <a:off x="6390698" y="4556386"/>
          <a:ext cx="1878013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03" name="Equation" r:id="rId9" imgW="990170" imgH="190417" progId="Equation.3">
                  <p:embed/>
                </p:oleObj>
              </mc:Choice>
              <mc:Fallback>
                <p:oleObj name="Equation" r:id="rId9" imgW="990170" imgH="190417" progId="Equation.3">
                  <p:embed/>
                  <p:pic>
                    <p:nvPicPr>
                      <p:cNvPr id="24603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90698" y="4556386"/>
                        <a:ext cx="1878013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3690219"/>
              </p:ext>
            </p:extLst>
          </p:nvPr>
        </p:nvGraphicFramePr>
        <p:xfrm>
          <a:off x="8864023" y="4527811"/>
          <a:ext cx="1117600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04" name="Equation" r:id="rId11" imgW="508000" imgH="190500" progId="Equation.3">
                  <p:embed/>
                </p:oleObj>
              </mc:Choice>
              <mc:Fallback>
                <p:oleObj name="Equation" r:id="rId11" imgW="508000" imgH="190500" progId="Equation.3">
                  <p:embed/>
                  <p:pic>
                    <p:nvPicPr>
                      <p:cNvPr id="24604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64023" y="4527811"/>
                        <a:ext cx="1117600" cy="419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AutoShape 30"/>
          <p:cNvSpPr>
            <a:spLocks noChangeArrowheads="1"/>
          </p:cNvSpPr>
          <p:nvPr/>
        </p:nvSpPr>
        <p:spPr bwMode="auto">
          <a:xfrm>
            <a:off x="5479473" y="5756536"/>
            <a:ext cx="495300" cy="428625"/>
          </a:xfrm>
          <a:prstGeom prst="rightArrow">
            <a:avLst>
              <a:gd name="adj1" fmla="val 50000"/>
              <a:gd name="adj2" fmla="val 2888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8" name="Text Box 31"/>
          <p:cNvSpPr txBox="1">
            <a:spLocks noChangeArrowheads="1"/>
          </p:cNvSpPr>
          <p:nvPr/>
        </p:nvSpPr>
        <p:spPr bwMode="auto">
          <a:xfrm>
            <a:off x="6358948" y="5645411"/>
            <a:ext cx="1997075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sz="2400" b="1" i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 calculation</a:t>
            </a:r>
          </a:p>
        </p:txBody>
      </p:sp>
      <p:sp>
        <p:nvSpPr>
          <p:cNvPr id="39" name="Arc 32"/>
          <p:cNvSpPr>
            <a:spLocks/>
          </p:cNvSpPr>
          <p:nvPr/>
        </p:nvSpPr>
        <p:spPr bwMode="auto">
          <a:xfrm>
            <a:off x="5519161" y="2784736"/>
            <a:ext cx="1333500" cy="1819275"/>
          </a:xfrm>
          <a:custGeom>
            <a:avLst/>
            <a:gdLst>
              <a:gd name="T0" fmla="*/ 0 w 22380"/>
              <a:gd name="T1" fmla="*/ 2147483646 h 21600"/>
              <a:gd name="T2" fmla="*/ 2147483646 w 22380"/>
              <a:gd name="T3" fmla="*/ 2147483646 h 21600"/>
              <a:gd name="T4" fmla="*/ 2147483646 w 22380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2380" h="21600" fill="none" extrusionOk="0">
                <a:moveTo>
                  <a:pt x="0" y="14"/>
                </a:moveTo>
                <a:cubicBezTo>
                  <a:pt x="259" y="4"/>
                  <a:pt x="519" y="-1"/>
                  <a:pt x="780" y="0"/>
                </a:cubicBezTo>
                <a:cubicBezTo>
                  <a:pt x="12709" y="0"/>
                  <a:pt x="22380" y="9670"/>
                  <a:pt x="22380" y="21600"/>
                </a:cubicBezTo>
              </a:path>
              <a:path w="22380" h="21600" stroke="0" extrusionOk="0">
                <a:moveTo>
                  <a:pt x="0" y="14"/>
                </a:moveTo>
                <a:cubicBezTo>
                  <a:pt x="259" y="4"/>
                  <a:pt x="519" y="-1"/>
                  <a:pt x="780" y="0"/>
                </a:cubicBezTo>
                <a:cubicBezTo>
                  <a:pt x="12709" y="0"/>
                  <a:pt x="22380" y="9670"/>
                  <a:pt x="22380" y="21600"/>
                </a:cubicBezTo>
                <a:lnTo>
                  <a:pt x="780" y="21600"/>
                </a:lnTo>
                <a:lnTo>
                  <a:pt x="0" y="14"/>
                </a:lnTo>
                <a:close/>
              </a:path>
            </a:pathLst>
          </a:custGeom>
          <a:noFill/>
          <a:ln w="19050">
            <a:solidFill>
              <a:srgbClr val="FF0000"/>
            </a:solidFill>
            <a:round/>
            <a:headEnd type="triangle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0" name="ZoneTexte 3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  <a:endParaRPr lang="en-US" sz="28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3308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Boundary mode: sizing components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388992" y="1534680"/>
            <a:ext cx="76200" cy="1219200"/>
            <a:chOff x="226" y="1089"/>
            <a:chExt cx="48" cy="768"/>
          </a:xfrm>
        </p:grpSpPr>
        <p:sp>
          <p:nvSpPr>
            <p:cNvPr id="11" name="Freeform 5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6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" name="Group 7"/>
          <p:cNvGrpSpPr>
            <a:grpSpLocks/>
          </p:cNvGrpSpPr>
          <p:nvPr/>
        </p:nvGrpSpPr>
        <p:grpSpPr bwMode="auto">
          <a:xfrm>
            <a:off x="3363592" y="2652280"/>
            <a:ext cx="2778125" cy="63500"/>
            <a:chOff x="210" y="1793"/>
            <a:chExt cx="2446" cy="40"/>
          </a:xfrm>
        </p:grpSpPr>
        <p:sp>
          <p:nvSpPr>
            <p:cNvPr id="14" name="Freeform 8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9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6" name="Line 10"/>
          <p:cNvSpPr>
            <a:spLocks noChangeShapeType="1"/>
          </p:cNvSpPr>
          <p:nvPr/>
        </p:nvSpPr>
        <p:spPr bwMode="auto">
          <a:xfrm flipV="1">
            <a:off x="3427092" y="2176030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 flipV="1">
            <a:off x="5127304" y="2328430"/>
            <a:ext cx="465138" cy="3333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Rectangle 12"/>
          <p:cNvSpPr>
            <a:spLocks noChangeArrowheads="1"/>
          </p:cNvSpPr>
          <p:nvPr/>
        </p:nvSpPr>
        <p:spPr bwMode="auto">
          <a:xfrm>
            <a:off x="3198492" y="1445780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Rectangle 13"/>
          <p:cNvSpPr>
            <a:spLocks noChangeArrowheads="1"/>
          </p:cNvSpPr>
          <p:nvPr/>
        </p:nvSpPr>
        <p:spPr bwMode="auto">
          <a:xfrm>
            <a:off x="3261992" y="1534680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Rectangle 14"/>
          <p:cNvSpPr>
            <a:spLocks noChangeArrowheads="1"/>
          </p:cNvSpPr>
          <p:nvPr/>
        </p:nvSpPr>
        <p:spPr bwMode="auto">
          <a:xfrm>
            <a:off x="4036692" y="274118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5"/>
          <p:cNvSpPr>
            <a:spLocks noChangeArrowheads="1"/>
          </p:cNvSpPr>
          <p:nvPr/>
        </p:nvSpPr>
        <p:spPr bwMode="auto">
          <a:xfrm>
            <a:off x="4959029" y="267768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6"/>
          <p:cNvSpPr>
            <a:spLocks noChangeArrowheads="1"/>
          </p:cNvSpPr>
          <p:nvPr/>
        </p:nvSpPr>
        <p:spPr bwMode="auto">
          <a:xfrm>
            <a:off x="3896992" y="2728480"/>
            <a:ext cx="968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7"/>
          <p:cNvSpPr>
            <a:spLocks noChangeArrowheads="1"/>
          </p:cNvSpPr>
          <p:nvPr/>
        </p:nvSpPr>
        <p:spPr bwMode="auto">
          <a:xfrm>
            <a:off x="6033767" y="2414155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8"/>
          <p:cNvSpPr>
            <a:spLocks noChangeArrowheads="1"/>
          </p:cNvSpPr>
          <p:nvPr/>
        </p:nvSpPr>
        <p:spPr bwMode="auto">
          <a:xfrm>
            <a:off x="3325492" y="271578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Line 19"/>
          <p:cNvSpPr>
            <a:spLocks noChangeShapeType="1"/>
          </p:cNvSpPr>
          <p:nvPr/>
        </p:nvSpPr>
        <p:spPr bwMode="auto">
          <a:xfrm>
            <a:off x="4149404" y="2185555"/>
            <a:ext cx="1588" cy="4921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3388992" y="3036455"/>
            <a:ext cx="76200" cy="1219200"/>
            <a:chOff x="226" y="2041"/>
            <a:chExt cx="48" cy="768"/>
          </a:xfrm>
        </p:grpSpPr>
        <p:sp>
          <p:nvSpPr>
            <p:cNvPr id="27" name="Freeform 21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9" name="Group 23"/>
          <p:cNvGrpSpPr>
            <a:grpSpLocks/>
          </p:cNvGrpSpPr>
          <p:nvPr/>
        </p:nvGrpSpPr>
        <p:grpSpPr bwMode="auto">
          <a:xfrm>
            <a:off x="3363592" y="4061980"/>
            <a:ext cx="2797175" cy="53975"/>
            <a:chOff x="210" y="2201"/>
            <a:chExt cx="2446" cy="40"/>
          </a:xfrm>
        </p:grpSpPr>
        <p:sp>
          <p:nvSpPr>
            <p:cNvPr id="30" name="Freeform 24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Rectangle 26"/>
          <p:cNvSpPr>
            <a:spLocks noChangeArrowheads="1"/>
          </p:cNvSpPr>
          <p:nvPr/>
        </p:nvSpPr>
        <p:spPr bwMode="auto">
          <a:xfrm>
            <a:off x="3198492" y="2947555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Rectangle 27"/>
          <p:cNvSpPr>
            <a:spLocks noChangeArrowheads="1"/>
          </p:cNvSpPr>
          <p:nvPr/>
        </p:nvSpPr>
        <p:spPr bwMode="auto">
          <a:xfrm>
            <a:off x="3261992" y="3036455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28"/>
          <p:cNvSpPr>
            <a:spLocks noChangeArrowheads="1"/>
          </p:cNvSpPr>
          <p:nvPr/>
        </p:nvSpPr>
        <p:spPr bwMode="auto">
          <a:xfrm>
            <a:off x="4036692" y="415088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5" name="Rectangle 29"/>
          <p:cNvSpPr>
            <a:spLocks noChangeArrowheads="1"/>
          </p:cNvSpPr>
          <p:nvPr/>
        </p:nvSpPr>
        <p:spPr bwMode="auto">
          <a:xfrm>
            <a:off x="5187629" y="408738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6" name="Rectangle 30"/>
          <p:cNvSpPr>
            <a:spLocks noChangeArrowheads="1"/>
          </p:cNvSpPr>
          <p:nvPr/>
        </p:nvSpPr>
        <p:spPr bwMode="auto">
          <a:xfrm>
            <a:off x="3896992" y="4138180"/>
            <a:ext cx="968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7" name="Rectangle 31"/>
          <p:cNvSpPr>
            <a:spLocks noChangeArrowheads="1"/>
          </p:cNvSpPr>
          <p:nvPr/>
        </p:nvSpPr>
        <p:spPr bwMode="auto">
          <a:xfrm>
            <a:off x="6033767" y="3823855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8" name="Rectangle 32"/>
          <p:cNvSpPr>
            <a:spLocks noChangeArrowheads="1"/>
          </p:cNvSpPr>
          <p:nvPr/>
        </p:nvSpPr>
        <p:spPr bwMode="auto">
          <a:xfrm>
            <a:off x="3325492" y="412548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9" name="Line 33"/>
          <p:cNvSpPr>
            <a:spLocks noChangeShapeType="1"/>
          </p:cNvSpPr>
          <p:nvPr/>
        </p:nvSpPr>
        <p:spPr bwMode="auto">
          <a:xfrm>
            <a:off x="4139879" y="3322205"/>
            <a:ext cx="996950" cy="7524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4"/>
          <p:cNvSpPr>
            <a:spLocks noChangeShapeType="1"/>
          </p:cNvSpPr>
          <p:nvPr/>
        </p:nvSpPr>
        <p:spPr bwMode="auto">
          <a:xfrm flipH="1" flipV="1">
            <a:off x="4141467" y="3315855"/>
            <a:ext cx="7937" cy="7683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5"/>
          <p:cNvSpPr>
            <a:spLocks noChangeShapeType="1"/>
          </p:cNvSpPr>
          <p:nvPr/>
        </p:nvSpPr>
        <p:spPr bwMode="auto">
          <a:xfrm flipV="1">
            <a:off x="5136829" y="4074680"/>
            <a:ext cx="439738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6"/>
          <p:cNvSpPr>
            <a:spLocks noChangeShapeType="1"/>
          </p:cNvSpPr>
          <p:nvPr/>
        </p:nvSpPr>
        <p:spPr bwMode="auto">
          <a:xfrm flipH="1">
            <a:off x="4166867" y="2653868"/>
            <a:ext cx="969962" cy="635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7"/>
          <p:cNvSpPr>
            <a:spLocks noChangeShapeType="1"/>
          </p:cNvSpPr>
          <p:nvPr/>
        </p:nvSpPr>
        <p:spPr bwMode="auto">
          <a:xfrm flipV="1">
            <a:off x="3433442" y="4085793"/>
            <a:ext cx="715962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38"/>
          <p:cNvSpPr>
            <a:spLocks noChangeShapeType="1"/>
          </p:cNvSpPr>
          <p:nvPr/>
        </p:nvSpPr>
        <p:spPr bwMode="auto">
          <a:xfrm>
            <a:off x="5114604" y="2099830"/>
            <a:ext cx="0" cy="3857625"/>
          </a:xfrm>
          <a:prstGeom prst="line">
            <a:avLst/>
          </a:prstGeom>
          <a:noFill/>
          <a:ln w="1587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45" name="Object 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497278"/>
              </p:ext>
            </p:extLst>
          </p:nvPr>
        </p:nvGraphicFramePr>
        <p:xfrm>
          <a:off x="7143429" y="1499755"/>
          <a:ext cx="1128713" cy="466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1" name="Equation" r:id="rId3" imgW="825500" imgH="342900" progId="Equation.3">
                  <p:embed/>
                </p:oleObj>
              </mc:Choice>
              <mc:Fallback>
                <p:oleObj name="Equation" r:id="rId3" imgW="825500" imgH="342900" progId="Equation.3">
                  <p:embed/>
                  <p:pic>
                    <p:nvPicPr>
                      <p:cNvPr id="274472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43429" y="1499755"/>
                        <a:ext cx="1128713" cy="466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Object 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99985386"/>
              </p:ext>
            </p:extLst>
          </p:nvPr>
        </p:nvGraphicFramePr>
        <p:xfrm>
          <a:off x="8832529" y="1444193"/>
          <a:ext cx="1265238" cy="531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2" name="Equation" r:id="rId5" imgW="876300" imgH="368300" progId="Equation.3">
                  <p:embed/>
                </p:oleObj>
              </mc:Choice>
              <mc:Fallback>
                <p:oleObj name="Equation" r:id="rId5" imgW="876300" imgH="368300" progId="Equation.3">
                  <p:embed/>
                  <p:pic>
                    <p:nvPicPr>
                      <p:cNvPr id="274474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2529" y="1444193"/>
                        <a:ext cx="1265238" cy="5318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26057594"/>
              </p:ext>
            </p:extLst>
          </p:nvPr>
        </p:nvGraphicFramePr>
        <p:xfrm>
          <a:off x="7057704" y="2066493"/>
          <a:ext cx="3787775" cy="63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3" name="Equation" r:id="rId7" imgW="2654300" imgH="444500" progId="Equation.3">
                  <p:embed/>
                </p:oleObj>
              </mc:Choice>
              <mc:Fallback>
                <p:oleObj name="Equation" r:id="rId7" imgW="2654300" imgH="444500" progId="Equation.3">
                  <p:embed/>
                  <p:pic>
                    <p:nvPicPr>
                      <p:cNvPr id="27447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7704" y="2066493"/>
                        <a:ext cx="3787775" cy="638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8" name="Group 46"/>
          <p:cNvGrpSpPr>
            <a:grpSpLocks/>
          </p:cNvGrpSpPr>
          <p:nvPr/>
        </p:nvGrpSpPr>
        <p:grpSpPr bwMode="auto">
          <a:xfrm>
            <a:off x="7181529" y="2757055"/>
            <a:ext cx="2619375" cy="742950"/>
            <a:chOff x="2706" y="1536"/>
            <a:chExt cx="1650" cy="468"/>
          </a:xfrm>
        </p:grpSpPr>
        <p:sp>
          <p:nvSpPr>
            <p:cNvPr id="49" name="Rectangle 47"/>
            <p:cNvSpPr>
              <a:spLocks noChangeArrowheads="1"/>
            </p:cNvSpPr>
            <p:nvPr/>
          </p:nvSpPr>
          <p:spPr bwMode="auto">
            <a:xfrm>
              <a:off x="3378" y="1536"/>
              <a:ext cx="978" cy="4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50" name="Object 48"/>
            <p:cNvGraphicFramePr>
              <a:graphicFrameLocks noChangeAspect="1"/>
            </p:cNvGraphicFramePr>
            <p:nvPr/>
          </p:nvGraphicFramePr>
          <p:xfrm>
            <a:off x="3420" y="1584"/>
            <a:ext cx="870" cy="3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4364" name="Equation" r:id="rId9" imgW="927100" imgH="381000" progId="Equation.3">
                    <p:embed/>
                  </p:oleObj>
                </mc:Choice>
                <mc:Fallback>
                  <p:oleObj name="Equation" r:id="rId9" imgW="927100" imgH="381000" progId="Equation.3">
                    <p:embed/>
                    <p:pic>
                      <p:nvPicPr>
                        <p:cNvPr id="25676" name="Object 4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20" y="1584"/>
                          <a:ext cx="870" cy="3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1" name="AutoShape 49"/>
            <p:cNvSpPr>
              <a:spLocks noChangeArrowheads="1"/>
            </p:cNvSpPr>
            <p:nvPr/>
          </p:nvSpPr>
          <p:spPr bwMode="auto">
            <a:xfrm>
              <a:off x="2706" y="1680"/>
              <a:ext cx="474" cy="198"/>
            </a:xfrm>
            <a:prstGeom prst="rightArrow">
              <a:avLst>
                <a:gd name="adj1" fmla="val 50000"/>
                <a:gd name="adj2" fmla="val 5984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52" name="Group 52"/>
          <p:cNvGrpSpPr>
            <a:grpSpLocks/>
          </p:cNvGrpSpPr>
          <p:nvPr/>
        </p:nvGrpSpPr>
        <p:grpSpPr bwMode="auto">
          <a:xfrm>
            <a:off x="9297667" y="3339668"/>
            <a:ext cx="1828800" cy="742950"/>
            <a:chOff x="4039" y="1903"/>
            <a:chExt cx="1152" cy="468"/>
          </a:xfrm>
        </p:grpSpPr>
        <p:sp>
          <p:nvSpPr>
            <p:cNvPr id="53" name="Rectangle 53"/>
            <p:cNvSpPr>
              <a:spLocks noChangeArrowheads="1"/>
            </p:cNvSpPr>
            <p:nvPr/>
          </p:nvSpPr>
          <p:spPr bwMode="auto">
            <a:xfrm>
              <a:off x="4039" y="1903"/>
              <a:ext cx="1152" cy="4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54" name="Object 54"/>
            <p:cNvGraphicFramePr>
              <a:graphicFrameLocks noChangeAspect="1"/>
            </p:cNvGraphicFramePr>
            <p:nvPr/>
          </p:nvGraphicFramePr>
          <p:xfrm>
            <a:off x="4068" y="1962"/>
            <a:ext cx="1068" cy="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4365" name="Equation" r:id="rId11" imgW="1079032" imgH="380835" progId="Equation.3">
                    <p:embed/>
                  </p:oleObj>
                </mc:Choice>
                <mc:Fallback>
                  <p:oleObj name="Equation" r:id="rId11" imgW="1079032" imgH="380835" progId="Equation.3">
                    <p:embed/>
                    <p:pic>
                      <p:nvPicPr>
                        <p:cNvPr id="25674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68" y="1962"/>
                          <a:ext cx="1068" cy="37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5" name="AutoShape 55"/>
          <p:cNvSpPr>
            <a:spLocks/>
          </p:cNvSpPr>
          <p:nvPr/>
        </p:nvSpPr>
        <p:spPr bwMode="auto">
          <a:xfrm flipH="1">
            <a:off x="3974779" y="1471180"/>
            <a:ext cx="1304925" cy="438150"/>
          </a:xfrm>
          <a:prstGeom prst="borderCallout3">
            <a:avLst>
              <a:gd name="adj1" fmla="val 26083"/>
              <a:gd name="adj2" fmla="val 105838"/>
              <a:gd name="adj3" fmla="val 26083"/>
              <a:gd name="adj4" fmla="val 134426"/>
              <a:gd name="adj5" fmla="val 110144"/>
              <a:gd name="adj6" fmla="val 134426"/>
              <a:gd name="adj7" fmla="val 195648"/>
              <a:gd name="adj8" fmla="val 119218"/>
            </a:avLst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6" name="Text Box 56"/>
          <p:cNvSpPr txBox="1">
            <a:spLocks noChangeArrowheads="1"/>
          </p:cNvSpPr>
          <p:nvPr/>
        </p:nvSpPr>
        <p:spPr bwMode="auto">
          <a:xfrm>
            <a:off x="3984304" y="1518805"/>
            <a:ext cx="126523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di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  <a:r>
              <a:rPr lang="fr-FR" altLang="fr-FR" sz="1800">
                <a:latin typeface="Times New Roman" panose="02020603050405020304" pitchFamily="18" charset="0"/>
              </a:rPr>
              <a:t>/dt = E/L</a:t>
            </a:r>
          </a:p>
        </p:txBody>
      </p:sp>
      <p:sp>
        <p:nvSpPr>
          <p:cNvPr id="57" name="Text Box 57"/>
          <p:cNvSpPr txBox="1">
            <a:spLocks noChangeArrowheads="1"/>
          </p:cNvSpPr>
          <p:nvPr/>
        </p:nvSpPr>
        <p:spPr bwMode="auto">
          <a:xfrm>
            <a:off x="4031929" y="1575955"/>
            <a:ext cx="184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8" name="Line 58"/>
          <p:cNvSpPr>
            <a:spLocks noChangeShapeType="1"/>
          </p:cNvSpPr>
          <p:nvPr/>
        </p:nvSpPr>
        <p:spPr bwMode="auto">
          <a:xfrm flipH="1">
            <a:off x="4228779" y="1766455"/>
            <a:ext cx="2857500" cy="400050"/>
          </a:xfrm>
          <a:prstGeom prst="line">
            <a:avLst/>
          </a:prstGeom>
          <a:noFill/>
          <a:ln w="15875">
            <a:solidFill>
              <a:srgbClr val="0033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9" name="Group 59"/>
          <p:cNvGrpSpPr>
            <a:grpSpLocks/>
          </p:cNvGrpSpPr>
          <p:nvPr/>
        </p:nvGrpSpPr>
        <p:grpSpPr bwMode="auto">
          <a:xfrm>
            <a:off x="4238304" y="3290457"/>
            <a:ext cx="4295775" cy="833438"/>
            <a:chOff x="852" y="1872"/>
            <a:chExt cx="2706" cy="525"/>
          </a:xfrm>
        </p:grpSpPr>
        <p:graphicFrame>
          <p:nvGraphicFramePr>
            <p:cNvPr id="60" name="Object 6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66085977"/>
                </p:ext>
              </p:extLst>
            </p:nvPr>
          </p:nvGraphicFramePr>
          <p:xfrm>
            <a:off x="2741" y="2005"/>
            <a:ext cx="817" cy="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4366" name="Équation" r:id="rId13" imgW="901440" imgH="431640" progId="Equation.3">
                    <p:embed/>
                  </p:oleObj>
                </mc:Choice>
                <mc:Fallback>
                  <p:oleObj name="Équation" r:id="rId13" imgW="901440" imgH="431640" progId="Equation.3">
                    <p:embed/>
                    <p:pic>
                      <p:nvPicPr>
                        <p:cNvPr id="25671" name="Object 6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41" y="2005"/>
                          <a:ext cx="817" cy="39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1" name="Line 61"/>
            <p:cNvSpPr>
              <a:spLocks noChangeShapeType="1"/>
            </p:cNvSpPr>
            <p:nvPr/>
          </p:nvSpPr>
          <p:spPr bwMode="auto">
            <a:xfrm flipH="1" flipV="1">
              <a:off x="852" y="1872"/>
              <a:ext cx="1842" cy="324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2" name="Group 62"/>
          <p:cNvGrpSpPr>
            <a:grpSpLocks/>
          </p:cNvGrpSpPr>
          <p:nvPr/>
        </p:nvGrpSpPr>
        <p:grpSpPr bwMode="auto">
          <a:xfrm>
            <a:off x="3388992" y="4679518"/>
            <a:ext cx="76200" cy="1219200"/>
            <a:chOff x="226" y="136"/>
            <a:chExt cx="48" cy="768"/>
          </a:xfrm>
        </p:grpSpPr>
        <p:sp>
          <p:nvSpPr>
            <p:cNvPr id="63" name="Freeform 63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64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5" name="Group 65"/>
          <p:cNvGrpSpPr>
            <a:grpSpLocks/>
          </p:cNvGrpSpPr>
          <p:nvPr/>
        </p:nvGrpSpPr>
        <p:grpSpPr bwMode="auto">
          <a:xfrm>
            <a:off x="3363592" y="5784418"/>
            <a:ext cx="2835275" cy="57150"/>
            <a:chOff x="210" y="832"/>
            <a:chExt cx="2446" cy="48"/>
          </a:xfrm>
        </p:grpSpPr>
        <p:sp>
          <p:nvSpPr>
            <p:cNvPr id="66" name="Freeform 66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7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8" name="Line 68"/>
          <p:cNvSpPr>
            <a:spLocks noChangeShapeType="1"/>
          </p:cNvSpPr>
          <p:nvPr/>
        </p:nvSpPr>
        <p:spPr bwMode="auto">
          <a:xfrm flipV="1">
            <a:off x="3427092" y="5311343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69"/>
          <p:cNvSpPr>
            <a:spLocks noChangeShapeType="1"/>
          </p:cNvSpPr>
          <p:nvPr/>
        </p:nvSpPr>
        <p:spPr bwMode="auto">
          <a:xfrm>
            <a:off x="4149404" y="5311343"/>
            <a:ext cx="977900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Text Box 70"/>
          <p:cNvSpPr txBox="1">
            <a:spLocks noChangeArrowheads="1"/>
          </p:cNvSpPr>
          <p:nvPr/>
        </p:nvSpPr>
        <p:spPr bwMode="auto">
          <a:xfrm>
            <a:off x="3557267" y="4565218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71" name="Line 71"/>
          <p:cNvSpPr>
            <a:spLocks noChangeShapeType="1"/>
          </p:cNvSpPr>
          <p:nvPr/>
        </p:nvSpPr>
        <p:spPr bwMode="auto">
          <a:xfrm flipV="1">
            <a:off x="5133654" y="5455805"/>
            <a:ext cx="493713" cy="33337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Rectangle 72"/>
          <p:cNvSpPr>
            <a:spLocks noChangeArrowheads="1"/>
          </p:cNvSpPr>
          <p:nvPr/>
        </p:nvSpPr>
        <p:spPr bwMode="auto">
          <a:xfrm>
            <a:off x="6054404" y="5520893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73" name="Group 74"/>
          <p:cNvGrpSpPr>
            <a:grpSpLocks/>
          </p:cNvGrpSpPr>
          <p:nvPr/>
        </p:nvGrpSpPr>
        <p:grpSpPr bwMode="auto">
          <a:xfrm>
            <a:off x="4238304" y="4444570"/>
            <a:ext cx="4143375" cy="846138"/>
            <a:chOff x="852" y="2599"/>
            <a:chExt cx="2610" cy="533"/>
          </a:xfrm>
        </p:grpSpPr>
        <p:sp>
          <p:nvSpPr>
            <p:cNvPr id="74" name="Line 75"/>
            <p:cNvSpPr>
              <a:spLocks noChangeShapeType="1"/>
            </p:cNvSpPr>
            <p:nvPr/>
          </p:nvSpPr>
          <p:spPr bwMode="auto">
            <a:xfrm flipH="1">
              <a:off x="852" y="2802"/>
              <a:ext cx="1650" cy="330"/>
            </a:xfrm>
            <a:prstGeom prst="line">
              <a:avLst/>
            </a:prstGeom>
            <a:noFill/>
            <a:ln w="15875">
              <a:solidFill>
                <a:srgbClr val="0099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graphicFrame>
          <p:nvGraphicFramePr>
            <p:cNvPr id="75" name="Object 7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62516557"/>
                </p:ext>
              </p:extLst>
            </p:nvPr>
          </p:nvGraphicFramePr>
          <p:xfrm>
            <a:off x="2687" y="2599"/>
            <a:ext cx="775" cy="3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4367" name="Équation" r:id="rId15" imgW="838080" imgH="393480" progId="Equation.3">
                    <p:embed/>
                  </p:oleObj>
                </mc:Choice>
                <mc:Fallback>
                  <p:oleObj name="Équation" r:id="rId15" imgW="838080" imgH="393480" progId="Equation.3">
                    <p:embed/>
                    <p:pic>
                      <p:nvPicPr>
                        <p:cNvPr id="25666" name="Object 7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87" y="2599"/>
                          <a:ext cx="775" cy="36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6" name="Text Box 77"/>
          <p:cNvSpPr txBox="1">
            <a:spLocks noChangeArrowheads="1"/>
          </p:cNvSpPr>
          <p:nvPr/>
        </p:nvSpPr>
        <p:spPr bwMode="auto">
          <a:xfrm>
            <a:off x="8622979" y="4514418"/>
            <a:ext cx="3046413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Non-saturation : </a:t>
            </a:r>
            <a:r>
              <a:rPr lang="en-CA" altLang="fr-FR" sz="1800" b="1" i="1">
                <a:latin typeface="Symbol" panose="05050102010706020507" pitchFamily="18" charset="2"/>
              </a:rPr>
              <a:t>j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max</a:t>
            </a:r>
            <a:r>
              <a:rPr lang="en-CA" altLang="fr-FR" sz="1800" b="1" i="1">
                <a:latin typeface="Times New Roman" panose="02020603050405020304" pitchFamily="18" charset="0"/>
              </a:rPr>
              <a:t> = A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e</a:t>
            </a:r>
            <a:r>
              <a:rPr lang="en-CA" altLang="fr-FR" sz="1800" b="1" i="1">
                <a:latin typeface="Times New Roman" panose="02020603050405020304" pitchFamily="18" charset="0"/>
              </a:rPr>
              <a:t>B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sat</a:t>
            </a:r>
          </a:p>
        </p:txBody>
      </p:sp>
      <p:grpSp>
        <p:nvGrpSpPr>
          <p:cNvPr id="77" name="Group 79"/>
          <p:cNvGrpSpPr>
            <a:grpSpLocks/>
          </p:cNvGrpSpPr>
          <p:nvPr/>
        </p:nvGrpSpPr>
        <p:grpSpPr bwMode="auto">
          <a:xfrm>
            <a:off x="7381554" y="5203396"/>
            <a:ext cx="2809875" cy="687388"/>
            <a:chOff x="2832" y="3077"/>
            <a:chExt cx="1770" cy="433"/>
          </a:xfrm>
        </p:grpSpPr>
        <p:sp>
          <p:nvSpPr>
            <p:cNvPr id="78" name="Rectangle 80"/>
            <p:cNvSpPr>
              <a:spLocks noChangeArrowheads="1"/>
            </p:cNvSpPr>
            <p:nvPr/>
          </p:nvSpPr>
          <p:spPr bwMode="auto">
            <a:xfrm>
              <a:off x="3540" y="3078"/>
              <a:ext cx="1062" cy="43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rgbClr val="0099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9" name="AutoShape 81"/>
            <p:cNvSpPr>
              <a:spLocks noChangeArrowheads="1"/>
            </p:cNvSpPr>
            <p:nvPr/>
          </p:nvSpPr>
          <p:spPr bwMode="auto">
            <a:xfrm>
              <a:off x="2832" y="3216"/>
              <a:ext cx="486" cy="198"/>
            </a:xfrm>
            <a:prstGeom prst="rightArrow">
              <a:avLst>
                <a:gd name="adj1" fmla="val 50000"/>
                <a:gd name="adj2" fmla="val 61364"/>
              </a:avLst>
            </a:prstGeom>
            <a:solidFill>
              <a:srgbClr val="00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80" name="Object 8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60696089"/>
                </p:ext>
              </p:extLst>
            </p:nvPr>
          </p:nvGraphicFramePr>
          <p:xfrm>
            <a:off x="3583" y="3077"/>
            <a:ext cx="983" cy="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4368" name="Équation" r:id="rId17" imgW="990360" imgH="431640" progId="Equation.3">
                    <p:embed/>
                  </p:oleObj>
                </mc:Choice>
                <mc:Fallback>
                  <p:oleObj name="Équation" r:id="rId17" imgW="990360" imgH="431640" progId="Equation.3">
                    <p:embed/>
                    <p:pic>
                      <p:nvPicPr>
                        <p:cNvPr id="25664" name="Object 8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583" y="3077"/>
                          <a:ext cx="983" cy="42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 useBgFill="1">
        <p:nvSpPr>
          <p:cNvPr id="81" name="Rectangle 83"/>
          <p:cNvSpPr>
            <a:spLocks noChangeArrowheads="1"/>
          </p:cNvSpPr>
          <p:nvPr/>
        </p:nvSpPr>
        <p:spPr bwMode="auto">
          <a:xfrm>
            <a:off x="9143679" y="2156980"/>
            <a:ext cx="166688" cy="185738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2" name="ZoneTexte 81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  <a:endParaRPr lang="en-US" sz="28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5761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: transformer 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sizing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5"/>
          <p:cNvGrpSpPr>
            <a:grpSpLocks/>
          </p:cNvGrpSpPr>
          <p:nvPr/>
        </p:nvGrpSpPr>
        <p:grpSpPr bwMode="auto">
          <a:xfrm>
            <a:off x="3382906" y="1543901"/>
            <a:ext cx="1895475" cy="2347913"/>
            <a:chOff x="1429" y="1280"/>
            <a:chExt cx="2268" cy="2223"/>
          </a:xfrm>
        </p:grpSpPr>
        <p:grpSp>
          <p:nvGrpSpPr>
            <p:cNvPr id="12" name="Group 6"/>
            <p:cNvGrpSpPr>
              <a:grpSpLocks/>
            </p:cNvGrpSpPr>
            <p:nvPr/>
          </p:nvGrpSpPr>
          <p:grpSpPr bwMode="auto">
            <a:xfrm>
              <a:off x="1429" y="1280"/>
              <a:ext cx="2268" cy="2223"/>
              <a:chOff x="1202" y="1298"/>
              <a:chExt cx="2268" cy="2223"/>
            </a:xfrm>
          </p:grpSpPr>
          <p:sp>
            <p:nvSpPr>
              <p:cNvPr id="14" name="Rectangle 7"/>
              <p:cNvSpPr>
                <a:spLocks noChangeArrowheads="1"/>
              </p:cNvSpPr>
              <p:nvPr/>
            </p:nvSpPr>
            <p:spPr bwMode="auto">
              <a:xfrm>
                <a:off x="1202" y="1298"/>
                <a:ext cx="2268" cy="222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" name="Group 8"/>
              <p:cNvGrpSpPr>
                <a:grpSpLocks/>
              </p:cNvGrpSpPr>
              <p:nvPr/>
            </p:nvGrpSpPr>
            <p:grpSpPr bwMode="auto">
              <a:xfrm>
                <a:off x="1383" y="1480"/>
                <a:ext cx="1860" cy="1814"/>
                <a:chOff x="1383" y="1480"/>
                <a:chExt cx="1860" cy="1814"/>
              </a:xfrm>
            </p:grpSpPr>
            <p:sp>
              <p:nvSpPr>
                <p:cNvPr id="16" name="AutoShape 9"/>
                <p:cNvSpPr>
                  <a:spLocks noChangeArrowheads="1"/>
                </p:cNvSpPr>
                <p:nvPr/>
              </p:nvSpPr>
              <p:spPr bwMode="auto">
                <a:xfrm>
                  <a:off x="1429" y="1480"/>
                  <a:ext cx="1814" cy="181"/>
                </a:xfrm>
                <a:prstGeom prst="parallelogram">
                  <a:avLst>
                    <a:gd name="adj" fmla="val 123699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17" name="AutoShape 10"/>
                <p:cNvSpPr>
                  <a:spLocks noChangeArrowheads="1"/>
                </p:cNvSpPr>
                <p:nvPr/>
              </p:nvSpPr>
              <p:spPr bwMode="auto">
                <a:xfrm rot="5400000" flipH="1">
                  <a:off x="2223" y="2273"/>
                  <a:ext cx="1814" cy="227"/>
                </a:xfrm>
                <a:prstGeom prst="parallelogram">
                  <a:avLst>
                    <a:gd name="adj" fmla="val 78395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18" name="Rectangle 11"/>
                <p:cNvSpPr>
                  <a:spLocks noChangeArrowheads="1"/>
                </p:cNvSpPr>
                <p:nvPr/>
              </p:nvSpPr>
              <p:spPr bwMode="auto">
                <a:xfrm>
                  <a:off x="1429" y="1661"/>
                  <a:ext cx="1587" cy="1633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19" name="Rectangle 12"/>
                <p:cNvSpPr>
                  <a:spLocks noChangeArrowheads="1"/>
                </p:cNvSpPr>
                <p:nvPr/>
              </p:nvSpPr>
              <p:spPr bwMode="auto">
                <a:xfrm>
                  <a:off x="1746" y="1979"/>
                  <a:ext cx="953" cy="997"/>
                </a:xfrm>
                <a:prstGeom prst="rect">
                  <a:avLst/>
                </a:prstGeom>
                <a:solidFill>
                  <a:srgbClr val="FF9900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0" name="AutoShape 13"/>
                <p:cNvSpPr>
                  <a:spLocks noChangeArrowheads="1"/>
                </p:cNvSpPr>
                <p:nvPr/>
              </p:nvSpPr>
              <p:spPr bwMode="auto">
                <a:xfrm rot="5400000" flipH="1">
                  <a:off x="1270" y="2273"/>
                  <a:ext cx="1179" cy="227"/>
                </a:xfrm>
                <a:prstGeom prst="parallelogram">
                  <a:avLst>
                    <a:gd name="adj" fmla="val 79278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" name="AutoShape 14"/>
                <p:cNvSpPr>
                  <a:spLocks noChangeArrowheads="1"/>
                </p:cNvSpPr>
                <p:nvPr/>
              </p:nvSpPr>
              <p:spPr bwMode="auto">
                <a:xfrm>
                  <a:off x="1746" y="2795"/>
                  <a:ext cx="1179" cy="181"/>
                </a:xfrm>
                <a:prstGeom prst="parallelogram">
                  <a:avLst>
                    <a:gd name="adj" fmla="val 126808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2" name="AutoShape 15"/>
                <p:cNvSpPr>
                  <a:spLocks noChangeArrowheads="1"/>
                </p:cNvSpPr>
                <p:nvPr/>
              </p:nvSpPr>
              <p:spPr bwMode="auto">
                <a:xfrm>
                  <a:off x="1746" y="1797"/>
                  <a:ext cx="1179" cy="181"/>
                </a:xfrm>
                <a:prstGeom prst="parallelogram">
                  <a:avLst>
                    <a:gd name="adj" fmla="val 126808"/>
                  </a:avLst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3" name="AutoShape 16"/>
                <p:cNvSpPr>
                  <a:spLocks noChangeArrowheads="1"/>
                </p:cNvSpPr>
                <p:nvPr/>
              </p:nvSpPr>
              <p:spPr bwMode="auto">
                <a:xfrm rot="5400000" flipH="1">
                  <a:off x="2223" y="2273"/>
                  <a:ext cx="1179" cy="227"/>
                </a:xfrm>
                <a:prstGeom prst="parallelogram">
                  <a:avLst>
                    <a:gd name="adj" fmla="val 79278"/>
                  </a:avLst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4" name="Rectangle 17"/>
                <p:cNvSpPr>
                  <a:spLocks noChangeArrowheads="1"/>
                </p:cNvSpPr>
                <p:nvPr/>
              </p:nvSpPr>
              <p:spPr bwMode="auto">
                <a:xfrm>
                  <a:off x="1429" y="1661"/>
                  <a:ext cx="1587" cy="318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" name="Rectangle 18"/>
                <p:cNvSpPr>
                  <a:spLocks noChangeArrowheads="1"/>
                </p:cNvSpPr>
                <p:nvPr/>
              </p:nvSpPr>
              <p:spPr bwMode="auto">
                <a:xfrm>
                  <a:off x="2699" y="1888"/>
                  <a:ext cx="317" cy="131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6" name="Rectangle 19"/>
                <p:cNvSpPr>
                  <a:spLocks noChangeArrowheads="1"/>
                </p:cNvSpPr>
                <p:nvPr/>
              </p:nvSpPr>
              <p:spPr bwMode="auto">
                <a:xfrm>
                  <a:off x="1429" y="1661"/>
                  <a:ext cx="1587" cy="1633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7" name="Rectangle 20"/>
                <p:cNvSpPr>
                  <a:spLocks noChangeArrowheads="1"/>
                </p:cNvSpPr>
                <p:nvPr/>
              </p:nvSpPr>
              <p:spPr bwMode="auto">
                <a:xfrm>
                  <a:off x="1746" y="1979"/>
                  <a:ext cx="953" cy="997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8" name="Rectangle 21"/>
                <p:cNvSpPr>
                  <a:spLocks noChangeArrowheads="1"/>
                </p:cNvSpPr>
                <p:nvPr/>
              </p:nvSpPr>
              <p:spPr bwMode="auto">
                <a:xfrm>
                  <a:off x="1837" y="2341"/>
                  <a:ext cx="136" cy="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9" name="Rectangle 22"/>
                <p:cNvSpPr>
                  <a:spLocks noChangeArrowheads="1"/>
                </p:cNvSpPr>
                <p:nvPr/>
              </p:nvSpPr>
              <p:spPr bwMode="auto">
                <a:xfrm>
                  <a:off x="1383" y="2478"/>
                  <a:ext cx="227" cy="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0" name="AutoShape 23"/>
                <p:cNvSpPr>
                  <a:spLocks noChangeArrowheads="1"/>
                </p:cNvSpPr>
                <p:nvPr/>
              </p:nvSpPr>
              <p:spPr bwMode="auto">
                <a:xfrm>
                  <a:off x="1429" y="2432"/>
                  <a:ext cx="544" cy="136"/>
                </a:xfrm>
                <a:prstGeom prst="parallelogram">
                  <a:avLst>
                    <a:gd name="adj" fmla="val 171574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1" name="Rectangle 24"/>
                <p:cNvSpPr>
                  <a:spLocks noChangeArrowheads="1"/>
                </p:cNvSpPr>
                <p:nvPr/>
              </p:nvSpPr>
              <p:spPr bwMode="auto">
                <a:xfrm>
                  <a:off x="1429" y="2387"/>
                  <a:ext cx="317" cy="91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2" name="Line 25"/>
                <p:cNvSpPr>
                  <a:spLocks noChangeShapeType="1"/>
                </p:cNvSpPr>
                <p:nvPr/>
              </p:nvSpPr>
              <p:spPr bwMode="auto">
                <a:xfrm>
                  <a:off x="1429" y="2341"/>
                  <a:ext cx="0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3" name="Line 26"/>
                <p:cNvSpPr>
                  <a:spLocks noChangeShapeType="1"/>
                </p:cNvSpPr>
                <p:nvPr/>
              </p:nvSpPr>
              <p:spPr bwMode="auto">
                <a:xfrm>
                  <a:off x="1429" y="2478"/>
                  <a:ext cx="31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4" name="Line 27"/>
                <p:cNvSpPr>
                  <a:spLocks noChangeShapeType="1"/>
                </p:cNvSpPr>
                <p:nvPr/>
              </p:nvSpPr>
              <p:spPr bwMode="auto">
                <a:xfrm flipV="1">
                  <a:off x="1746" y="2341"/>
                  <a:ext cx="0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5" name="AutoShape 28"/>
                <p:cNvSpPr>
                  <a:spLocks noChangeArrowheads="1"/>
                </p:cNvSpPr>
                <p:nvPr/>
              </p:nvSpPr>
              <p:spPr bwMode="auto">
                <a:xfrm rot="16200000" flipH="1">
                  <a:off x="1746" y="2251"/>
                  <a:ext cx="228" cy="227"/>
                </a:xfrm>
                <a:prstGeom prst="parallelogram">
                  <a:avLst>
                    <a:gd name="adj" fmla="val 64752"/>
                  </a:avLst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6" name="Line 29"/>
                <p:cNvSpPr>
                  <a:spLocks noChangeShapeType="1"/>
                </p:cNvSpPr>
                <p:nvPr/>
              </p:nvSpPr>
              <p:spPr bwMode="auto">
                <a:xfrm>
                  <a:off x="1746" y="2341"/>
                  <a:ext cx="0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7" name="Line 30"/>
                <p:cNvSpPr>
                  <a:spLocks noChangeShapeType="1"/>
                </p:cNvSpPr>
                <p:nvPr/>
              </p:nvSpPr>
              <p:spPr bwMode="auto">
                <a:xfrm flipV="1">
                  <a:off x="1746" y="2341"/>
                  <a:ext cx="227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8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1973" y="2251"/>
                  <a:ext cx="0" cy="9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13" name="AutoShape 32"/>
            <p:cNvSpPr>
              <a:spLocks noChangeArrowheads="1"/>
            </p:cNvSpPr>
            <p:nvPr/>
          </p:nvSpPr>
          <p:spPr bwMode="auto">
            <a:xfrm>
              <a:off x="2926" y="2414"/>
              <a:ext cx="544" cy="136"/>
            </a:xfrm>
            <a:prstGeom prst="parallelogram">
              <a:avLst>
                <a:gd name="adj" fmla="val 173944"/>
              </a:avLst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39" name="Text Box 33"/>
          <p:cNvSpPr txBox="1">
            <a:spLocks noChangeArrowheads="1"/>
          </p:cNvSpPr>
          <p:nvPr/>
        </p:nvSpPr>
        <p:spPr bwMode="auto">
          <a:xfrm>
            <a:off x="4108393" y="2486876"/>
            <a:ext cx="488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chemeClr val="bg1"/>
                </a:solidFill>
                <a:latin typeface="Times New Roman" panose="02020603050405020304" pitchFamily="18" charset="0"/>
              </a:rPr>
              <a:t>S</a:t>
            </a:r>
            <a:r>
              <a:rPr lang="fr-FR" altLang="fr-FR" sz="2400" b="1" i="1" baseline="-25000">
                <a:solidFill>
                  <a:schemeClr val="bg1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0" name="Text Box 34"/>
          <p:cNvSpPr txBox="1">
            <a:spLocks noChangeArrowheads="1"/>
          </p:cNvSpPr>
          <p:nvPr/>
        </p:nvSpPr>
        <p:spPr bwMode="auto">
          <a:xfrm>
            <a:off x="4956118" y="2702776"/>
            <a:ext cx="4048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33CC"/>
                </a:solidFill>
                <a:latin typeface="Times New Roman" panose="02020603050405020304" pitchFamily="18" charset="0"/>
              </a:rPr>
              <a:t>A</a:t>
            </a:r>
            <a:r>
              <a:rPr lang="fr-FR" altLang="fr-FR" sz="1800" b="1" i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e</a:t>
            </a:r>
          </a:p>
        </p:txBody>
      </p:sp>
      <p:graphicFrame>
        <p:nvGraphicFramePr>
          <p:cNvPr id="42" name="Object 3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92205582"/>
              </p:ext>
            </p:extLst>
          </p:nvPr>
        </p:nvGraphicFramePr>
        <p:xfrm>
          <a:off x="6619818" y="1583589"/>
          <a:ext cx="1443038" cy="696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14" name="Equation" r:id="rId3" imgW="850531" imgH="406224" progId="Equation.3">
                  <p:embed/>
                </p:oleObj>
              </mc:Choice>
              <mc:Fallback>
                <p:oleObj name="Equation" r:id="rId3" imgW="850531" imgH="406224" progId="Equation.3">
                  <p:embed/>
                  <p:pic>
                    <p:nvPicPr>
                      <p:cNvPr id="275492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19818" y="1583589"/>
                        <a:ext cx="1443038" cy="696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Text Box 37"/>
          <p:cNvSpPr txBox="1">
            <a:spLocks noChangeArrowheads="1"/>
          </p:cNvSpPr>
          <p:nvPr/>
        </p:nvSpPr>
        <p:spPr bwMode="auto">
          <a:xfrm>
            <a:off x="8213668" y="1716939"/>
            <a:ext cx="2716213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&lt; max current density: </a:t>
            </a:r>
            <a:r>
              <a:rPr lang="en-CA" altLang="fr-FR" sz="1800" b="1" i="1">
                <a:latin typeface="Symbol" panose="05050102010706020507" pitchFamily="18" charset="2"/>
              </a:rPr>
              <a:t>d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max</a:t>
            </a:r>
          </a:p>
        </p:txBody>
      </p:sp>
      <p:graphicFrame>
        <p:nvGraphicFramePr>
          <p:cNvPr id="45" name="Object 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367509"/>
              </p:ext>
            </p:extLst>
          </p:nvPr>
        </p:nvGraphicFramePr>
        <p:xfrm>
          <a:off x="6673850" y="2381250"/>
          <a:ext cx="2179638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15" name="Équation" r:id="rId5" imgW="1231560" imgH="241200" progId="Equation.3">
                  <p:embed/>
                </p:oleObj>
              </mc:Choice>
              <mc:Fallback>
                <p:oleObj name="Équation" r:id="rId5" imgW="1231560" imgH="241200" progId="Equation.3">
                  <p:embed/>
                  <p:pic>
                    <p:nvPicPr>
                      <p:cNvPr id="275495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3850" y="2381250"/>
                        <a:ext cx="2179638" cy="433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6" name="Group 40"/>
          <p:cNvGrpSpPr>
            <a:grpSpLocks/>
          </p:cNvGrpSpPr>
          <p:nvPr/>
        </p:nvGrpSpPr>
        <p:grpSpPr bwMode="auto">
          <a:xfrm>
            <a:off x="8529581" y="2370989"/>
            <a:ext cx="2598737" cy="865187"/>
            <a:chOff x="3483" y="1519"/>
            <a:chExt cx="1637" cy="545"/>
          </a:xfrm>
        </p:grpSpPr>
        <p:sp>
          <p:nvSpPr>
            <p:cNvPr id="47" name="Text Box 41"/>
            <p:cNvSpPr txBox="1">
              <a:spLocks noChangeArrowheads="1"/>
            </p:cNvSpPr>
            <p:nvPr/>
          </p:nvSpPr>
          <p:spPr bwMode="auto">
            <a:xfrm>
              <a:off x="3723" y="1519"/>
              <a:ext cx="139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latin typeface="Times New Roman" panose="02020603050405020304" pitchFamily="18" charset="0"/>
                </a:rPr>
                <a:t>&lt; 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k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B</a:t>
              </a:r>
              <a:r>
                <a:rPr lang="en-CA" altLang="fr-FR" sz="1800">
                  <a:latin typeface="Times New Roman" panose="02020603050405020304" pitchFamily="18" charset="0"/>
                </a:rPr>
                <a:t>. Window area 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S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48" name="Text Box 42"/>
            <p:cNvSpPr txBox="1">
              <a:spLocks noChangeArrowheads="1"/>
            </p:cNvSpPr>
            <p:nvPr/>
          </p:nvSpPr>
          <p:spPr bwMode="auto">
            <a:xfrm>
              <a:off x="3483" y="1831"/>
              <a:ext cx="152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i="1">
                  <a:latin typeface="Times New Roman" panose="02020603050405020304" pitchFamily="18" charset="0"/>
                </a:rPr>
                <a:t>k</a:t>
              </a:r>
              <a:r>
                <a:rPr lang="en-CA" altLang="fr-FR" sz="1800" i="1" baseline="-25000">
                  <a:latin typeface="Times New Roman" panose="02020603050405020304" pitchFamily="18" charset="0"/>
                </a:rPr>
                <a:t>B</a:t>
              </a:r>
              <a:r>
                <a:rPr lang="en-CA" altLang="fr-FR" sz="1800" i="1">
                  <a:latin typeface="Times New Roman" panose="02020603050405020304" pitchFamily="18" charset="0"/>
                </a:rPr>
                <a:t> = winding coefficient</a:t>
              </a:r>
              <a:endParaRPr lang="en-CA" altLang="fr-FR" sz="1800" b="1" i="1" baseline="-25000">
                <a:latin typeface="Times New Roman" panose="02020603050405020304" pitchFamily="18" charset="0"/>
              </a:endParaRPr>
            </a:p>
          </p:txBody>
        </p:sp>
      </p:grpSp>
      <p:graphicFrame>
        <p:nvGraphicFramePr>
          <p:cNvPr id="49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79123835"/>
              </p:ext>
            </p:extLst>
          </p:nvPr>
        </p:nvGraphicFramePr>
        <p:xfrm>
          <a:off x="7016750" y="3487738"/>
          <a:ext cx="2606675" cy="77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16" name="Équation" r:id="rId7" imgW="1523880" imgH="457200" progId="Equation.3">
                  <p:embed/>
                </p:oleObj>
              </mc:Choice>
              <mc:Fallback>
                <p:oleObj name="Équation" r:id="rId7" imgW="1523880" imgH="457200" progId="Equation.3">
                  <p:embed/>
                  <p:pic>
                    <p:nvPicPr>
                      <p:cNvPr id="27550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6750" y="3487738"/>
                        <a:ext cx="2606675" cy="774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0" name="Group 46"/>
          <p:cNvGrpSpPr>
            <a:grpSpLocks/>
          </p:cNvGrpSpPr>
          <p:nvPr/>
        </p:nvGrpSpPr>
        <p:grpSpPr bwMode="auto">
          <a:xfrm>
            <a:off x="5943543" y="4569676"/>
            <a:ext cx="4097338" cy="990600"/>
            <a:chOff x="1854" y="2904"/>
            <a:chExt cx="2581" cy="624"/>
          </a:xfrm>
        </p:grpSpPr>
        <p:sp>
          <p:nvSpPr>
            <p:cNvPr id="51" name="AutoShape 47"/>
            <p:cNvSpPr>
              <a:spLocks noChangeArrowheads="1"/>
            </p:cNvSpPr>
            <p:nvPr/>
          </p:nvSpPr>
          <p:spPr bwMode="auto">
            <a:xfrm>
              <a:off x="1854" y="2904"/>
              <a:ext cx="282" cy="624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2" name="Rectangle 48"/>
            <p:cNvSpPr>
              <a:spLocks noChangeArrowheads="1"/>
            </p:cNvSpPr>
            <p:nvPr/>
          </p:nvSpPr>
          <p:spPr bwMode="auto">
            <a:xfrm>
              <a:off x="2461" y="2953"/>
              <a:ext cx="1974" cy="47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53" name="Object 49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171728187"/>
                </p:ext>
              </p:extLst>
            </p:nvPr>
          </p:nvGraphicFramePr>
          <p:xfrm>
            <a:off x="2494" y="2951"/>
            <a:ext cx="1859" cy="4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8217" name="Équation" r:id="rId9" imgW="1841400" imgH="482400" progId="Equation.3">
                    <p:embed/>
                  </p:oleObj>
                </mc:Choice>
                <mc:Fallback>
                  <p:oleObj name="Équation" r:id="rId9" imgW="1841400" imgH="482400" progId="Equation.3">
                    <p:embed/>
                    <p:pic>
                      <p:nvPicPr>
                        <p:cNvPr id="26653" name="Object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94" y="2951"/>
                          <a:ext cx="1859" cy="48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4" name="Group 50"/>
          <p:cNvGrpSpPr>
            <a:grpSpLocks/>
          </p:cNvGrpSpPr>
          <p:nvPr/>
        </p:nvGrpSpPr>
        <p:grpSpPr bwMode="auto">
          <a:xfrm>
            <a:off x="3867093" y="4341076"/>
            <a:ext cx="1819275" cy="2170113"/>
            <a:chOff x="546" y="2760"/>
            <a:chExt cx="1146" cy="1367"/>
          </a:xfrm>
        </p:grpSpPr>
        <p:grpSp>
          <p:nvGrpSpPr>
            <p:cNvPr id="55" name="Group 51"/>
            <p:cNvGrpSpPr>
              <a:grpSpLocks/>
            </p:cNvGrpSpPr>
            <p:nvPr/>
          </p:nvGrpSpPr>
          <p:grpSpPr bwMode="auto">
            <a:xfrm>
              <a:off x="546" y="2814"/>
              <a:ext cx="1068" cy="1313"/>
              <a:chOff x="546" y="2814"/>
              <a:chExt cx="1068" cy="1313"/>
            </a:xfrm>
          </p:grpSpPr>
          <p:grpSp>
            <p:nvGrpSpPr>
              <p:cNvPr id="57" name="Group 52"/>
              <p:cNvGrpSpPr>
                <a:grpSpLocks/>
              </p:cNvGrpSpPr>
              <p:nvPr/>
            </p:nvGrpSpPr>
            <p:grpSpPr bwMode="auto">
              <a:xfrm>
                <a:off x="546" y="2814"/>
                <a:ext cx="1068" cy="846"/>
                <a:chOff x="546" y="2814"/>
                <a:chExt cx="1068" cy="846"/>
              </a:xfrm>
            </p:grpSpPr>
            <p:graphicFrame>
              <p:nvGraphicFramePr>
                <p:cNvPr id="59" name="Object 53"/>
                <p:cNvGraphicFramePr>
                  <a:graphicFrameLocks noChangeAspect="1"/>
                </p:cNvGraphicFramePr>
                <p:nvPr/>
              </p:nvGraphicFramePr>
              <p:xfrm>
                <a:off x="630" y="2814"/>
                <a:ext cx="870" cy="359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8218" name="Equation" r:id="rId11" imgW="927100" imgH="381000" progId="Equation.3">
                        <p:embed/>
                      </p:oleObj>
                    </mc:Choice>
                    <mc:Fallback>
                      <p:oleObj name="Equation" r:id="rId11" imgW="927100" imgH="381000" progId="Equation.3">
                        <p:embed/>
                        <p:pic>
                          <p:nvPicPr>
                            <p:cNvPr id="26649" name="Object 53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2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630" y="2814"/>
                              <a:ext cx="870" cy="359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0" name="Object 54"/>
                <p:cNvGraphicFramePr>
                  <a:graphicFrameLocks noChangeAspect="1"/>
                </p:cNvGraphicFramePr>
                <p:nvPr/>
              </p:nvGraphicFramePr>
              <p:xfrm>
                <a:off x="546" y="3282"/>
                <a:ext cx="1068" cy="378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8219" name="Equation" r:id="rId13" imgW="1079032" imgH="380835" progId="Equation.3">
                        <p:embed/>
                      </p:oleObj>
                    </mc:Choice>
                    <mc:Fallback>
                      <p:oleObj name="Equation" r:id="rId13" imgW="1079032" imgH="380835" progId="Equation.3">
                        <p:embed/>
                        <p:pic>
                          <p:nvPicPr>
                            <p:cNvPr id="26650" name="Object 54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4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546" y="3282"/>
                              <a:ext cx="1068" cy="378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graphicFrame>
            <p:nvGraphicFramePr>
              <p:cNvPr id="58" name="Object 5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43216262"/>
                  </p:ext>
                </p:extLst>
              </p:nvPr>
            </p:nvGraphicFramePr>
            <p:xfrm>
              <a:off x="637" y="3692"/>
              <a:ext cx="909" cy="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8220" name="Équation" r:id="rId15" imgW="901440" imgH="431640" progId="Equation.3">
                      <p:embed/>
                    </p:oleObj>
                  </mc:Choice>
                  <mc:Fallback>
                    <p:oleObj name="Équation" r:id="rId15" imgW="901440" imgH="431640" progId="Equation.3">
                      <p:embed/>
                      <p:pic>
                        <p:nvPicPr>
                          <p:cNvPr id="26648" name="Object 5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6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37" y="3692"/>
                            <a:ext cx="909" cy="43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56" name="Line 56"/>
            <p:cNvSpPr>
              <a:spLocks noChangeShapeType="1"/>
            </p:cNvSpPr>
            <p:nvPr/>
          </p:nvSpPr>
          <p:spPr bwMode="auto">
            <a:xfrm>
              <a:off x="1692" y="2760"/>
              <a:ext cx="0" cy="1314"/>
            </a:xfrm>
            <a:prstGeom prst="line">
              <a:avLst/>
            </a:prstGeom>
            <a:noFill/>
            <a:ln w="22225">
              <a:solidFill>
                <a:srgbClr val="33CC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1" name="ZoneTexte 60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  <a:endParaRPr lang="en-US" sz="28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5692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transformer sizing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3744686" y="4765319"/>
            <a:ext cx="5924921" cy="1289386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1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7737738"/>
              </p:ext>
            </p:extLst>
          </p:nvPr>
        </p:nvGraphicFramePr>
        <p:xfrm>
          <a:off x="2994986" y="1967345"/>
          <a:ext cx="3417787" cy="8367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84" name="Equation" r:id="rId3" imgW="1396394" imgH="342751" progId="Equation.3">
                  <p:embed/>
                </p:oleObj>
              </mc:Choice>
              <mc:Fallback>
                <p:oleObj name="Equation" r:id="rId3" imgW="1396394" imgH="342751" progId="Equation.3">
                  <p:embed/>
                  <p:pic>
                    <p:nvPicPr>
                      <p:cNvPr id="2765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94986" y="1967345"/>
                        <a:ext cx="3417787" cy="8367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7959262"/>
              </p:ext>
            </p:extLst>
          </p:nvPr>
        </p:nvGraphicFramePr>
        <p:xfrm>
          <a:off x="7294563" y="2343150"/>
          <a:ext cx="3938587" cy="1030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85" name="Équation" r:id="rId5" imgW="1841400" imgH="482400" progId="Equation.3">
                  <p:embed/>
                </p:oleObj>
              </mc:Choice>
              <mc:Fallback>
                <p:oleObj name="Équation" r:id="rId5" imgW="1841400" imgH="482400" progId="Equation.3">
                  <p:embed/>
                  <p:pic>
                    <p:nvPicPr>
                      <p:cNvPr id="276488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94563" y="2343150"/>
                        <a:ext cx="3938587" cy="1030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0382798"/>
              </p:ext>
            </p:extLst>
          </p:nvPr>
        </p:nvGraphicFramePr>
        <p:xfrm>
          <a:off x="7478713" y="1435100"/>
          <a:ext cx="2247900" cy="979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86" name="Équation" r:id="rId7" imgW="990360" imgH="431640" progId="Equation.3">
                  <p:embed/>
                </p:oleObj>
              </mc:Choice>
              <mc:Fallback>
                <p:oleObj name="Équation" r:id="rId7" imgW="990360" imgH="431640" progId="Equation.3">
                  <p:embed/>
                  <p:pic>
                    <p:nvPicPr>
                      <p:cNvPr id="276489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78713" y="1435100"/>
                        <a:ext cx="2247900" cy="979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AutoShape 10"/>
          <p:cNvSpPr>
            <a:spLocks noChangeArrowheads="1"/>
          </p:cNvSpPr>
          <p:nvPr/>
        </p:nvSpPr>
        <p:spPr bwMode="auto">
          <a:xfrm rot="16200000" flipH="1">
            <a:off x="6527551" y="1519394"/>
            <a:ext cx="521241" cy="1171820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4389 h 21600"/>
              <a:gd name="T14" fmla="*/ 20652 w 21600"/>
              <a:gd name="T15" fmla="*/ 776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8189" y="0"/>
                </a:lnTo>
                <a:lnTo>
                  <a:pt x="18189" y="4389"/>
                </a:lnTo>
                <a:lnTo>
                  <a:pt x="12427" y="4389"/>
                </a:lnTo>
                <a:cubicBezTo>
                  <a:pt x="5564" y="4389"/>
                  <a:pt x="0" y="7867"/>
                  <a:pt x="0" y="12158"/>
                </a:cubicBezTo>
                <a:lnTo>
                  <a:pt x="0" y="21600"/>
                </a:lnTo>
                <a:lnTo>
                  <a:pt x="3455" y="21600"/>
                </a:lnTo>
                <a:lnTo>
                  <a:pt x="3455" y="12158"/>
                </a:lnTo>
                <a:cubicBezTo>
                  <a:pt x="3455" y="9734"/>
                  <a:pt x="7472" y="7769"/>
                  <a:pt x="12427" y="7769"/>
                </a:cubicBezTo>
                <a:lnTo>
                  <a:pt x="18189" y="7769"/>
                </a:lnTo>
                <a:lnTo>
                  <a:pt x="18189" y="12158"/>
                </a:lnTo>
                <a:lnTo>
                  <a:pt x="21600" y="6079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5" name="AutoShape 11"/>
          <p:cNvSpPr>
            <a:spLocks noChangeArrowheads="1"/>
          </p:cNvSpPr>
          <p:nvPr/>
        </p:nvSpPr>
        <p:spPr bwMode="auto">
          <a:xfrm rot="5400000" flipH="1" flipV="1">
            <a:off x="6471989" y="2235357"/>
            <a:ext cx="521241" cy="1171820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4389 h 21600"/>
              <a:gd name="T14" fmla="*/ 20652 w 21600"/>
              <a:gd name="T15" fmla="*/ 776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8189" y="0"/>
                </a:lnTo>
                <a:lnTo>
                  <a:pt x="18189" y="4389"/>
                </a:lnTo>
                <a:lnTo>
                  <a:pt x="12427" y="4389"/>
                </a:lnTo>
                <a:cubicBezTo>
                  <a:pt x="5564" y="4389"/>
                  <a:pt x="0" y="7867"/>
                  <a:pt x="0" y="12158"/>
                </a:cubicBezTo>
                <a:lnTo>
                  <a:pt x="0" y="21600"/>
                </a:lnTo>
                <a:lnTo>
                  <a:pt x="3455" y="21600"/>
                </a:lnTo>
                <a:lnTo>
                  <a:pt x="3455" y="12158"/>
                </a:lnTo>
                <a:cubicBezTo>
                  <a:pt x="3455" y="9734"/>
                  <a:pt x="7472" y="7769"/>
                  <a:pt x="12427" y="7769"/>
                </a:cubicBezTo>
                <a:lnTo>
                  <a:pt x="18189" y="7769"/>
                </a:lnTo>
                <a:lnTo>
                  <a:pt x="18189" y="12158"/>
                </a:lnTo>
                <a:lnTo>
                  <a:pt x="21600" y="6079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graphicFrame>
        <p:nvGraphicFramePr>
          <p:cNvPr id="16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04224039"/>
              </p:ext>
            </p:extLst>
          </p:nvPr>
        </p:nvGraphicFramePr>
        <p:xfrm>
          <a:off x="3330575" y="3427413"/>
          <a:ext cx="6623050" cy="1195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87" name="Équation" r:id="rId9" imgW="2654280" imgH="482400" progId="Equation.3">
                  <p:embed/>
                </p:oleObj>
              </mc:Choice>
              <mc:Fallback>
                <p:oleObj name="Équation" r:id="rId9" imgW="2654280" imgH="482400" progId="Equation.3">
                  <p:embed/>
                  <p:pic>
                    <p:nvPicPr>
                      <p:cNvPr id="27649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30575" y="3427413"/>
                        <a:ext cx="6623050" cy="1195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AutoShape 14"/>
          <p:cNvSpPr>
            <a:spLocks noChangeArrowheads="1"/>
          </p:cNvSpPr>
          <p:nvPr/>
        </p:nvSpPr>
        <p:spPr bwMode="auto">
          <a:xfrm>
            <a:off x="11018003" y="2230582"/>
            <a:ext cx="493398" cy="1967545"/>
          </a:xfrm>
          <a:prstGeom prst="curvedLeftArrow">
            <a:avLst>
              <a:gd name="adj1" fmla="val 31256"/>
              <a:gd name="adj2" fmla="val 100006"/>
              <a:gd name="adj3" fmla="val 33333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8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8145305"/>
              </p:ext>
            </p:extLst>
          </p:nvPr>
        </p:nvGraphicFramePr>
        <p:xfrm>
          <a:off x="3957872" y="4876965"/>
          <a:ext cx="5630773" cy="11110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88" name="Equation" r:id="rId11" imgW="2120900" imgH="419100" progId="Equation.3">
                  <p:embed/>
                </p:oleObj>
              </mc:Choice>
              <mc:Fallback>
                <p:oleObj name="Equation" r:id="rId11" imgW="2120900" imgH="419100" progId="Equation.3">
                  <p:embed/>
                  <p:pic>
                    <p:nvPicPr>
                      <p:cNvPr id="276496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57872" y="4876965"/>
                        <a:ext cx="5630773" cy="111106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9" name="Group 17"/>
          <p:cNvGrpSpPr>
            <a:grpSpLocks/>
          </p:cNvGrpSpPr>
          <p:nvPr/>
        </p:nvGrpSpPr>
        <p:grpSpPr bwMode="auto">
          <a:xfrm>
            <a:off x="10004639" y="5034671"/>
            <a:ext cx="1665218" cy="532672"/>
            <a:chOff x="4014" y="2742"/>
            <a:chExt cx="972" cy="233"/>
          </a:xfrm>
        </p:grpSpPr>
        <p:sp>
          <p:nvSpPr>
            <p:cNvPr id="20" name="AutoShape 18"/>
            <p:cNvSpPr>
              <a:spLocks noChangeArrowheads="1"/>
            </p:cNvSpPr>
            <p:nvPr/>
          </p:nvSpPr>
          <p:spPr bwMode="auto">
            <a:xfrm rot="-2474486">
              <a:off x="4014" y="2778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Text Box 19"/>
            <p:cNvSpPr txBox="1">
              <a:spLocks noChangeArrowheads="1"/>
            </p:cNvSpPr>
            <p:nvPr/>
          </p:nvSpPr>
          <p:spPr bwMode="auto">
            <a:xfrm>
              <a:off x="4406" y="2742"/>
              <a:ext cx="58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chemeClr val="folHlink"/>
                  </a:solidFill>
                  <a:latin typeface="Times New Roman" panose="02020603050405020304" pitchFamily="18" charset="0"/>
                </a:rPr>
                <a:t>With P</a:t>
              </a:r>
              <a:r>
                <a:rPr lang="en-CA" altLang="fr-FR" sz="1800" b="1" i="1" baseline="-25000">
                  <a:solidFill>
                    <a:schemeClr val="folHlink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22" name="Group 20"/>
          <p:cNvGrpSpPr>
            <a:grpSpLocks/>
          </p:cNvGrpSpPr>
          <p:nvPr/>
        </p:nvGrpSpPr>
        <p:grpSpPr bwMode="auto">
          <a:xfrm>
            <a:off x="9977555" y="5624900"/>
            <a:ext cx="1536728" cy="601255"/>
            <a:chOff x="3991" y="3127"/>
            <a:chExt cx="897" cy="263"/>
          </a:xfrm>
        </p:grpSpPr>
        <p:sp>
          <p:nvSpPr>
            <p:cNvPr id="23" name="AutoShape 21"/>
            <p:cNvSpPr>
              <a:spLocks noChangeArrowheads="1"/>
            </p:cNvSpPr>
            <p:nvPr/>
          </p:nvSpPr>
          <p:spPr bwMode="auto">
            <a:xfrm rot="2600802">
              <a:off x="3991" y="3127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4" name="Text Box 22"/>
            <p:cNvSpPr txBox="1">
              <a:spLocks noChangeArrowheads="1"/>
            </p:cNvSpPr>
            <p:nvPr/>
          </p:nvSpPr>
          <p:spPr bwMode="auto">
            <a:xfrm>
              <a:off x="4401" y="3157"/>
              <a:ext cx="48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9900"/>
                  </a:solidFill>
                  <a:latin typeface="Times New Roman" panose="02020603050405020304" pitchFamily="18" charset="0"/>
                </a:rPr>
                <a:t>With f</a:t>
              </a:r>
              <a:endParaRPr lang="en-CA" altLang="fr-FR" sz="1800" b="1" i="1" baseline="-25000">
                <a:solidFill>
                  <a:srgbClr val="FF99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25" name="ZoneTexte 24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  <a:endParaRPr lang="en-US" sz="28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1842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 descr="http://www.epsic.ch/branches/electronique/techn99/elnthcircuit/aldec4.gif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2"/>
          <a:stretch/>
        </p:blipFill>
        <p:spPr bwMode="auto">
          <a:xfrm>
            <a:off x="2875252" y="1424422"/>
            <a:ext cx="9104448" cy="30090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 Box 5"/>
          <p:cNvSpPr txBox="1">
            <a:spLocks noChangeArrowheads="1"/>
          </p:cNvSpPr>
          <p:nvPr/>
        </p:nvSpPr>
        <p:spPr bwMode="auto">
          <a:xfrm>
            <a:off x="5733797" y="5147523"/>
            <a:ext cx="367585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33CC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Output voltage control</a:t>
            </a:r>
          </a:p>
        </p:txBody>
      </p:sp>
      <p:sp>
        <p:nvSpPr>
          <p:cNvPr id="13" name="ZoneTexte 1"/>
          <p:cNvSpPr txBox="1">
            <a:spLocks noChangeArrowheads="1"/>
          </p:cNvSpPr>
          <p:nvPr/>
        </p:nvSpPr>
        <p:spPr bwMode="auto">
          <a:xfrm>
            <a:off x="4073379" y="1644652"/>
            <a:ext cx="1207121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Rectifying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Filtering</a:t>
            </a:r>
          </a:p>
        </p:txBody>
      </p:sp>
      <p:sp>
        <p:nvSpPr>
          <p:cNvPr id="14" name="ZoneTexte 11"/>
          <p:cNvSpPr txBox="1">
            <a:spLocks noChangeArrowheads="1"/>
          </p:cNvSpPr>
          <p:nvPr/>
        </p:nvSpPr>
        <p:spPr bwMode="auto">
          <a:xfrm>
            <a:off x="5645524" y="1851217"/>
            <a:ext cx="1113819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Switching</a:t>
            </a:r>
          </a:p>
        </p:txBody>
      </p:sp>
      <p:sp>
        <p:nvSpPr>
          <p:cNvPr id="15" name="ZoneTexte 12"/>
          <p:cNvSpPr txBox="1">
            <a:spLocks noChangeArrowheads="1"/>
          </p:cNvSpPr>
          <p:nvPr/>
        </p:nvSpPr>
        <p:spPr bwMode="auto">
          <a:xfrm>
            <a:off x="6947841" y="1662601"/>
            <a:ext cx="1157802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Energy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storage</a:t>
            </a:r>
          </a:p>
        </p:txBody>
      </p:sp>
      <p:sp>
        <p:nvSpPr>
          <p:cNvPr id="16" name="ZoneTexte 13"/>
          <p:cNvSpPr txBox="1">
            <a:spLocks noChangeArrowheads="1"/>
          </p:cNvSpPr>
          <p:nvPr/>
        </p:nvSpPr>
        <p:spPr bwMode="auto">
          <a:xfrm>
            <a:off x="8558000" y="1659143"/>
            <a:ext cx="1114773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Transfer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and storage</a:t>
            </a:r>
          </a:p>
        </p:txBody>
      </p:sp>
      <p:sp>
        <p:nvSpPr>
          <p:cNvPr id="17" name="ZoneTexte 14"/>
          <p:cNvSpPr txBox="1">
            <a:spLocks noChangeArrowheads="1"/>
          </p:cNvSpPr>
          <p:nvPr/>
        </p:nvSpPr>
        <p:spPr bwMode="auto">
          <a:xfrm>
            <a:off x="3920248" y="4054530"/>
            <a:ext cx="1853557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PRIMARY CIRCUIT</a:t>
            </a:r>
          </a:p>
        </p:txBody>
      </p:sp>
      <p:sp>
        <p:nvSpPr>
          <p:cNvPr id="18" name="ZoneTexte 15"/>
          <p:cNvSpPr txBox="1">
            <a:spLocks noChangeArrowheads="1"/>
          </p:cNvSpPr>
          <p:nvPr/>
        </p:nvSpPr>
        <p:spPr bwMode="auto">
          <a:xfrm>
            <a:off x="6922686" y="3420425"/>
            <a:ext cx="2219370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 smtClean="0">
                <a:latin typeface="Times New Roman" panose="02020603050405020304" pitchFamily="18" charset="0"/>
              </a:rPr>
              <a:t>Control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 smtClean="0">
                <a:latin typeface="Times New Roman" panose="02020603050405020304" pitchFamily="18" charset="0"/>
              </a:rPr>
              <a:t>Switching command</a:t>
            </a:r>
            <a:endParaRPr lang="en-CA" altLang="fr-FR" sz="1600" dirty="0">
              <a:latin typeface="Times New Roman" panose="02020603050405020304" pitchFamily="18" charset="0"/>
            </a:endParaRPr>
          </a:p>
        </p:txBody>
      </p:sp>
      <p:sp>
        <p:nvSpPr>
          <p:cNvPr id="19" name="Line 8"/>
          <p:cNvSpPr>
            <a:spLocks noChangeShapeType="1"/>
          </p:cNvSpPr>
          <p:nvPr/>
        </p:nvSpPr>
        <p:spPr bwMode="auto">
          <a:xfrm flipH="1">
            <a:off x="6928354" y="857380"/>
            <a:ext cx="682716" cy="4082041"/>
          </a:xfrm>
          <a:prstGeom prst="line">
            <a:avLst/>
          </a:prstGeom>
          <a:noFill/>
          <a:ln w="38100">
            <a:solidFill>
              <a:srgbClr val="008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ZoneTexte 16"/>
          <p:cNvSpPr txBox="1">
            <a:spLocks noChangeArrowheads="1"/>
          </p:cNvSpPr>
          <p:nvPr/>
        </p:nvSpPr>
        <p:spPr bwMode="auto">
          <a:xfrm>
            <a:off x="10217529" y="2732327"/>
            <a:ext cx="1114773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U output measurement</a:t>
            </a:r>
          </a:p>
        </p:txBody>
      </p:sp>
      <p:sp>
        <p:nvSpPr>
          <p:cNvPr id="21" name="ZoneTexte 17"/>
          <p:cNvSpPr txBox="1">
            <a:spLocks noChangeArrowheads="1"/>
          </p:cNvSpPr>
          <p:nvPr/>
        </p:nvSpPr>
        <p:spPr bwMode="auto">
          <a:xfrm>
            <a:off x="10535575" y="3442855"/>
            <a:ext cx="879775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Reference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voltage</a:t>
            </a:r>
          </a:p>
        </p:txBody>
      </p:sp>
      <p:sp>
        <p:nvSpPr>
          <p:cNvPr id="22" name="Oval 7"/>
          <p:cNvSpPr>
            <a:spLocks noChangeArrowheads="1"/>
          </p:cNvSpPr>
          <p:nvPr/>
        </p:nvSpPr>
        <p:spPr bwMode="auto">
          <a:xfrm>
            <a:off x="8964214" y="2768948"/>
            <a:ext cx="2691286" cy="1816615"/>
          </a:xfrm>
          <a:prstGeom prst="ellips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ZoneTexte 18"/>
          <p:cNvSpPr txBox="1">
            <a:spLocks noChangeArrowheads="1"/>
          </p:cNvSpPr>
          <p:nvPr/>
        </p:nvSpPr>
        <p:spPr bwMode="auto">
          <a:xfrm>
            <a:off x="10383261" y="2216262"/>
            <a:ext cx="1114773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U output</a:t>
            </a:r>
          </a:p>
        </p:txBody>
      </p:sp>
      <p:sp>
        <p:nvSpPr>
          <p:cNvPr id="24" name="ZoneTexte 19"/>
          <p:cNvSpPr txBox="1">
            <a:spLocks noChangeArrowheads="1"/>
          </p:cNvSpPr>
          <p:nvPr/>
        </p:nvSpPr>
        <p:spPr bwMode="auto">
          <a:xfrm>
            <a:off x="10051798" y="1672078"/>
            <a:ext cx="1446236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SECONDARY CIRCUIT</a:t>
            </a:r>
          </a:p>
        </p:txBody>
      </p:sp>
      <p:sp>
        <p:nvSpPr>
          <p:cNvPr id="25" name="ZoneTexte 20"/>
          <p:cNvSpPr txBox="1">
            <a:spLocks noChangeArrowheads="1"/>
          </p:cNvSpPr>
          <p:nvPr/>
        </p:nvSpPr>
        <p:spPr bwMode="auto">
          <a:xfrm>
            <a:off x="3117997" y="2379522"/>
            <a:ext cx="603560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Supply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  <a:endParaRPr lang="en-US" sz="28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9961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 holding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151" y="1114860"/>
            <a:ext cx="5487119" cy="30807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7" name="Group 11"/>
          <p:cNvGrpSpPr>
            <a:grpSpLocks/>
          </p:cNvGrpSpPr>
          <p:nvPr/>
        </p:nvGrpSpPr>
        <p:grpSpPr bwMode="auto">
          <a:xfrm>
            <a:off x="6757592" y="2689088"/>
            <a:ext cx="3803522" cy="3486728"/>
            <a:chOff x="2472" y="1888"/>
            <a:chExt cx="1726" cy="1724"/>
          </a:xfrm>
        </p:grpSpPr>
        <p:sp>
          <p:nvSpPr>
            <p:cNvPr id="18" name="Oval 12"/>
            <p:cNvSpPr>
              <a:spLocks noChangeArrowheads="1"/>
            </p:cNvSpPr>
            <p:nvPr/>
          </p:nvSpPr>
          <p:spPr bwMode="auto">
            <a:xfrm>
              <a:off x="3470" y="1888"/>
              <a:ext cx="91" cy="182"/>
            </a:xfrm>
            <a:prstGeom prst="ellips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3515" y="2069"/>
              <a:ext cx="0" cy="409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424" y="2478"/>
              <a:ext cx="363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 flipH="1">
              <a:off x="3605" y="2478"/>
              <a:ext cx="182" cy="408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 flipH="1" flipV="1">
              <a:off x="3424" y="2478"/>
              <a:ext cx="181" cy="408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 flipV="1">
              <a:off x="3696" y="2341"/>
              <a:ext cx="0" cy="137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3696" y="2341"/>
              <a:ext cx="227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 Box 19"/>
            <p:cNvSpPr txBox="1">
              <a:spLocks noChangeArrowheads="1"/>
            </p:cNvSpPr>
            <p:nvPr/>
          </p:nvSpPr>
          <p:spPr bwMode="auto">
            <a:xfrm>
              <a:off x="3924" y="2249"/>
              <a:ext cx="274" cy="183"/>
            </a:xfrm>
            <a:prstGeom prst="rect">
              <a:avLst/>
            </a:prstGeom>
            <a:noFill/>
            <a:ln w="38100">
              <a:solidFill>
                <a:srgbClr val="0033CC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zéro</a:t>
              </a:r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3606" y="2886"/>
              <a:ext cx="0" cy="726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 flipH="1">
              <a:off x="2472" y="3612"/>
              <a:ext cx="1134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3469" y="2542"/>
              <a:ext cx="91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3515" y="2496"/>
              <a:ext cx="0" cy="91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3651" y="2535"/>
              <a:ext cx="90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1" name="Group 25"/>
          <p:cNvGrpSpPr>
            <a:grpSpLocks/>
          </p:cNvGrpSpPr>
          <p:nvPr/>
        </p:nvGrpSpPr>
        <p:grpSpPr bwMode="auto">
          <a:xfrm>
            <a:off x="6781538" y="3774942"/>
            <a:ext cx="1965667" cy="1652354"/>
            <a:chOff x="2472" y="2432"/>
            <a:chExt cx="892" cy="817"/>
          </a:xfrm>
        </p:grpSpPr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2654" y="2704"/>
              <a:ext cx="363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 flipH="1">
              <a:off x="2835" y="2704"/>
              <a:ext cx="182" cy="408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 flipH="1" flipV="1">
              <a:off x="2654" y="2704"/>
              <a:ext cx="181" cy="408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9"/>
            <p:cNvSpPr>
              <a:spLocks noChangeShapeType="1"/>
            </p:cNvSpPr>
            <p:nvPr/>
          </p:nvSpPr>
          <p:spPr bwMode="auto">
            <a:xfrm flipV="1">
              <a:off x="2926" y="2567"/>
              <a:ext cx="0" cy="137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0"/>
            <p:cNvSpPr>
              <a:spLocks noChangeShapeType="1"/>
            </p:cNvSpPr>
            <p:nvPr/>
          </p:nvSpPr>
          <p:spPr bwMode="auto">
            <a:xfrm>
              <a:off x="2926" y="2567"/>
              <a:ext cx="89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1"/>
            <p:cNvSpPr>
              <a:spLocks noChangeShapeType="1"/>
            </p:cNvSpPr>
            <p:nvPr/>
          </p:nvSpPr>
          <p:spPr bwMode="auto">
            <a:xfrm>
              <a:off x="2699" y="2762"/>
              <a:ext cx="91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2"/>
            <p:cNvSpPr>
              <a:spLocks noChangeShapeType="1"/>
            </p:cNvSpPr>
            <p:nvPr/>
          </p:nvSpPr>
          <p:spPr bwMode="auto">
            <a:xfrm>
              <a:off x="2745" y="2716"/>
              <a:ext cx="0" cy="91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3"/>
            <p:cNvSpPr>
              <a:spLocks noChangeShapeType="1"/>
            </p:cNvSpPr>
            <p:nvPr/>
          </p:nvSpPr>
          <p:spPr bwMode="auto">
            <a:xfrm>
              <a:off x="2881" y="2761"/>
              <a:ext cx="90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4"/>
            <p:cNvSpPr>
              <a:spLocks noChangeShapeType="1"/>
            </p:cNvSpPr>
            <p:nvPr/>
          </p:nvSpPr>
          <p:spPr bwMode="auto">
            <a:xfrm>
              <a:off x="2744" y="2478"/>
              <a:ext cx="0" cy="227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Oval 35"/>
            <p:cNvSpPr>
              <a:spLocks noChangeArrowheads="1"/>
            </p:cNvSpPr>
            <p:nvPr/>
          </p:nvSpPr>
          <p:spPr bwMode="auto">
            <a:xfrm>
              <a:off x="2472" y="2432"/>
              <a:ext cx="136" cy="91"/>
            </a:xfrm>
            <a:prstGeom prst="ellips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2" name="Line 36"/>
            <p:cNvSpPr>
              <a:spLocks noChangeShapeType="1"/>
            </p:cNvSpPr>
            <p:nvPr/>
          </p:nvSpPr>
          <p:spPr bwMode="auto">
            <a:xfrm>
              <a:off x="2608" y="2478"/>
              <a:ext cx="135" cy="1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7"/>
            <p:cNvSpPr>
              <a:spLocks noChangeShapeType="1"/>
            </p:cNvSpPr>
            <p:nvPr/>
          </p:nvSpPr>
          <p:spPr bwMode="auto">
            <a:xfrm>
              <a:off x="2835" y="3113"/>
              <a:ext cx="0" cy="136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8"/>
            <p:cNvSpPr>
              <a:spLocks noChangeShapeType="1"/>
            </p:cNvSpPr>
            <p:nvPr/>
          </p:nvSpPr>
          <p:spPr bwMode="auto">
            <a:xfrm flipH="1">
              <a:off x="2472" y="3249"/>
              <a:ext cx="363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Text Box 39"/>
            <p:cNvSpPr txBox="1">
              <a:spLocks noChangeArrowheads="1"/>
            </p:cNvSpPr>
            <p:nvPr/>
          </p:nvSpPr>
          <p:spPr bwMode="auto">
            <a:xfrm>
              <a:off x="3016" y="2432"/>
              <a:ext cx="348" cy="231"/>
            </a:xfrm>
            <a:prstGeom prst="rect">
              <a:avLst/>
            </a:prstGeom>
            <a:noFill/>
            <a:ln w="38100">
              <a:solidFill>
                <a:srgbClr val="0099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max</a:t>
              </a:r>
            </a:p>
          </p:txBody>
        </p:sp>
      </p:grpSp>
      <p:sp>
        <p:nvSpPr>
          <p:cNvPr id="46" name="ZoneTexte 45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  <a:endParaRPr lang="en-US" sz="28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2" name="Groupe 1"/>
          <p:cNvGrpSpPr/>
          <p:nvPr/>
        </p:nvGrpSpPr>
        <p:grpSpPr>
          <a:xfrm>
            <a:off x="5352854" y="3306527"/>
            <a:ext cx="1535955" cy="3136840"/>
            <a:chOff x="5352854" y="3306527"/>
            <a:chExt cx="1535955" cy="3136840"/>
          </a:xfrm>
        </p:grpSpPr>
        <p:grpSp>
          <p:nvGrpSpPr>
            <p:cNvPr id="11" name="Group 5"/>
            <p:cNvGrpSpPr>
              <a:grpSpLocks/>
            </p:cNvGrpSpPr>
            <p:nvPr/>
          </p:nvGrpSpPr>
          <p:grpSpPr bwMode="auto">
            <a:xfrm>
              <a:off x="5352854" y="3306527"/>
              <a:ext cx="1535955" cy="3136840"/>
              <a:chOff x="1837" y="2205"/>
              <a:chExt cx="697" cy="1551"/>
            </a:xfrm>
          </p:grpSpPr>
          <p:grpSp>
            <p:nvGrpSpPr>
              <p:cNvPr id="12" name="Group 6"/>
              <p:cNvGrpSpPr>
                <a:grpSpLocks/>
              </p:cNvGrpSpPr>
              <p:nvPr/>
            </p:nvGrpSpPr>
            <p:grpSpPr bwMode="auto">
              <a:xfrm>
                <a:off x="1837" y="2205"/>
                <a:ext cx="635" cy="1543"/>
                <a:chOff x="1837" y="2205"/>
                <a:chExt cx="635" cy="1543"/>
              </a:xfrm>
            </p:grpSpPr>
            <p:sp>
              <p:nvSpPr>
                <p:cNvPr id="15" name="Line 7"/>
                <p:cNvSpPr>
                  <a:spLocks noChangeShapeType="1"/>
                </p:cNvSpPr>
                <p:nvPr/>
              </p:nvSpPr>
              <p:spPr bwMode="auto">
                <a:xfrm>
                  <a:off x="2154" y="2205"/>
                  <a:ext cx="0" cy="862"/>
                </a:xfrm>
                <a:prstGeom prst="line">
                  <a:avLst/>
                </a:prstGeom>
                <a:noFill/>
                <a:ln w="38100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" name="Rectangle 8"/>
                <p:cNvSpPr>
                  <a:spLocks noChangeArrowheads="1"/>
                </p:cNvSpPr>
                <p:nvPr/>
              </p:nvSpPr>
              <p:spPr bwMode="auto">
                <a:xfrm>
                  <a:off x="1837" y="3068"/>
                  <a:ext cx="635" cy="680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rgbClr val="FF33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13" name="Text Box 9"/>
              <p:cNvSpPr txBox="1">
                <a:spLocks noChangeArrowheads="1"/>
              </p:cNvSpPr>
              <p:nvPr/>
            </p:nvSpPr>
            <p:spPr bwMode="auto">
              <a:xfrm>
                <a:off x="2333" y="3525"/>
                <a:ext cx="182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14" name="Text Box 10"/>
              <p:cNvSpPr txBox="1">
                <a:spLocks noChangeArrowheads="1"/>
              </p:cNvSpPr>
              <p:nvPr/>
            </p:nvSpPr>
            <p:spPr bwMode="auto">
              <a:xfrm>
                <a:off x="2314" y="3169"/>
                <a:ext cx="220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R</a:t>
                </a:r>
              </a:p>
            </p:txBody>
          </p:sp>
        </p:grpSp>
        <p:sp>
          <p:nvSpPr>
            <p:cNvPr id="47" name="Text Box 10"/>
            <p:cNvSpPr txBox="1">
              <a:spLocks noChangeArrowheads="1"/>
            </p:cNvSpPr>
            <p:nvPr/>
          </p:nvSpPr>
          <p:spPr bwMode="auto">
            <a:xfrm>
              <a:off x="5839112" y="5080823"/>
              <a:ext cx="364202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 smtClean="0">
                  <a:latin typeface="Times New Roman" panose="02020603050405020304" pitchFamily="18" charset="0"/>
                </a:rPr>
                <a:t>Q</a:t>
              </a:r>
              <a:endParaRPr lang="fr-FR" altLang="fr-FR" sz="1800" b="1" dirty="0">
                <a:latin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71002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Example: LT8302 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4245" y="1275052"/>
            <a:ext cx="6335712" cy="243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7114" y="2947267"/>
            <a:ext cx="2749550" cy="2803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4301" y="4087957"/>
            <a:ext cx="2795587" cy="1903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  <a:endParaRPr lang="en-US" sz="28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1741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Example: LT8302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(internal scheme)</a:t>
            </a: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57" y="1311708"/>
            <a:ext cx="7968961" cy="49632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  <a:endParaRPr lang="en-US" sz="28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9186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Example: LT8302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7328" y="1665084"/>
            <a:ext cx="8480023" cy="37381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  <a:endParaRPr lang="en-US" sz="28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19089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Flyback examples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 descr="24391_P0_20064714473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3868" y="1389008"/>
            <a:ext cx="2386342" cy="17897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6" descr="24392_P0_20064714484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5466" y="1197750"/>
            <a:ext cx="2193895" cy="16454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7" descr="NTXGAL_2134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3607" y="3492645"/>
            <a:ext cx="4056782" cy="29271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8" descr="NTXGAL_21349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6920" y="3030834"/>
            <a:ext cx="3490988" cy="30637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rgbClr val="FF0000"/>
                </a:solidFill>
              </a:rPr>
              <a:t>Flyback</a:t>
            </a:r>
            <a:endParaRPr lang="en-US" sz="2400" b="1" dirty="0" smtClean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  <a:endParaRPr lang="en-US" sz="28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7937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 smtClean="0">
                <a:solidFill>
                  <a:prstClr val="white"/>
                </a:solidFill>
                <a:latin typeface="Myriad Pro" charset="0"/>
                <a:cs typeface="Myriad Pro" charset="0"/>
              </a:rPr>
              <a:t>Forward</a:t>
            </a:r>
            <a:endParaRPr lang="en-US" sz="2200" dirty="0">
              <a:solidFill>
                <a:prstClr val="white"/>
              </a:solidFill>
              <a:latin typeface="Myriad Pro" charset="0"/>
              <a:cs typeface="Myriad Pro" charset="0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9503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0567" y="1786198"/>
            <a:ext cx="4032250" cy="2498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054" y="1714761"/>
            <a:ext cx="3600450" cy="2725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4936692" y="5170748"/>
            <a:ext cx="492057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Easiness, low power, few components</a:t>
            </a:r>
          </a:p>
        </p:txBody>
      </p:sp>
      <p:sp>
        <p:nvSpPr>
          <p:cNvPr id="13" name="ZoneTexte 1"/>
          <p:cNvSpPr txBox="1">
            <a:spLocks noChangeArrowheads="1"/>
          </p:cNvSpPr>
          <p:nvPr/>
        </p:nvSpPr>
        <p:spPr bwMode="auto">
          <a:xfrm>
            <a:off x="8583179" y="3480061"/>
            <a:ext cx="1727200" cy="6461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Full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4" name="ZoneTexte 11"/>
          <p:cNvSpPr txBox="1">
            <a:spLocks noChangeArrowheads="1"/>
          </p:cNvSpPr>
          <p:nvPr/>
        </p:nvSpPr>
        <p:spPr bwMode="auto">
          <a:xfrm>
            <a:off x="9599179" y="2130686"/>
            <a:ext cx="1728788" cy="6477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Partial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5" name="ZoneTexte 14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Principle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Box 7"/>
          <p:cNvSpPr txBox="1">
            <a:spLocks noChangeArrowheads="1"/>
          </p:cNvSpPr>
          <p:nvPr/>
        </p:nvSpPr>
        <p:spPr bwMode="auto">
          <a:xfrm>
            <a:off x="3793032" y="5767263"/>
            <a:ext cx="732604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 smtClean="0">
                <a:solidFill>
                  <a:schemeClr val="accent6"/>
                </a:solidFill>
                <a:latin typeface="Times New Roman" panose="02020603050405020304" pitchFamily="18" charset="0"/>
              </a:rPr>
              <a:t>Limited for high power due to energy storage limitations</a:t>
            </a:r>
            <a:endParaRPr lang="en-CA" altLang="fr-FR" sz="2400" b="1" i="1" dirty="0">
              <a:solidFill>
                <a:schemeClr val="accent6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9994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Forward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4312" y="1767911"/>
            <a:ext cx="4865355" cy="2588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7573" y="1443261"/>
            <a:ext cx="3455988" cy="2913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4355373" y="5182286"/>
            <a:ext cx="65485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Magnetic component optimized, more components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Principle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000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1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Hopkinson’s law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5"/>
          <p:cNvGrpSpPr>
            <a:grpSpLocks/>
          </p:cNvGrpSpPr>
          <p:nvPr/>
        </p:nvGrpSpPr>
        <p:grpSpPr bwMode="auto">
          <a:xfrm>
            <a:off x="5509090" y="2400890"/>
            <a:ext cx="282575" cy="1236663"/>
            <a:chOff x="2179" y="1204"/>
            <a:chExt cx="178" cy="779"/>
          </a:xfrm>
        </p:grpSpPr>
        <p:grpSp>
          <p:nvGrpSpPr>
            <p:cNvPr id="11" name="Group 6"/>
            <p:cNvGrpSpPr>
              <a:grpSpLocks/>
            </p:cNvGrpSpPr>
            <p:nvPr/>
          </p:nvGrpSpPr>
          <p:grpSpPr bwMode="auto">
            <a:xfrm>
              <a:off x="2179" y="1753"/>
              <a:ext cx="178" cy="95"/>
              <a:chOff x="2179" y="1753"/>
              <a:chExt cx="178" cy="95"/>
            </a:xfrm>
          </p:grpSpPr>
          <p:grpSp>
            <p:nvGrpSpPr>
              <p:cNvPr id="51" name="Group 7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77"/>
                <a:chOff x="2179" y="1753"/>
                <a:chExt cx="178" cy="77"/>
              </a:xfrm>
            </p:grpSpPr>
            <p:sp>
              <p:nvSpPr>
                <p:cNvPr id="55" name="Arc 8"/>
                <p:cNvSpPr>
                  <a:spLocks/>
                </p:cNvSpPr>
                <p:nvPr/>
              </p:nvSpPr>
              <p:spPr bwMode="auto">
                <a:xfrm>
                  <a:off x="2268" y="1753"/>
                  <a:ext cx="89" cy="77"/>
                </a:xfrm>
                <a:custGeom>
                  <a:avLst/>
                  <a:gdLst>
                    <a:gd name="T0" fmla="*/ 0 w 21710"/>
                    <a:gd name="T1" fmla="*/ 0 h 21729"/>
                    <a:gd name="T2" fmla="*/ 0 w 21710"/>
                    <a:gd name="T3" fmla="*/ 0 h 21729"/>
                    <a:gd name="T4" fmla="*/ 0 w 21710"/>
                    <a:gd name="T5" fmla="*/ 0 h 21729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10" h="21729" fill="none" extrusionOk="0">
                      <a:moveTo>
                        <a:pt x="21709" y="0"/>
                      </a:moveTo>
                      <a:cubicBezTo>
                        <a:pt x="21709" y="43"/>
                        <a:pt x="21710" y="86"/>
                        <a:pt x="21710" y="129"/>
                      </a:cubicBezTo>
                      <a:cubicBezTo>
                        <a:pt x="21710" y="12058"/>
                        <a:pt x="12039" y="21729"/>
                        <a:pt x="110" y="21729"/>
                      </a:cubicBezTo>
                      <a:cubicBezTo>
                        <a:pt x="73" y="21729"/>
                        <a:pt x="36" y="21728"/>
                        <a:pt x="0" y="21728"/>
                      </a:cubicBezTo>
                    </a:path>
                    <a:path w="21710" h="21729" stroke="0" extrusionOk="0">
                      <a:moveTo>
                        <a:pt x="21709" y="0"/>
                      </a:moveTo>
                      <a:cubicBezTo>
                        <a:pt x="21709" y="43"/>
                        <a:pt x="21710" y="86"/>
                        <a:pt x="21710" y="129"/>
                      </a:cubicBezTo>
                      <a:cubicBezTo>
                        <a:pt x="21710" y="12058"/>
                        <a:pt x="12039" y="21729"/>
                        <a:pt x="110" y="21729"/>
                      </a:cubicBezTo>
                      <a:cubicBezTo>
                        <a:pt x="73" y="21729"/>
                        <a:pt x="36" y="21728"/>
                        <a:pt x="0" y="21728"/>
                      </a:cubicBezTo>
                      <a:lnTo>
                        <a:pt x="110" y="129"/>
                      </a:lnTo>
                      <a:lnTo>
                        <a:pt x="21709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6" name="Arc 9"/>
                <p:cNvSpPr>
                  <a:spLocks/>
                </p:cNvSpPr>
                <p:nvPr/>
              </p:nvSpPr>
              <p:spPr bwMode="auto">
                <a:xfrm>
                  <a:off x="2179" y="1800"/>
                  <a:ext cx="89" cy="29"/>
                </a:xfrm>
                <a:custGeom>
                  <a:avLst/>
                  <a:gdLst>
                    <a:gd name="T0" fmla="*/ 0 w 21600"/>
                    <a:gd name="T1" fmla="*/ 0 h 21937"/>
                    <a:gd name="T2" fmla="*/ 0 w 21600"/>
                    <a:gd name="T3" fmla="*/ 0 h 21937"/>
                    <a:gd name="T4" fmla="*/ 0 w 21600"/>
                    <a:gd name="T5" fmla="*/ 0 h 2193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37" fill="none" extrusionOk="0">
                      <a:moveTo>
                        <a:pt x="21509" y="21936"/>
                      </a:moveTo>
                      <a:cubicBezTo>
                        <a:pt x="9615" y="21886"/>
                        <a:pt x="0" y="12230"/>
                        <a:pt x="0" y="337"/>
                      </a:cubicBezTo>
                      <a:cubicBezTo>
                        <a:pt x="-1" y="224"/>
                        <a:pt x="0" y="112"/>
                        <a:pt x="2" y="-1"/>
                      </a:cubicBezTo>
                    </a:path>
                    <a:path w="21600" h="21937" stroke="0" extrusionOk="0">
                      <a:moveTo>
                        <a:pt x="21509" y="21936"/>
                      </a:moveTo>
                      <a:cubicBezTo>
                        <a:pt x="9615" y="21886"/>
                        <a:pt x="0" y="12230"/>
                        <a:pt x="0" y="337"/>
                      </a:cubicBezTo>
                      <a:cubicBezTo>
                        <a:pt x="-1" y="224"/>
                        <a:pt x="0" y="112"/>
                        <a:pt x="2" y="-1"/>
                      </a:cubicBezTo>
                      <a:lnTo>
                        <a:pt x="21600" y="337"/>
                      </a:lnTo>
                      <a:lnTo>
                        <a:pt x="21509" y="21936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52" name="Group 10"/>
              <p:cNvGrpSpPr>
                <a:grpSpLocks/>
              </p:cNvGrpSpPr>
              <p:nvPr/>
            </p:nvGrpSpPr>
            <p:grpSpPr bwMode="auto">
              <a:xfrm>
                <a:off x="2179" y="1771"/>
                <a:ext cx="178" cy="77"/>
                <a:chOff x="2179" y="1771"/>
                <a:chExt cx="178" cy="77"/>
              </a:xfrm>
            </p:grpSpPr>
            <p:sp>
              <p:nvSpPr>
                <p:cNvPr id="53" name="Arc 11"/>
                <p:cNvSpPr>
                  <a:spLocks/>
                </p:cNvSpPr>
                <p:nvPr/>
              </p:nvSpPr>
              <p:spPr bwMode="auto">
                <a:xfrm>
                  <a:off x="2268" y="1771"/>
                  <a:ext cx="89" cy="77"/>
                </a:xfrm>
                <a:custGeom>
                  <a:avLst/>
                  <a:gdLst>
                    <a:gd name="T0" fmla="*/ 0 w 21706"/>
                    <a:gd name="T1" fmla="*/ 0 h 21600"/>
                    <a:gd name="T2" fmla="*/ 0 w 21706"/>
                    <a:gd name="T3" fmla="*/ 0 h 21600"/>
                    <a:gd name="T4" fmla="*/ 0 w 21706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6" h="21600" fill="none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77" y="0"/>
                        <a:pt x="21624" y="9579"/>
                        <a:pt x="21706" y="21449"/>
                      </a:cubicBezTo>
                    </a:path>
                    <a:path w="21706" h="21600" stroke="0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77" y="0"/>
                        <a:pt x="21624" y="9579"/>
                        <a:pt x="21706" y="21449"/>
                      </a:cubicBezTo>
                      <a:lnTo>
                        <a:pt x="107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4" name="Arc 12"/>
                <p:cNvSpPr>
                  <a:spLocks/>
                </p:cNvSpPr>
                <p:nvPr/>
              </p:nvSpPr>
              <p:spPr bwMode="auto">
                <a:xfrm>
                  <a:off x="2179" y="1771"/>
                  <a:ext cx="89" cy="35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600"/>
                      </a:moveTo>
                      <a:cubicBezTo>
                        <a:pt x="0" y="9707"/>
                        <a:pt x="9613" y="51"/>
                        <a:pt x="21506" y="0"/>
                      </a:cubicBezTo>
                    </a:path>
                    <a:path w="21600" h="21600" stroke="0" extrusionOk="0">
                      <a:moveTo>
                        <a:pt x="0" y="21600"/>
                      </a:moveTo>
                      <a:cubicBezTo>
                        <a:pt x="0" y="9707"/>
                        <a:pt x="9613" y="51"/>
                        <a:pt x="21506" y="0"/>
                      </a:cubicBezTo>
                      <a:lnTo>
                        <a:pt x="21600" y="21600"/>
                      </a:lnTo>
                      <a:lnTo>
                        <a:pt x="0" y="2160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2" name="Group 13"/>
            <p:cNvGrpSpPr>
              <a:grpSpLocks/>
            </p:cNvGrpSpPr>
            <p:nvPr/>
          </p:nvGrpSpPr>
          <p:grpSpPr bwMode="auto">
            <a:xfrm>
              <a:off x="2179" y="1670"/>
              <a:ext cx="178" cy="95"/>
              <a:chOff x="2179" y="1670"/>
              <a:chExt cx="178" cy="95"/>
            </a:xfrm>
          </p:grpSpPr>
          <p:grpSp>
            <p:nvGrpSpPr>
              <p:cNvPr id="45" name="Group 14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78"/>
                <a:chOff x="2179" y="1670"/>
                <a:chExt cx="178" cy="78"/>
              </a:xfrm>
            </p:grpSpPr>
            <p:sp>
              <p:nvSpPr>
                <p:cNvPr id="49" name="Arc 15"/>
                <p:cNvSpPr>
                  <a:spLocks/>
                </p:cNvSpPr>
                <p:nvPr/>
              </p:nvSpPr>
              <p:spPr bwMode="auto">
                <a:xfrm>
                  <a:off x="2268" y="1670"/>
                  <a:ext cx="89" cy="77"/>
                </a:xfrm>
                <a:custGeom>
                  <a:avLst/>
                  <a:gdLst>
                    <a:gd name="T0" fmla="*/ 0 w 21710"/>
                    <a:gd name="T1" fmla="*/ 0 h 21750"/>
                    <a:gd name="T2" fmla="*/ 0 w 21710"/>
                    <a:gd name="T3" fmla="*/ 0 h 21750"/>
                    <a:gd name="T4" fmla="*/ 0 w 21710"/>
                    <a:gd name="T5" fmla="*/ 0 h 2175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10" h="21750" fill="none" extrusionOk="0">
                      <a:moveTo>
                        <a:pt x="21709" y="-1"/>
                      </a:moveTo>
                      <a:cubicBezTo>
                        <a:pt x="21709" y="49"/>
                        <a:pt x="21710" y="99"/>
                        <a:pt x="21710" y="150"/>
                      </a:cubicBezTo>
                      <a:cubicBezTo>
                        <a:pt x="21710" y="12079"/>
                        <a:pt x="12039" y="21750"/>
                        <a:pt x="110" y="21750"/>
                      </a:cubicBezTo>
                      <a:cubicBezTo>
                        <a:pt x="73" y="21750"/>
                        <a:pt x="36" y="21749"/>
                        <a:pt x="0" y="21749"/>
                      </a:cubicBezTo>
                    </a:path>
                    <a:path w="21710" h="21750" stroke="0" extrusionOk="0">
                      <a:moveTo>
                        <a:pt x="21709" y="-1"/>
                      </a:moveTo>
                      <a:cubicBezTo>
                        <a:pt x="21709" y="49"/>
                        <a:pt x="21710" y="99"/>
                        <a:pt x="21710" y="150"/>
                      </a:cubicBezTo>
                      <a:cubicBezTo>
                        <a:pt x="21710" y="12079"/>
                        <a:pt x="12039" y="21750"/>
                        <a:pt x="110" y="21750"/>
                      </a:cubicBezTo>
                      <a:cubicBezTo>
                        <a:pt x="73" y="21750"/>
                        <a:pt x="36" y="21749"/>
                        <a:pt x="0" y="21749"/>
                      </a:cubicBezTo>
                      <a:lnTo>
                        <a:pt x="110" y="150"/>
                      </a:lnTo>
                      <a:lnTo>
                        <a:pt x="21709" y="-1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0" name="Arc 16"/>
                <p:cNvSpPr>
                  <a:spLocks/>
                </p:cNvSpPr>
                <p:nvPr/>
              </p:nvSpPr>
              <p:spPr bwMode="auto">
                <a:xfrm>
                  <a:off x="2179" y="1718"/>
                  <a:ext cx="89" cy="30"/>
                </a:xfrm>
                <a:custGeom>
                  <a:avLst/>
                  <a:gdLst>
                    <a:gd name="T0" fmla="*/ 0 w 21600"/>
                    <a:gd name="T1" fmla="*/ 0 h 21931"/>
                    <a:gd name="T2" fmla="*/ 0 w 21600"/>
                    <a:gd name="T3" fmla="*/ 0 h 21931"/>
                    <a:gd name="T4" fmla="*/ 0 w 21600"/>
                    <a:gd name="T5" fmla="*/ 0 h 21931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31" fill="none" extrusionOk="0">
                      <a:moveTo>
                        <a:pt x="21507" y="21930"/>
                      </a:moveTo>
                      <a:cubicBezTo>
                        <a:pt x="9614" y="21879"/>
                        <a:pt x="0" y="12224"/>
                        <a:pt x="0" y="331"/>
                      </a:cubicBezTo>
                      <a:cubicBezTo>
                        <a:pt x="-1" y="220"/>
                        <a:pt x="0" y="110"/>
                        <a:pt x="2" y="-1"/>
                      </a:cubicBezTo>
                    </a:path>
                    <a:path w="21600" h="21931" stroke="0" extrusionOk="0">
                      <a:moveTo>
                        <a:pt x="21507" y="21930"/>
                      </a:moveTo>
                      <a:cubicBezTo>
                        <a:pt x="9614" y="21879"/>
                        <a:pt x="0" y="12224"/>
                        <a:pt x="0" y="331"/>
                      </a:cubicBezTo>
                      <a:cubicBezTo>
                        <a:pt x="-1" y="220"/>
                        <a:pt x="0" y="110"/>
                        <a:pt x="2" y="-1"/>
                      </a:cubicBezTo>
                      <a:lnTo>
                        <a:pt x="21600" y="331"/>
                      </a:lnTo>
                      <a:lnTo>
                        <a:pt x="21507" y="2193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6" name="Group 17"/>
              <p:cNvGrpSpPr>
                <a:grpSpLocks/>
              </p:cNvGrpSpPr>
              <p:nvPr/>
            </p:nvGrpSpPr>
            <p:grpSpPr bwMode="auto">
              <a:xfrm>
                <a:off x="2179" y="1688"/>
                <a:ext cx="178" cy="77"/>
                <a:chOff x="2179" y="1688"/>
                <a:chExt cx="178" cy="77"/>
              </a:xfrm>
            </p:grpSpPr>
            <p:sp>
              <p:nvSpPr>
                <p:cNvPr id="47" name="Arc 18"/>
                <p:cNvSpPr>
                  <a:spLocks/>
                </p:cNvSpPr>
                <p:nvPr/>
              </p:nvSpPr>
              <p:spPr bwMode="auto">
                <a:xfrm>
                  <a:off x="2268" y="1688"/>
                  <a:ext cx="89" cy="77"/>
                </a:xfrm>
                <a:custGeom>
                  <a:avLst/>
                  <a:gdLst>
                    <a:gd name="T0" fmla="*/ 0 w 21707"/>
                    <a:gd name="T1" fmla="*/ 0 h 21600"/>
                    <a:gd name="T2" fmla="*/ 0 w 21707"/>
                    <a:gd name="T3" fmla="*/ 0 h 21600"/>
                    <a:gd name="T4" fmla="*/ 0 w 2170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7" h="21600" fill="none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86" y="0"/>
                        <a:pt x="21635" y="9592"/>
                        <a:pt x="21706" y="21471"/>
                      </a:cubicBezTo>
                    </a:path>
                    <a:path w="21707" h="21600" stroke="0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86" y="0"/>
                        <a:pt x="21635" y="9592"/>
                        <a:pt x="21706" y="21471"/>
                      </a:cubicBezTo>
                      <a:lnTo>
                        <a:pt x="107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8" name="Arc 19"/>
                <p:cNvSpPr>
                  <a:spLocks/>
                </p:cNvSpPr>
                <p:nvPr/>
              </p:nvSpPr>
              <p:spPr bwMode="auto">
                <a:xfrm>
                  <a:off x="2179" y="1688"/>
                  <a:ext cx="89" cy="36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554"/>
                      </a:moveTo>
                      <a:cubicBezTo>
                        <a:pt x="25" y="9680"/>
                        <a:pt x="9630" y="52"/>
                        <a:pt x="21504" y="0"/>
                      </a:cubicBezTo>
                    </a:path>
                    <a:path w="21600" h="21600" stroke="0" extrusionOk="0">
                      <a:moveTo>
                        <a:pt x="0" y="21554"/>
                      </a:moveTo>
                      <a:cubicBezTo>
                        <a:pt x="25" y="9680"/>
                        <a:pt x="9630" y="52"/>
                        <a:pt x="21504" y="0"/>
                      </a:cubicBezTo>
                      <a:lnTo>
                        <a:pt x="21600" y="21600"/>
                      </a:lnTo>
                      <a:lnTo>
                        <a:pt x="0" y="21554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3" name="Group 20"/>
            <p:cNvGrpSpPr>
              <a:grpSpLocks/>
            </p:cNvGrpSpPr>
            <p:nvPr/>
          </p:nvGrpSpPr>
          <p:grpSpPr bwMode="auto">
            <a:xfrm>
              <a:off x="2179" y="1588"/>
              <a:ext cx="178" cy="95"/>
              <a:chOff x="2179" y="1588"/>
              <a:chExt cx="178" cy="95"/>
            </a:xfrm>
          </p:grpSpPr>
          <p:grpSp>
            <p:nvGrpSpPr>
              <p:cNvPr id="39" name="Group 21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77"/>
                <a:chOff x="2179" y="1588"/>
                <a:chExt cx="178" cy="77"/>
              </a:xfrm>
            </p:grpSpPr>
            <p:sp>
              <p:nvSpPr>
                <p:cNvPr id="43" name="Arc 22"/>
                <p:cNvSpPr>
                  <a:spLocks/>
                </p:cNvSpPr>
                <p:nvPr/>
              </p:nvSpPr>
              <p:spPr bwMode="auto">
                <a:xfrm>
                  <a:off x="2268" y="1588"/>
                  <a:ext cx="89" cy="77"/>
                </a:xfrm>
                <a:custGeom>
                  <a:avLst/>
                  <a:gdLst>
                    <a:gd name="T0" fmla="*/ 0 w 21710"/>
                    <a:gd name="T1" fmla="*/ 0 h 21729"/>
                    <a:gd name="T2" fmla="*/ 0 w 21710"/>
                    <a:gd name="T3" fmla="*/ 0 h 21729"/>
                    <a:gd name="T4" fmla="*/ 0 w 21710"/>
                    <a:gd name="T5" fmla="*/ 0 h 21729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10" h="21729" fill="none" extrusionOk="0">
                      <a:moveTo>
                        <a:pt x="21709" y="0"/>
                      </a:moveTo>
                      <a:cubicBezTo>
                        <a:pt x="21709" y="43"/>
                        <a:pt x="21710" y="86"/>
                        <a:pt x="21710" y="129"/>
                      </a:cubicBezTo>
                      <a:cubicBezTo>
                        <a:pt x="21710" y="12058"/>
                        <a:pt x="12039" y="21729"/>
                        <a:pt x="110" y="21729"/>
                      </a:cubicBezTo>
                      <a:cubicBezTo>
                        <a:pt x="73" y="21729"/>
                        <a:pt x="36" y="21728"/>
                        <a:pt x="0" y="21728"/>
                      </a:cubicBezTo>
                    </a:path>
                    <a:path w="21710" h="21729" stroke="0" extrusionOk="0">
                      <a:moveTo>
                        <a:pt x="21709" y="0"/>
                      </a:moveTo>
                      <a:cubicBezTo>
                        <a:pt x="21709" y="43"/>
                        <a:pt x="21710" y="86"/>
                        <a:pt x="21710" y="129"/>
                      </a:cubicBezTo>
                      <a:cubicBezTo>
                        <a:pt x="21710" y="12058"/>
                        <a:pt x="12039" y="21729"/>
                        <a:pt x="110" y="21729"/>
                      </a:cubicBezTo>
                      <a:cubicBezTo>
                        <a:pt x="73" y="21729"/>
                        <a:pt x="36" y="21728"/>
                        <a:pt x="0" y="21728"/>
                      </a:cubicBezTo>
                      <a:lnTo>
                        <a:pt x="110" y="129"/>
                      </a:lnTo>
                      <a:lnTo>
                        <a:pt x="21709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4" name="Arc 23"/>
                <p:cNvSpPr>
                  <a:spLocks/>
                </p:cNvSpPr>
                <p:nvPr/>
              </p:nvSpPr>
              <p:spPr bwMode="auto">
                <a:xfrm>
                  <a:off x="2179" y="1635"/>
                  <a:ext cx="89" cy="29"/>
                </a:xfrm>
                <a:custGeom>
                  <a:avLst/>
                  <a:gdLst>
                    <a:gd name="T0" fmla="*/ 0 w 21600"/>
                    <a:gd name="T1" fmla="*/ 0 h 21937"/>
                    <a:gd name="T2" fmla="*/ 0 w 21600"/>
                    <a:gd name="T3" fmla="*/ 0 h 21937"/>
                    <a:gd name="T4" fmla="*/ 0 w 21600"/>
                    <a:gd name="T5" fmla="*/ 0 h 2193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37" fill="none" extrusionOk="0">
                      <a:moveTo>
                        <a:pt x="21509" y="21936"/>
                      </a:moveTo>
                      <a:cubicBezTo>
                        <a:pt x="9615" y="21886"/>
                        <a:pt x="0" y="12230"/>
                        <a:pt x="0" y="337"/>
                      </a:cubicBezTo>
                      <a:cubicBezTo>
                        <a:pt x="-1" y="224"/>
                        <a:pt x="0" y="112"/>
                        <a:pt x="2" y="-1"/>
                      </a:cubicBezTo>
                    </a:path>
                    <a:path w="21600" h="21937" stroke="0" extrusionOk="0">
                      <a:moveTo>
                        <a:pt x="21509" y="21936"/>
                      </a:moveTo>
                      <a:cubicBezTo>
                        <a:pt x="9615" y="21886"/>
                        <a:pt x="0" y="12230"/>
                        <a:pt x="0" y="337"/>
                      </a:cubicBezTo>
                      <a:cubicBezTo>
                        <a:pt x="-1" y="224"/>
                        <a:pt x="0" y="112"/>
                        <a:pt x="2" y="-1"/>
                      </a:cubicBezTo>
                      <a:lnTo>
                        <a:pt x="21600" y="337"/>
                      </a:lnTo>
                      <a:lnTo>
                        <a:pt x="21509" y="21936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0" name="Group 24"/>
              <p:cNvGrpSpPr>
                <a:grpSpLocks/>
              </p:cNvGrpSpPr>
              <p:nvPr/>
            </p:nvGrpSpPr>
            <p:grpSpPr bwMode="auto">
              <a:xfrm>
                <a:off x="2179" y="1606"/>
                <a:ext cx="178" cy="77"/>
                <a:chOff x="2179" y="1606"/>
                <a:chExt cx="178" cy="77"/>
              </a:xfrm>
            </p:grpSpPr>
            <p:sp>
              <p:nvSpPr>
                <p:cNvPr id="41" name="Arc 25"/>
                <p:cNvSpPr>
                  <a:spLocks/>
                </p:cNvSpPr>
                <p:nvPr/>
              </p:nvSpPr>
              <p:spPr bwMode="auto">
                <a:xfrm>
                  <a:off x="2268" y="1606"/>
                  <a:ext cx="89" cy="77"/>
                </a:xfrm>
                <a:custGeom>
                  <a:avLst/>
                  <a:gdLst>
                    <a:gd name="T0" fmla="*/ 0 w 21706"/>
                    <a:gd name="T1" fmla="*/ 0 h 21600"/>
                    <a:gd name="T2" fmla="*/ 0 w 21706"/>
                    <a:gd name="T3" fmla="*/ 0 h 21600"/>
                    <a:gd name="T4" fmla="*/ 0 w 21706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6" h="21600" fill="none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77" y="0"/>
                        <a:pt x="21624" y="9579"/>
                        <a:pt x="21706" y="21449"/>
                      </a:cubicBezTo>
                    </a:path>
                    <a:path w="21706" h="21600" stroke="0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77" y="0"/>
                        <a:pt x="21624" y="9579"/>
                        <a:pt x="21706" y="21449"/>
                      </a:cubicBezTo>
                      <a:lnTo>
                        <a:pt x="107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2" name="Arc 26"/>
                <p:cNvSpPr>
                  <a:spLocks/>
                </p:cNvSpPr>
                <p:nvPr/>
              </p:nvSpPr>
              <p:spPr bwMode="auto">
                <a:xfrm>
                  <a:off x="2179" y="1606"/>
                  <a:ext cx="89" cy="35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600"/>
                      </a:moveTo>
                      <a:cubicBezTo>
                        <a:pt x="0" y="9707"/>
                        <a:pt x="9613" y="51"/>
                        <a:pt x="21506" y="0"/>
                      </a:cubicBezTo>
                    </a:path>
                    <a:path w="21600" h="21600" stroke="0" extrusionOk="0">
                      <a:moveTo>
                        <a:pt x="0" y="21600"/>
                      </a:moveTo>
                      <a:cubicBezTo>
                        <a:pt x="0" y="9707"/>
                        <a:pt x="9613" y="51"/>
                        <a:pt x="21506" y="0"/>
                      </a:cubicBezTo>
                      <a:lnTo>
                        <a:pt x="21600" y="21600"/>
                      </a:lnTo>
                      <a:lnTo>
                        <a:pt x="0" y="2160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4" name="Group 27"/>
            <p:cNvGrpSpPr>
              <a:grpSpLocks/>
            </p:cNvGrpSpPr>
            <p:nvPr/>
          </p:nvGrpSpPr>
          <p:grpSpPr bwMode="auto">
            <a:xfrm>
              <a:off x="2179" y="1505"/>
              <a:ext cx="178" cy="95"/>
              <a:chOff x="2179" y="1505"/>
              <a:chExt cx="178" cy="95"/>
            </a:xfrm>
          </p:grpSpPr>
          <p:grpSp>
            <p:nvGrpSpPr>
              <p:cNvPr id="33" name="Group 28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78"/>
                <a:chOff x="2179" y="1505"/>
                <a:chExt cx="178" cy="78"/>
              </a:xfrm>
            </p:grpSpPr>
            <p:sp>
              <p:nvSpPr>
                <p:cNvPr id="37" name="Arc 29"/>
                <p:cNvSpPr>
                  <a:spLocks/>
                </p:cNvSpPr>
                <p:nvPr/>
              </p:nvSpPr>
              <p:spPr bwMode="auto">
                <a:xfrm>
                  <a:off x="2268" y="1505"/>
                  <a:ext cx="89" cy="77"/>
                </a:xfrm>
                <a:custGeom>
                  <a:avLst/>
                  <a:gdLst>
                    <a:gd name="T0" fmla="*/ 0 w 21710"/>
                    <a:gd name="T1" fmla="*/ 0 h 21750"/>
                    <a:gd name="T2" fmla="*/ 0 w 21710"/>
                    <a:gd name="T3" fmla="*/ 0 h 21750"/>
                    <a:gd name="T4" fmla="*/ 0 w 21710"/>
                    <a:gd name="T5" fmla="*/ 0 h 2175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10" h="21750" fill="none" extrusionOk="0">
                      <a:moveTo>
                        <a:pt x="21709" y="-1"/>
                      </a:moveTo>
                      <a:cubicBezTo>
                        <a:pt x="21709" y="49"/>
                        <a:pt x="21710" y="99"/>
                        <a:pt x="21710" y="150"/>
                      </a:cubicBezTo>
                      <a:cubicBezTo>
                        <a:pt x="21710" y="12079"/>
                        <a:pt x="12039" y="21750"/>
                        <a:pt x="110" y="21750"/>
                      </a:cubicBezTo>
                      <a:cubicBezTo>
                        <a:pt x="73" y="21750"/>
                        <a:pt x="36" y="21749"/>
                        <a:pt x="0" y="21749"/>
                      </a:cubicBezTo>
                    </a:path>
                    <a:path w="21710" h="21750" stroke="0" extrusionOk="0">
                      <a:moveTo>
                        <a:pt x="21709" y="-1"/>
                      </a:moveTo>
                      <a:cubicBezTo>
                        <a:pt x="21709" y="49"/>
                        <a:pt x="21710" y="99"/>
                        <a:pt x="21710" y="150"/>
                      </a:cubicBezTo>
                      <a:cubicBezTo>
                        <a:pt x="21710" y="12079"/>
                        <a:pt x="12039" y="21750"/>
                        <a:pt x="110" y="21750"/>
                      </a:cubicBezTo>
                      <a:cubicBezTo>
                        <a:pt x="73" y="21750"/>
                        <a:pt x="36" y="21749"/>
                        <a:pt x="0" y="21749"/>
                      </a:cubicBezTo>
                      <a:lnTo>
                        <a:pt x="110" y="150"/>
                      </a:lnTo>
                      <a:lnTo>
                        <a:pt x="21709" y="-1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8" name="Arc 30"/>
                <p:cNvSpPr>
                  <a:spLocks/>
                </p:cNvSpPr>
                <p:nvPr/>
              </p:nvSpPr>
              <p:spPr bwMode="auto">
                <a:xfrm>
                  <a:off x="2179" y="1553"/>
                  <a:ext cx="89" cy="30"/>
                </a:xfrm>
                <a:custGeom>
                  <a:avLst/>
                  <a:gdLst>
                    <a:gd name="T0" fmla="*/ 0 w 21600"/>
                    <a:gd name="T1" fmla="*/ 0 h 21931"/>
                    <a:gd name="T2" fmla="*/ 0 w 21600"/>
                    <a:gd name="T3" fmla="*/ 0 h 21931"/>
                    <a:gd name="T4" fmla="*/ 0 w 21600"/>
                    <a:gd name="T5" fmla="*/ 0 h 21931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31" fill="none" extrusionOk="0">
                      <a:moveTo>
                        <a:pt x="21507" y="21930"/>
                      </a:moveTo>
                      <a:cubicBezTo>
                        <a:pt x="9614" y="21879"/>
                        <a:pt x="0" y="12224"/>
                        <a:pt x="0" y="331"/>
                      </a:cubicBezTo>
                      <a:cubicBezTo>
                        <a:pt x="-1" y="220"/>
                        <a:pt x="0" y="110"/>
                        <a:pt x="2" y="-1"/>
                      </a:cubicBezTo>
                    </a:path>
                    <a:path w="21600" h="21931" stroke="0" extrusionOk="0">
                      <a:moveTo>
                        <a:pt x="21507" y="21930"/>
                      </a:moveTo>
                      <a:cubicBezTo>
                        <a:pt x="9614" y="21879"/>
                        <a:pt x="0" y="12224"/>
                        <a:pt x="0" y="331"/>
                      </a:cubicBezTo>
                      <a:cubicBezTo>
                        <a:pt x="-1" y="220"/>
                        <a:pt x="0" y="110"/>
                        <a:pt x="2" y="-1"/>
                      </a:cubicBezTo>
                      <a:lnTo>
                        <a:pt x="21600" y="331"/>
                      </a:lnTo>
                      <a:lnTo>
                        <a:pt x="21507" y="2193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34" name="Group 31"/>
              <p:cNvGrpSpPr>
                <a:grpSpLocks/>
              </p:cNvGrpSpPr>
              <p:nvPr/>
            </p:nvGrpSpPr>
            <p:grpSpPr bwMode="auto">
              <a:xfrm>
                <a:off x="2180" y="1523"/>
                <a:ext cx="177" cy="77"/>
                <a:chOff x="2180" y="1523"/>
                <a:chExt cx="177" cy="77"/>
              </a:xfrm>
            </p:grpSpPr>
            <p:sp>
              <p:nvSpPr>
                <p:cNvPr id="35" name="Arc 32"/>
                <p:cNvSpPr>
                  <a:spLocks/>
                </p:cNvSpPr>
                <p:nvPr/>
              </p:nvSpPr>
              <p:spPr bwMode="auto">
                <a:xfrm>
                  <a:off x="2268" y="1523"/>
                  <a:ext cx="89" cy="77"/>
                </a:xfrm>
                <a:custGeom>
                  <a:avLst/>
                  <a:gdLst>
                    <a:gd name="T0" fmla="*/ 0 w 21707"/>
                    <a:gd name="T1" fmla="*/ 0 h 21600"/>
                    <a:gd name="T2" fmla="*/ 0 w 21707"/>
                    <a:gd name="T3" fmla="*/ 0 h 21600"/>
                    <a:gd name="T4" fmla="*/ 0 w 2170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7" h="21600" fill="none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86" y="0"/>
                        <a:pt x="21635" y="9592"/>
                        <a:pt x="21706" y="21471"/>
                      </a:cubicBezTo>
                    </a:path>
                    <a:path w="21707" h="21600" stroke="0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86" y="0"/>
                        <a:pt x="21635" y="9592"/>
                        <a:pt x="21706" y="21471"/>
                      </a:cubicBezTo>
                      <a:lnTo>
                        <a:pt x="107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6" name="Arc 33"/>
                <p:cNvSpPr>
                  <a:spLocks/>
                </p:cNvSpPr>
                <p:nvPr/>
              </p:nvSpPr>
              <p:spPr bwMode="auto">
                <a:xfrm>
                  <a:off x="2180" y="1523"/>
                  <a:ext cx="88" cy="30"/>
                </a:xfrm>
                <a:custGeom>
                  <a:avLst/>
                  <a:gdLst>
                    <a:gd name="T0" fmla="*/ 0 w 21597"/>
                    <a:gd name="T1" fmla="*/ 0 h 21600"/>
                    <a:gd name="T2" fmla="*/ 0 w 21597"/>
                    <a:gd name="T3" fmla="*/ 0 h 21600"/>
                    <a:gd name="T4" fmla="*/ 0 w 2159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597" h="21600" fill="none" extrusionOk="0">
                      <a:moveTo>
                        <a:pt x="-1" y="21268"/>
                      </a:moveTo>
                      <a:cubicBezTo>
                        <a:pt x="179" y="9505"/>
                        <a:pt x="9741" y="49"/>
                        <a:pt x="21507" y="0"/>
                      </a:cubicBezTo>
                    </a:path>
                    <a:path w="21597" h="21600" stroke="0" extrusionOk="0">
                      <a:moveTo>
                        <a:pt x="-1" y="21268"/>
                      </a:moveTo>
                      <a:cubicBezTo>
                        <a:pt x="179" y="9505"/>
                        <a:pt x="9741" y="49"/>
                        <a:pt x="21507" y="0"/>
                      </a:cubicBezTo>
                      <a:lnTo>
                        <a:pt x="21597" y="21600"/>
                      </a:lnTo>
                      <a:lnTo>
                        <a:pt x="-1" y="21268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5" name="Group 34"/>
            <p:cNvGrpSpPr>
              <a:grpSpLocks/>
            </p:cNvGrpSpPr>
            <p:nvPr/>
          </p:nvGrpSpPr>
          <p:grpSpPr bwMode="auto">
            <a:xfrm>
              <a:off x="2179" y="1423"/>
              <a:ext cx="178" cy="95"/>
              <a:chOff x="2179" y="1423"/>
              <a:chExt cx="178" cy="95"/>
            </a:xfrm>
          </p:grpSpPr>
          <p:grpSp>
            <p:nvGrpSpPr>
              <p:cNvPr id="27" name="Group 35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77"/>
                <a:chOff x="2179" y="1423"/>
                <a:chExt cx="178" cy="77"/>
              </a:xfrm>
            </p:grpSpPr>
            <p:sp>
              <p:nvSpPr>
                <p:cNvPr id="31" name="Arc 36"/>
                <p:cNvSpPr>
                  <a:spLocks/>
                </p:cNvSpPr>
                <p:nvPr/>
              </p:nvSpPr>
              <p:spPr bwMode="auto">
                <a:xfrm>
                  <a:off x="2268" y="1423"/>
                  <a:ext cx="89" cy="77"/>
                </a:xfrm>
                <a:custGeom>
                  <a:avLst/>
                  <a:gdLst>
                    <a:gd name="T0" fmla="*/ 0 w 21710"/>
                    <a:gd name="T1" fmla="*/ 0 h 21729"/>
                    <a:gd name="T2" fmla="*/ 0 w 21710"/>
                    <a:gd name="T3" fmla="*/ 0 h 21729"/>
                    <a:gd name="T4" fmla="*/ 0 w 21710"/>
                    <a:gd name="T5" fmla="*/ 0 h 21729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10" h="21729" fill="none" extrusionOk="0">
                      <a:moveTo>
                        <a:pt x="21709" y="0"/>
                      </a:moveTo>
                      <a:cubicBezTo>
                        <a:pt x="21709" y="43"/>
                        <a:pt x="21710" y="86"/>
                        <a:pt x="21710" y="129"/>
                      </a:cubicBezTo>
                      <a:cubicBezTo>
                        <a:pt x="21710" y="12058"/>
                        <a:pt x="12039" y="21729"/>
                        <a:pt x="110" y="21729"/>
                      </a:cubicBezTo>
                      <a:cubicBezTo>
                        <a:pt x="73" y="21729"/>
                        <a:pt x="36" y="21728"/>
                        <a:pt x="0" y="21728"/>
                      </a:cubicBezTo>
                    </a:path>
                    <a:path w="21710" h="21729" stroke="0" extrusionOk="0">
                      <a:moveTo>
                        <a:pt x="21709" y="0"/>
                      </a:moveTo>
                      <a:cubicBezTo>
                        <a:pt x="21709" y="43"/>
                        <a:pt x="21710" y="86"/>
                        <a:pt x="21710" y="129"/>
                      </a:cubicBezTo>
                      <a:cubicBezTo>
                        <a:pt x="21710" y="12058"/>
                        <a:pt x="12039" y="21729"/>
                        <a:pt x="110" y="21729"/>
                      </a:cubicBezTo>
                      <a:cubicBezTo>
                        <a:pt x="73" y="21729"/>
                        <a:pt x="36" y="21728"/>
                        <a:pt x="0" y="21728"/>
                      </a:cubicBezTo>
                      <a:lnTo>
                        <a:pt x="110" y="129"/>
                      </a:lnTo>
                      <a:lnTo>
                        <a:pt x="21709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2" name="Arc 37"/>
                <p:cNvSpPr>
                  <a:spLocks/>
                </p:cNvSpPr>
                <p:nvPr/>
              </p:nvSpPr>
              <p:spPr bwMode="auto">
                <a:xfrm>
                  <a:off x="2179" y="1464"/>
                  <a:ext cx="89" cy="35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21506" y="21599"/>
                      </a:moveTo>
                      <a:cubicBezTo>
                        <a:pt x="9613" y="21548"/>
                        <a:pt x="0" y="11892"/>
                        <a:pt x="0" y="0"/>
                      </a:cubicBezTo>
                    </a:path>
                    <a:path w="21600" h="21600" stroke="0" extrusionOk="0">
                      <a:moveTo>
                        <a:pt x="21506" y="21599"/>
                      </a:moveTo>
                      <a:cubicBezTo>
                        <a:pt x="9613" y="21548"/>
                        <a:pt x="0" y="11892"/>
                        <a:pt x="0" y="0"/>
                      </a:cubicBezTo>
                      <a:lnTo>
                        <a:pt x="21600" y="0"/>
                      </a:lnTo>
                      <a:lnTo>
                        <a:pt x="21506" y="21599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28" name="Group 38"/>
              <p:cNvGrpSpPr>
                <a:grpSpLocks/>
              </p:cNvGrpSpPr>
              <p:nvPr/>
            </p:nvGrpSpPr>
            <p:grpSpPr bwMode="auto">
              <a:xfrm>
                <a:off x="2180" y="1441"/>
                <a:ext cx="177" cy="77"/>
                <a:chOff x="2180" y="1441"/>
                <a:chExt cx="177" cy="77"/>
              </a:xfrm>
            </p:grpSpPr>
            <p:sp>
              <p:nvSpPr>
                <p:cNvPr id="29" name="Arc 39"/>
                <p:cNvSpPr>
                  <a:spLocks/>
                </p:cNvSpPr>
                <p:nvPr/>
              </p:nvSpPr>
              <p:spPr bwMode="auto">
                <a:xfrm>
                  <a:off x="2268" y="1441"/>
                  <a:ext cx="89" cy="77"/>
                </a:xfrm>
                <a:custGeom>
                  <a:avLst/>
                  <a:gdLst>
                    <a:gd name="T0" fmla="*/ 0 w 21706"/>
                    <a:gd name="T1" fmla="*/ 0 h 21600"/>
                    <a:gd name="T2" fmla="*/ 0 w 21706"/>
                    <a:gd name="T3" fmla="*/ 0 h 21600"/>
                    <a:gd name="T4" fmla="*/ 0 w 21706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6" h="21600" fill="none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77" y="0"/>
                        <a:pt x="21624" y="9579"/>
                        <a:pt x="21706" y="21449"/>
                      </a:cubicBezTo>
                    </a:path>
                    <a:path w="21706" h="21600" stroke="0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77" y="0"/>
                        <a:pt x="21624" y="9579"/>
                        <a:pt x="21706" y="21449"/>
                      </a:cubicBezTo>
                      <a:lnTo>
                        <a:pt x="107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0" name="Arc 40"/>
                <p:cNvSpPr>
                  <a:spLocks/>
                </p:cNvSpPr>
                <p:nvPr/>
              </p:nvSpPr>
              <p:spPr bwMode="auto">
                <a:xfrm>
                  <a:off x="2180" y="1441"/>
                  <a:ext cx="88" cy="29"/>
                </a:xfrm>
                <a:custGeom>
                  <a:avLst/>
                  <a:gdLst>
                    <a:gd name="T0" fmla="*/ 0 w 21597"/>
                    <a:gd name="T1" fmla="*/ 0 h 21600"/>
                    <a:gd name="T2" fmla="*/ 0 w 21597"/>
                    <a:gd name="T3" fmla="*/ 0 h 21600"/>
                    <a:gd name="T4" fmla="*/ 0 w 2159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597" h="21600" fill="none" extrusionOk="0">
                      <a:moveTo>
                        <a:pt x="-1" y="21262"/>
                      </a:moveTo>
                      <a:cubicBezTo>
                        <a:pt x="183" y="9501"/>
                        <a:pt x="9744" y="48"/>
                        <a:pt x="21508" y="0"/>
                      </a:cubicBezTo>
                    </a:path>
                    <a:path w="21597" h="21600" stroke="0" extrusionOk="0">
                      <a:moveTo>
                        <a:pt x="-1" y="21262"/>
                      </a:moveTo>
                      <a:cubicBezTo>
                        <a:pt x="183" y="9501"/>
                        <a:pt x="9744" y="48"/>
                        <a:pt x="21508" y="0"/>
                      </a:cubicBezTo>
                      <a:lnTo>
                        <a:pt x="21597" y="21600"/>
                      </a:lnTo>
                      <a:lnTo>
                        <a:pt x="-1" y="21262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6" name="Group 41"/>
            <p:cNvGrpSpPr>
              <a:grpSpLocks/>
            </p:cNvGrpSpPr>
            <p:nvPr/>
          </p:nvGrpSpPr>
          <p:grpSpPr bwMode="auto">
            <a:xfrm>
              <a:off x="2179" y="1340"/>
              <a:ext cx="178" cy="95"/>
              <a:chOff x="2179" y="1340"/>
              <a:chExt cx="178" cy="95"/>
            </a:xfrm>
          </p:grpSpPr>
          <p:grpSp>
            <p:nvGrpSpPr>
              <p:cNvPr id="21" name="Group 42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78"/>
                <a:chOff x="2179" y="1340"/>
                <a:chExt cx="178" cy="78"/>
              </a:xfrm>
            </p:grpSpPr>
            <p:sp>
              <p:nvSpPr>
                <p:cNvPr id="25" name="Arc 43"/>
                <p:cNvSpPr>
                  <a:spLocks/>
                </p:cNvSpPr>
                <p:nvPr/>
              </p:nvSpPr>
              <p:spPr bwMode="auto">
                <a:xfrm>
                  <a:off x="2268" y="1340"/>
                  <a:ext cx="89" cy="77"/>
                </a:xfrm>
                <a:custGeom>
                  <a:avLst/>
                  <a:gdLst>
                    <a:gd name="T0" fmla="*/ 0 w 21710"/>
                    <a:gd name="T1" fmla="*/ 0 h 21750"/>
                    <a:gd name="T2" fmla="*/ 0 w 21710"/>
                    <a:gd name="T3" fmla="*/ 0 h 21750"/>
                    <a:gd name="T4" fmla="*/ 0 w 21710"/>
                    <a:gd name="T5" fmla="*/ 0 h 2175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10" h="21750" fill="none" extrusionOk="0">
                      <a:moveTo>
                        <a:pt x="21709" y="-1"/>
                      </a:moveTo>
                      <a:cubicBezTo>
                        <a:pt x="21709" y="49"/>
                        <a:pt x="21710" y="99"/>
                        <a:pt x="21710" y="150"/>
                      </a:cubicBezTo>
                      <a:cubicBezTo>
                        <a:pt x="21710" y="12079"/>
                        <a:pt x="12039" y="21750"/>
                        <a:pt x="110" y="21750"/>
                      </a:cubicBezTo>
                      <a:cubicBezTo>
                        <a:pt x="73" y="21750"/>
                        <a:pt x="36" y="21749"/>
                        <a:pt x="0" y="21749"/>
                      </a:cubicBezTo>
                    </a:path>
                    <a:path w="21710" h="21750" stroke="0" extrusionOk="0">
                      <a:moveTo>
                        <a:pt x="21709" y="-1"/>
                      </a:moveTo>
                      <a:cubicBezTo>
                        <a:pt x="21709" y="49"/>
                        <a:pt x="21710" y="99"/>
                        <a:pt x="21710" y="150"/>
                      </a:cubicBezTo>
                      <a:cubicBezTo>
                        <a:pt x="21710" y="12079"/>
                        <a:pt x="12039" y="21750"/>
                        <a:pt x="110" y="21750"/>
                      </a:cubicBezTo>
                      <a:cubicBezTo>
                        <a:pt x="73" y="21750"/>
                        <a:pt x="36" y="21749"/>
                        <a:pt x="0" y="21749"/>
                      </a:cubicBezTo>
                      <a:lnTo>
                        <a:pt x="110" y="150"/>
                      </a:lnTo>
                      <a:lnTo>
                        <a:pt x="21709" y="-1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6" name="Arc 44"/>
                <p:cNvSpPr>
                  <a:spLocks/>
                </p:cNvSpPr>
                <p:nvPr/>
              </p:nvSpPr>
              <p:spPr bwMode="auto">
                <a:xfrm>
                  <a:off x="2179" y="1382"/>
                  <a:ext cx="89" cy="36"/>
                </a:xfrm>
                <a:custGeom>
                  <a:avLst/>
                  <a:gdLst>
                    <a:gd name="T0" fmla="*/ 0 w 21600"/>
                    <a:gd name="T1" fmla="*/ 0 h 21646"/>
                    <a:gd name="T2" fmla="*/ 0 w 21600"/>
                    <a:gd name="T3" fmla="*/ 0 h 21646"/>
                    <a:gd name="T4" fmla="*/ 0 w 21600"/>
                    <a:gd name="T5" fmla="*/ 0 h 21646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46" fill="none" extrusionOk="0">
                      <a:moveTo>
                        <a:pt x="21504" y="21645"/>
                      </a:moveTo>
                      <a:cubicBezTo>
                        <a:pt x="9612" y="21592"/>
                        <a:pt x="0" y="11937"/>
                        <a:pt x="0" y="46"/>
                      </a:cubicBezTo>
                      <a:cubicBezTo>
                        <a:pt x="-1" y="30"/>
                        <a:pt x="0" y="15"/>
                        <a:pt x="0" y="0"/>
                      </a:cubicBezTo>
                    </a:path>
                    <a:path w="21600" h="21646" stroke="0" extrusionOk="0">
                      <a:moveTo>
                        <a:pt x="21504" y="21645"/>
                      </a:moveTo>
                      <a:cubicBezTo>
                        <a:pt x="9612" y="21592"/>
                        <a:pt x="0" y="11937"/>
                        <a:pt x="0" y="46"/>
                      </a:cubicBezTo>
                      <a:cubicBezTo>
                        <a:pt x="-1" y="30"/>
                        <a:pt x="0" y="15"/>
                        <a:pt x="0" y="0"/>
                      </a:cubicBezTo>
                      <a:lnTo>
                        <a:pt x="21600" y="46"/>
                      </a:lnTo>
                      <a:lnTo>
                        <a:pt x="21504" y="21645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22" name="Group 45"/>
              <p:cNvGrpSpPr>
                <a:grpSpLocks/>
              </p:cNvGrpSpPr>
              <p:nvPr/>
            </p:nvGrpSpPr>
            <p:grpSpPr bwMode="auto">
              <a:xfrm>
                <a:off x="2180" y="1358"/>
                <a:ext cx="177" cy="77"/>
                <a:chOff x="2180" y="1358"/>
                <a:chExt cx="177" cy="77"/>
              </a:xfrm>
            </p:grpSpPr>
            <p:sp>
              <p:nvSpPr>
                <p:cNvPr id="23" name="Arc 46"/>
                <p:cNvSpPr>
                  <a:spLocks/>
                </p:cNvSpPr>
                <p:nvPr/>
              </p:nvSpPr>
              <p:spPr bwMode="auto">
                <a:xfrm>
                  <a:off x="2268" y="1358"/>
                  <a:ext cx="89" cy="77"/>
                </a:xfrm>
                <a:custGeom>
                  <a:avLst/>
                  <a:gdLst>
                    <a:gd name="T0" fmla="*/ 0 w 21707"/>
                    <a:gd name="T1" fmla="*/ 0 h 21600"/>
                    <a:gd name="T2" fmla="*/ 0 w 21707"/>
                    <a:gd name="T3" fmla="*/ 0 h 21600"/>
                    <a:gd name="T4" fmla="*/ 0 w 2170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7" h="21600" fill="none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86" y="0"/>
                        <a:pt x="21635" y="9592"/>
                        <a:pt x="21706" y="21471"/>
                      </a:cubicBezTo>
                    </a:path>
                    <a:path w="21707" h="21600" stroke="0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86" y="0"/>
                        <a:pt x="21635" y="9592"/>
                        <a:pt x="21706" y="21471"/>
                      </a:cubicBezTo>
                      <a:lnTo>
                        <a:pt x="107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4" name="Arc 47"/>
                <p:cNvSpPr>
                  <a:spLocks/>
                </p:cNvSpPr>
                <p:nvPr/>
              </p:nvSpPr>
              <p:spPr bwMode="auto">
                <a:xfrm>
                  <a:off x="2180" y="1358"/>
                  <a:ext cx="88" cy="30"/>
                </a:xfrm>
                <a:custGeom>
                  <a:avLst/>
                  <a:gdLst>
                    <a:gd name="T0" fmla="*/ 0 w 21597"/>
                    <a:gd name="T1" fmla="*/ 0 h 21600"/>
                    <a:gd name="T2" fmla="*/ 0 w 21597"/>
                    <a:gd name="T3" fmla="*/ 0 h 21600"/>
                    <a:gd name="T4" fmla="*/ 0 w 2159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597" h="21600" fill="none" extrusionOk="0">
                      <a:moveTo>
                        <a:pt x="0" y="21214"/>
                      </a:moveTo>
                      <a:cubicBezTo>
                        <a:pt x="210" y="9472"/>
                        <a:pt x="9763" y="49"/>
                        <a:pt x="21507" y="0"/>
                      </a:cubicBezTo>
                    </a:path>
                    <a:path w="21597" h="21600" stroke="0" extrusionOk="0">
                      <a:moveTo>
                        <a:pt x="0" y="21214"/>
                      </a:moveTo>
                      <a:cubicBezTo>
                        <a:pt x="210" y="9472"/>
                        <a:pt x="9763" y="49"/>
                        <a:pt x="21507" y="0"/>
                      </a:cubicBezTo>
                      <a:lnTo>
                        <a:pt x="21597" y="21600"/>
                      </a:lnTo>
                      <a:lnTo>
                        <a:pt x="0" y="21214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17" name="Arc 48"/>
            <p:cNvSpPr>
              <a:spLocks/>
            </p:cNvSpPr>
            <p:nvPr/>
          </p:nvSpPr>
          <p:spPr bwMode="auto">
            <a:xfrm>
              <a:off x="2268" y="1275"/>
              <a:ext cx="89" cy="77"/>
            </a:xfrm>
            <a:custGeom>
              <a:avLst/>
              <a:gdLst>
                <a:gd name="T0" fmla="*/ 0 w 21707"/>
                <a:gd name="T1" fmla="*/ 0 h 21600"/>
                <a:gd name="T2" fmla="*/ 0 w 21707"/>
                <a:gd name="T3" fmla="*/ 0 h 21600"/>
                <a:gd name="T4" fmla="*/ 0 w 21707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707" h="21600" fill="none" extrusionOk="0">
                  <a:moveTo>
                    <a:pt x="0" y="0"/>
                  </a:moveTo>
                  <a:cubicBezTo>
                    <a:pt x="35" y="0"/>
                    <a:pt x="71" y="-1"/>
                    <a:pt x="107" y="0"/>
                  </a:cubicBezTo>
                  <a:cubicBezTo>
                    <a:pt x="11986" y="0"/>
                    <a:pt x="21635" y="9592"/>
                    <a:pt x="21706" y="21471"/>
                  </a:cubicBezTo>
                </a:path>
                <a:path w="21707" h="21600" stroke="0" extrusionOk="0">
                  <a:moveTo>
                    <a:pt x="0" y="0"/>
                  </a:moveTo>
                  <a:cubicBezTo>
                    <a:pt x="35" y="0"/>
                    <a:pt x="71" y="-1"/>
                    <a:pt x="107" y="0"/>
                  </a:cubicBezTo>
                  <a:cubicBezTo>
                    <a:pt x="11986" y="0"/>
                    <a:pt x="21635" y="9592"/>
                    <a:pt x="21706" y="21471"/>
                  </a:cubicBezTo>
                  <a:lnTo>
                    <a:pt x="107" y="2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Arc 49"/>
            <p:cNvSpPr>
              <a:spLocks/>
            </p:cNvSpPr>
            <p:nvPr/>
          </p:nvSpPr>
          <p:spPr bwMode="auto">
            <a:xfrm>
              <a:off x="2268" y="1847"/>
              <a:ext cx="89" cy="77"/>
            </a:xfrm>
            <a:custGeom>
              <a:avLst/>
              <a:gdLst>
                <a:gd name="T0" fmla="*/ 0 w 21710"/>
                <a:gd name="T1" fmla="*/ 0 h 21750"/>
                <a:gd name="T2" fmla="*/ 0 w 21710"/>
                <a:gd name="T3" fmla="*/ 0 h 21750"/>
                <a:gd name="T4" fmla="*/ 0 w 21710"/>
                <a:gd name="T5" fmla="*/ 0 h 2175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710" h="21750" fill="none" extrusionOk="0">
                  <a:moveTo>
                    <a:pt x="21709" y="-1"/>
                  </a:moveTo>
                  <a:cubicBezTo>
                    <a:pt x="21709" y="49"/>
                    <a:pt x="21710" y="99"/>
                    <a:pt x="21710" y="150"/>
                  </a:cubicBezTo>
                  <a:cubicBezTo>
                    <a:pt x="21710" y="12079"/>
                    <a:pt x="12039" y="21750"/>
                    <a:pt x="110" y="21750"/>
                  </a:cubicBezTo>
                  <a:cubicBezTo>
                    <a:pt x="73" y="21750"/>
                    <a:pt x="36" y="21749"/>
                    <a:pt x="0" y="21749"/>
                  </a:cubicBezTo>
                </a:path>
                <a:path w="21710" h="21750" stroke="0" extrusionOk="0">
                  <a:moveTo>
                    <a:pt x="21709" y="-1"/>
                  </a:moveTo>
                  <a:cubicBezTo>
                    <a:pt x="21709" y="49"/>
                    <a:pt x="21710" y="99"/>
                    <a:pt x="21710" y="150"/>
                  </a:cubicBezTo>
                  <a:cubicBezTo>
                    <a:pt x="21710" y="12079"/>
                    <a:pt x="12039" y="21750"/>
                    <a:pt x="110" y="21750"/>
                  </a:cubicBezTo>
                  <a:cubicBezTo>
                    <a:pt x="73" y="21750"/>
                    <a:pt x="36" y="21749"/>
                    <a:pt x="0" y="21749"/>
                  </a:cubicBezTo>
                  <a:lnTo>
                    <a:pt x="110" y="150"/>
                  </a:lnTo>
                  <a:lnTo>
                    <a:pt x="21709" y="-1"/>
                  </a:lnTo>
                  <a:close/>
                </a:path>
              </a:pathLst>
            </a:cu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50"/>
            <p:cNvSpPr>
              <a:spLocks noChangeShapeType="1"/>
            </p:cNvSpPr>
            <p:nvPr/>
          </p:nvSpPr>
          <p:spPr bwMode="auto">
            <a:xfrm flipV="1">
              <a:off x="2262" y="1204"/>
              <a:ext cx="1" cy="7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51"/>
            <p:cNvSpPr>
              <a:spLocks noChangeShapeType="1"/>
            </p:cNvSpPr>
            <p:nvPr/>
          </p:nvSpPr>
          <p:spPr bwMode="auto">
            <a:xfrm flipV="1">
              <a:off x="2262" y="1924"/>
              <a:ext cx="1" cy="59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7" name="Line 52"/>
          <p:cNvSpPr>
            <a:spLocks noChangeShapeType="1"/>
          </p:cNvSpPr>
          <p:nvPr/>
        </p:nvSpPr>
        <p:spPr bwMode="auto">
          <a:xfrm flipV="1">
            <a:off x="7121990" y="2023065"/>
            <a:ext cx="1587" cy="14922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8" name="Group 53"/>
          <p:cNvGrpSpPr>
            <a:grpSpLocks/>
          </p:cNvGrpSpPr>
          <p:nvPr/>
        </p:nvGrpSpPr>
        <p:grpSpPr bwMode="auto">
          <a:xfrm>
            <a:off x="6990227" y="2134190"/>
            <a:ext cx="263525" cy="1236663"/>
            <a:chOff x="3112" y="1204"/>
            <a:chExt cx="166" cy="779"/>
          </a:xfrm>
        </p:grpSpPr>
        <p:grpSp>
          <p:nvGrpSpPr>
            <p:cNvPr id="59" name="Group 54"/>
            <p:cNvGrpSpPr>
              <a:grpSpLocks/>
            </p:cNvGrpSpPr>
            <p:nvPr/>
          </p:nvGrpSpPr>
          <p:grpSpPr bwMode="auto">
            <a:xfrm>
              <a:off x="3112" y="1753"/>
              <a:ext cx="166" cy="95"/>
              <a:chOff x="3112" y="1753"/>
              <a:chExt cx="166" cy="95"/>
            </a:xfrm>
          </p:grpSpPr>
          <p:grpSp>
            <p:nvGrpSpPr>
              <p:cNvPr id="99" name="Group 55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77"/>
                <a:chOff x="3112" y="1753"/>
                <a:chExt cx="166" cy="77"/>
              </a:xfrm>
            </p:grpSpPr>
            <p:sp>
              <p:nvSpPr>
                <p:cNvPr id="103" name="Arc 56"/>
                <p:cNvSpPr>
                  <a:spLocks/>
                </p:cNvSpPr>
                <p:nvPr/>
              </p:nvSpPr>
              <p:spPr bwMode="auto">
                <a:xfrm>
                  <a:off x="3112" y="1753"/>
                  <a:ext cx="83" cy="77"/>
                </a:xfrm>
                <a:custGeom>
                  <a:avLst/>
                  <a:gdLst>
                    <a:gd name="T0" fmla="*/ 0 w 21600"/>
                    <a:gd name="T1" fmla="*/ 0 h 21720"/>
                    <a:gd name="T2" fmla="*/ 0 w 21600"/>
                    <a:gd name="T3" fmla="*/ 0 h 21720"/>
                    <a:gd name="T4" fmla="*/ 0 w 21600"/>
                    <a:gd name="T5" fmla="*/ 0 h 2172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720" fill="none" extrusionOk="0">
                      <a:moveTo>
                        <a:pt x="21600" y="21720"/>
                      </a:moveTo>
                      <a:cubicBezTo>
                        <a:pt x="9670" y="21720"/>
                        <a:pt x="0" y="12049"/>
                        <a:pt x="0" y="120"/>
                      </a:cubicBezTo>
                      <a:cubicBezTo>
                        <a:pt x="-1" y="80"/>
                        <a:pt x="0" y="40"/>
                        <a:pt x="0" y="0"/>
                      </a:cubicBezTo>
                    </a:path>
                    <a:path w="21600" h="21720" stroke="0" extrusionOk="0">
                      <a:moveTo>
                        <a:pt x="21600" y="21720"/>
                      </a:moveTo>
                      <a:cubicBezTo>
                        <a:pt x="9670" y="21720"/>
                        <a:pt x="0" y="12049"/>
                        <a:pt x="0" y="120"/>
                      </a:cubicBezTo>
                      <a:cubicBezTo>
                        <a:pt x="-1" y="80"/>
                        <a:pt x="0" y="40"/>
                        <a:pt x="0" y="0"/>
                      </a:cubicBezTo>
                      <a:lnTo>
                        <a:pt x="21600" y="120"/>
                      </a:lnTo>
                      <a:lnTo>
                        <a:pt x="21600" y="2172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" name="Arc 57"/>
                <p:cNvSpPr>
                  <a:spLocks/>
                </p:cNvSpPr>
                <p:nvPr/>
              </p:nvSpPr>
              <p:spPr bwMode="auto">
                <a:xfrm>
                  <a:off x="3195" y="1800"/>
                  <a:ext cx="83" cy="29"/>
                </a:xfrm>
                <a:custGeom>
                  <a:avLst/>
                  <a:gdLst>
                    <a:gd name="T0" fmla="*/ 0 w 21600"/>
                    <a:gd name="T1" fmla="*/ 0 h 21916"/>
                    <a:gd name="T2" fmla="*/ 0 w 21600"/>
                    <a:gd name="T3" fmla="*/ 0 h 21916"/>
                    <a:gd name="T4" fmla="*/ 0 w 21600"/>
                    <a:gd name="T5" fmla="*/ 0 h 21916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16" fill="none" extrusionOk="0">
                      <a:moveTo>
                        <a:pt x="21597" y="0"/>
                      </a:moveTo>
                      <a:cubicBezTo>
                        <a:pt x="21599" y="105"/>
                        <a:pt x="21600" y="210"/>
                        <a:pt x="21600" y="316"/>
                      </a:cubicBezTo>
                      <a:cubicBezTo>
                        <a:pt x="21600" y="12245"/>
                        <a:pt x="11929" y="21915"/>
                        <a:pt x="0" y="21916"/>
                      </a:cubicBezTo>
                    </a:path>
                    <a:path w="21600" h="21916" stroke="0" extrusionOk="0">
                      <a:moveTo>
                        <a:pt x="21597" y="0"/>
                      </a:moveTo>
                      <a:cubicBezTo>
                        <a:pt x="21599" y="105"/>
                        <a:pt x="21600" y="210"/>
                        <a:pt x="21600" y="316"/>
                      </a:cubicBezTo>
                      <a:cubicBezTo>
                        <a:pt x="21600" y="12245"/>
                        <a:pt x="11929" y="21915"/>
                        <a:pt x="0" y="21916"/>
                      </a:cubicBezTo>
                      <a:lnTo>
                        <a:pt x="0" y="316"/>
                      </a:lnTo>
                      <a:lnTo>
                        <a:pt x="21597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00" name="Group 58"/>
              <p:cNvGrpSpPr>
                <a:grpSpLocks/>
              </p:cNvGrpSpPr>
              <p:nvPr/>
            </p:nvGrpSpPr>
            <p:grpSpPr bwMode="auto">
              <a:xfrm>
                <a:off x="3112" y="1771"/>
                <a:ext cx="166" cy="77"/>
                <a:chOff x="3112" y="1771"/>
                <a:chExt cx="166" cy="77"/>
              </a:xfrm>
            </p:grpSpPr>
            <p:sp>
              <p:nvSpPr>
                <p:cNvPr id="101" name="Arc 59"/>
                <p:cNvSpPr>
                  <a:spLocks/>
                </p:cNvSpPr>
                <p:nvPr/>
              </p:nvSpPr>
              <p:spPr bwMode="auto">
                <a:xfrm>
                  <a:off x="3112" y="1771"/>
                  <a:ext cx="83" cy="77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461"/>
                      </a:moveTo>
                      <a:cubicBezTo>
                        <a:pt x="76" y="9586"/>
                        <a:pt x="9724" y="0"/>
                        <a:pt x="21599" y="0"/>
                      </a:cubicBezTo>
                    </a:path>
                    <a:path w="21600" h="21600" stroke="0" extrusionOk="0">
                      <a:moveTo>
                        <a:pt x="0" y="21461"/>
                      </a:moveTo>
                      <a:cubicBezTo>
                        <a:pt x="76" y="9586"/>
                        <a:pt x="9724" y="0"/>
                        <a:pt x="21599" y="0"/>
                      </a:cubicBezTo>
                      <a:lnTo>
                        <a:pt x="21600" y="21600"/>
                      </a:lnTo>
                      <a:lnTo>
                        <a:pt x="0" y="21461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" name="Arc 60"/>
                <p:cNvSpPr>
                  <a:spLocks/>
                </p:cNvSpPr>
                <p:nvPr/>
              </p:nvSpPr>
              <p:spPr bwMode="auto">
                <a:xfrm>
                  <a:off x="3195" y="1771"/>
                  <a:ext cx="83" cy="35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-1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-1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-1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60" name="Group 61"/>
            <p:cNvGrpSpPr>
              <a:grpSpLocks/>
            </p:cNvGrpSpPr>
            <p:nvPr/>
          </p:nvGrpSpPr>
          <p:grpSpPr bwMode="auto">
            <a:xfrm>
              <a:off x="3112" y="1671"/>
              <a:ext cx="166" cy="94"/>
              <a:chOff x="3112" y="1671"/>
              <a:chExt cx="166" cy="94"/>
            </a:xfrm>
          </p:grpSpPr>
          <p:grpSp>
            <p:nvGrpSpPr>
              <p:cNvPr id="93" name="Group 62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77"/>
                <a:chOff x="3112" y="1671"/>
                <a:chExt cx="166" cy="77"/>
              </a:xfrm>
            </p:grpSpPr>
            <p:sp>
              <p:nvSpPr>
                <p:cNvPr id="97" name="Arc 63"/>
                <p:cNvSpPr>
                  <a:spLocks/>
                </p:cNvSpPr>
                <p:nvPr/>
              </p:nvSpPr>
              <p:spPr bwMode="auto">
                <a:xfrm>
                  <a:off x="3112" y="1671"/>
                  <a:ext cx="83" cy="77"/>
                </a:xfrm>
                <a:custGeom>
                  <a:avLst/>
                  <a:gdLst>
                    <a:gd name="T0" fmla="*/ 0 w 21600"/>
                    <a:gd name="T1" fmla="*/ 0 h 21739"/>
                    <a:gd name="T2" fmla="*/ 0 w 21600"/>
                    <a:gd name="T3" fmla="*/ 0 h 21739"/>
                    <a:gd name="T4" fmla="*/ 0 w 21600"/>
                    <a:gd name="T5" fmla="*/ 0 h 21739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739" fill="none" extrusionOk="0">
                      <a:moveTo>
                        <a:pt x="21600" y="21739"/>
                      </a:moveTo>
                      <a:cubicBezTo>
                        <a:pt x="9670" y="21739"/>
                        <a:pt x="0" y="12068"/>
                        <a:pt x="0" y="139"/>
                      </a:cubicBezTo>
                      <a:cubicBezTo>
                        <a:pt x="-1" y="92"/>
                        <a:pt x="0" y="46"/>
                        <a:pt x="0" y="0"/>
                      </a:cubicBezTo>
                    </a:path>
                    <a:path w="21600" h="21739" stroke="0" extrusionOk="0">
                      <a:moveTo>
                        <a:pt x="21600" y="21739"/>
                      </a:moveTo>
                      <a:cubicBezTo>
                        <a:pt x="9670" y="21739"/>
                        <a:pt x="0" y="12068"/>
                        <a:pt x="0" y="139"/>
                      </a:cubicBezTo>
                      <a:cubicBezTo>
                        <a:pt x="-1" y="92"/>
                        <a:pt x="0" y="46"/>
                        <a:pt x="0" y="0"/>
                      </a:cubicBezTo>
                      <a:lnTo>
                        <a:pt x="21600" y="139"/>
                      </a:lnTo>
                      <a:lnTo>
                        <a:pt x="21600" y="21739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8" name="Arc 64"/>
                <p:cNvSpPr>
                  <a:spLocks/>
                </p:cNvSpPr>
                <p:nvPr/>
              </p:nvSpPr>
              <p:spPr bwMode="auto">
                <a:xfrm>
                  <a:off x="3195" y="1718"/>
                  <a:ext cx="83" cy="30"/>
                </a:xfrm>
                <a:custGeom>
                  <a:avLst/>
                  <a:gdLst>
                    <a:gd name="T0" fmla="*/ 0 w 21600"/>
                    <a:gd name="T1" fmla="*/ 0 h 21910"/>
                    <a:gd name="T2" fmla="*/ 0 w 21600"/>
                    <a:gd name="T3" fmla="*/ 0 h 21910"/>
                    <a:gd name="T4" fmla="*/ 0 w 21600"/>
                    <a:gd name="T5" fmla="*/ 0 h 2191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10" fill="none" extrusionOk="0">
                      <a:moveTo>
                        <a:pt x="21597" y="0"/>
                      </a:moveTo>
                      <a:cubicBezTo>
                        <a:pt x="21599" y="103"/>
                        <a:pt x="21600" y="206"/>
                        <a:pt x="21600" y="310"/>
                      </a:cubicBezTo>
                      <a:cubicBezTo>
                        <a:pt x="21600" y="12239"/>
                        <a:pt x="11929" y="21909"/>
                        <a:pt x="0" y="21910"/>
                      </a:cubicBezTo>
                    </a:path>
                    <a:path w="21600" h="21910" stroke="0" extrusionOk="0">
                      <a:moveTo>
                        <a:pt x="21597" y="0"/>
                      </a:moveTo>
                      <a:cubicBezTo>
                        <a:pt x="21599" y="103"/>
                        <a:pt x="21600" y="206"/>
                        <a:pt x="21600" y="310"/>
                      </a:cubicBezTo>
                      <a:cubicBezTo>
                        <a:pt x="21600" y="12239"/>
                        <a:pt x="11929" y="21909"/>
                        <a:pt x="0" y="21910"/>
                      </a:cubicBezTo>
                      <a:lnTo>
                        <a:pt x="0" y="310"/>
                      </a:lnTo>
                      <a:lnTo>
                        <a:pt x="21597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94" name="Group 65"/>
              <p:cNvGrpSpPr>
                <a:grpSpLocks/>
              </p:cNvGrpSpPr>
              <p:nvPr/>
            </p:nvGrpSpPr>
            <p:grpSpPr bwMode="auto">
              <a:xfrm>
                <a:off x="3112" y="1688"/>
                <a:ext cx="166" cy="77"/>
                <a:chOff x="3112" y="1688"/>
                <a:chExt cx="166" cy="77"/>
              </a:xfrm>
            </p:grpSpPr>
            <p:sp>
              <p:nvSpPr>
                <p:cNvPr id="95" name="Arc 66"/>
                <p:cNvSpPr>
                  <a:spLocks/>
                </p:cNvSpPr>
                <p:nvPr/>
              </p:nvSpPr>
              <p:spPr bwMode="auto">
                <a:xfrm>
                  <a:off x="3112" y="1688"/>
                  <a:ext cx="83" cy="77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480"/>
                      </a:moveTo>
                      <a:cubicBezTo>
                        <a:pt x="66" y="9597"/>
                        <a:pt x="9717" y="0"/>
                        <a:pt x="21599" y="0"/>
                      </a:cubicBezTo>
                    </a:path>
                    <a:path w="21600" h="21600" stroke="0" extrusionOk="0">
                      <a:moveTo>
                        <a:pt x="0" y="21480"/>
                      </a:moveTo>
                      <a:cubicBezTo>
                        <a:pt x="66" y="9597"/>
                        <a:pt x="9717" y="0"/>
                        <a:pt x="21599" y="0"/>
                      </a:cubicBezTo>
                      <a:lnTo>
                        <a:pt x="21600" y="21600"/>
                      </a:lnTo>
                      <a:lnTo>
                        <a:pt x="0" y="2148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6" name="Arc 67"/>
                <p:cNvSpPr>
                  <a:spLocks/>
                </p:cNvSpPr>
                <p:nvPr/>
              </p:nvSpPr>
              <p:spPr bwMode="auto">
                <a:xfrm>
                  <a:off x="3195" y="1688"/>
                  <a:ext cx="83" cy="36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-1" y="0"/>
                      </a:moveTo>
                      <a:cubicBezTo>
                        <a:pt x="11912" y="0"/>
                        <a:pt x="21576" y="9644"/>
                        <a:pt x="21599" y="21557"/>
                      </a:cubicBezTo>
                    </a:path>
                    <a:path w="21600" h="21600" stroke="0" extrusionOk="0">
                      <a:moveTo>
                        <a:pt x="-1" y="0"/>
                      </a:moveTo>
                      <a:cubicBezTo>
                        <a:pt x="11912" y="0"/>
                        <a:pt x="21576" y="9644"/>
                        <a:pt x="21599" y="21557"/>
                      </a:cubicBezTo>
                      <a:lnTo>
                        <a:pt x="0" y="21600"/>
                      </a:lnTo>
                      <a:lnTo>
                        <a:pt x="-1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61" name="Group 68"/>
            <p:cNvGrpSpPr>
              <a:grpSpLocks/>
            </p:cNvGrpSpPr>
            <p:nvPr/>
          </p:nvGrpSpPr>
          <p:grpSpPr bwMode="auto">
            <a:xfrm>
              <a:off x="3112" y="1588"/>
              <a:ext cx="166" cy="95"/>
              <a:chOff x="3112" y="1588"/>
              <a:chExt cx="166" cy="95"/>
            </a:xfrm>
          </p:grpSpPr>
          <p:grpSp>
            <p:nvGrpSpPr>
              <p:cNvPr id="87" name="Group 69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77"/>
                <a:chOff x="3112" y="1588"/>
                <a:chExt cx="166" cy="77"/>
              </a:xfrm>
            </p:grpSpPr>
            <p:sp>
              <p:nvSpPr>
                <p:cNvPr id="91" name="Arc 70"/>
                <p:cNvSpPr>
                  <a:spLocks/>
                </p:cNvSpPr>
                <p:nvPr/>
              </p:nvSpPr>
              <p:spPr bwMode="auto">
                <a:xfrm>
                  <a:off x="3112" y="1588"/>
                  <a:ext cx="83" cy="77"/>
                </a:xfrm>
                <a:custGeom>
                  <a:avLst/>
                  <a:gdLst>
                    <a:gd name="T0" fmla="*/ 0 w 21600"/>
                    <a:gd name="T1" fmla="*/ 0 h 21720"/>
                    <a:gd name="T2" fmla="*/ 0 w 21600"/>
                    <a:gd name="T3" fmla="*/ 0 h 21720"/>
                    <a:gd name="T4" fmla="*/ 0 w 21600"/>
                    <a:gd name="T5" fmla="*/ 0 h 2172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720" fill="none" extrusionOk="0">
                      <a:moveTo>
                        <a:pt x="21600" y="21720"/>
                      </a:moveTo>
                      <a:cubicBezTo>
                        <a:pt x="9670" y="21720"/>
                        <a:pt x="0" y="12049"/>
                        <a:pt x="0" y="120"/>
                      </a:cubicBezTo>
                      <a:cubicBezTo>
                        <a:pt x="-1" y="80"/>
                        <a:pt x="0" y="40"/>
                        <a:pt x="0" y="0"/>
                      </a:cubicBezTo>
                    </a:path>
                    <a:path w="21600" h="21720" stroke="0" extrusionOk="0">
                      <a:moveTo>
                        <a:pt x="21600" y="21720"/>
                      </a:moveTo>
                      <a:cubicBezTo>
                        <a:pt x="9670" y="21720"/>
                        <a:pt x="0" y="12049"/>
                        <a:pt x="0" y="120"/>
                      </a:cubicBezTo>
                      <a:cubicBezTo>
                        <a:pt x="-1" y="80"/>
                        <a:pt x="0" y="40"/>
                        <a:pt x="0" y="0"/>
                      </a:cubicBezTo>
                      <a:lnTo>
                        <a:pt x="21600" y="120"/>
                      </a:lnTo>
                      <a:lnTo>
                        <a:pt x="21600" y="2172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2" name="Arc 71"/>
                <p:cNvSpPr>
                  <a:spLocks/>
                </p:cNvSpPr>
                <p:nvPr/>
              </p:nvSpPr>
              <p:spPr bwMode="auto">
                <a:xfrm>
                  <a:off x="3195" y="1635"/>
                  <a:ext cx="83" cy="29"/>
                </a:xfrm>
                <a:custGeom>
                  <a:avLst/>
                  <a:gdLst>
                    <a:gd name="T0" fmla="*/ 0 w 21600"/>
                    <a:gd name="T1" fmla="*/ 0 h 21916"/>
                    <a:gd name="T2" fmla="*/ 0 w 21600"/>
                    <a:gd name="T3" fmla="*/ 0 h 21916"/>
                    <a:gd name="T4" fmla="*/ 0 w 21600"/>
                    <a:gd name="T5" fmla="*/ 0 h 21916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16" fill="none" extrusionOk="0">
                      <a:moveTo>
                        <a:pt x="21597" y="0"/>
                      </a:moveTo>
                      <a:cubicBezTo>
                        <a:pt x="21599" y="105"/>
                        <a:pt x="21600" y="210"/>
                        <a:pt x="21600" y="316"/>
                      </a:cubicBezTo>
                      <a:cubicBezTo>
                        <a:pt x="21600" y="12245"/>
                        <a:pt x="11929" y="21915"/>
                        <a:pt x="0" y="21916"/>
                      </a:cubicBezTo>
                    </a:path>
                    <a:path w="21600" h="21916" stroke="0" extrusionOk="0">
                      <a:moveTo>
                        <a:pt x="21597" y="0"/>
                      </a:moveTo>
                      <a:cubicBezTo>
                        <a:pt x="21599" y="105"/>
                        <a:pt x="21600" y="210"/>
                        <a:pt x="21600" y="316"/>
                      </a:cubicBezTo>
                      <a:cubicBezTo>
                        <a:pt x="21600" y="12245"/>
                        <a:pt x="11929" y="21915"/>
                        <a:pt x="0" y="21916"/>
                      </a:cubicBezTo>
                      <a:lnTo>
                        <a:pt x="0" y="316"/>
                      </a:lnTo>
                      <a:lnTo>
                        <a:pt x="21597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88" name="Group 72"/>
              <p:cNvGrpSpPr>
                <a:grpSpLocks/>
              </p:cNvGrpSpPr>
              <p:nvPr/>
            </p:nvGrpSpPr>
            <p:grpSpPr bwMode="auto">
              <a:xfrm>
                <a:off x="3112" y="1606"/>
                <a:ext cx="166" cy="77"/>
                <a:chOff x="3112" y="1606"/>
                <a:chExt cx="166" cy="77"/>
              </a:xfrm>
            </p:grpSpPr>
            <p:sp>
              <p:nvSpPr>
                <p:cNvPr id="89" name="Arc 73"/>
                <p:cNvSpPr>
                  <a:spLocks/>
                </p:cNvSpPr>
                <p:nvPr/>
              </p:nvSpPr>
              <p:spPr bwMode="auto">
                <a:xfrm>
                  <a:off x="3112" y="1606"/>
                  <a:ext cx="83" cy="77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461"/>
                      </a:moveTo>
                      <a:cubicBezTo>
                        <a:pt x="76" y="9586"/>
                        <a:pt x="9724" y="0"/>
                        <a:pt x="21599" y="0"/>
                      </a:cubicBezTo>
                    </a:path>
                    <a:path w="21600" h="21600" stroke="0" extrusionOk="0">
                      <a:moveTo>
                        <a:pt x="0" y="21461"/>
                      </a:moveTo>
                      <a:cubicBezTo>
                        <a:pt x="76" y="9586"/>
                        <a:pt x="9724" y="0"/>
                        <a:pt x="21599" y="0"/>
                      </a:cubicBezTo>
                      <a:lnTo>
                        <a:pt x="21600" y="21600"/>
                      </a:lnTo>
                      <a:lnTo>
                        <a:pt x="0" y="21461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0" name="Arc 74"/>
                <p:cNvSpPr>
                  <a:spLocks/>
                </p:cNvSpPr>
                <p:nvPr/>
              </p:nvSpPr>
              <p:spPr bwMode="auto">
                <a:xfrm>
                  <a:off x="3195" y="1606"/>
                  <a:ext cx="83" cy="35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-1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-1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-1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62" name="Group 75"/>
            <p:cNvGrpSpPr>
              <a:grpSpLocks/>
            </p:cNvGrpSpPr>
            <p:nvPr/>
          </p:nvGrpSpPr>
          <p:grpSpPr bwMode="auto">
            <a:xfrm>
              <a:off x="3112" y="1506"/>
              <a:ext cx="166" cy="94"/>
              <a:chOff x="3112" y="1506"/>
              <a:chExt cx="166" cy="94"/>
            </a:xfrm>
          </p:grpSpPr>
          <p:grpSp>
            <p:nvGrpSpPr>
              <p:cNvPr id="81" name="Group 76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77"/>
                <a:chOff x="3112" y="1506"/>
                <a:chExt cx="166" cy="77"/>
              </a:xfrm>
            </p:grpSpPr>
            <p:sp>
              <p:nvSpPr>
                <p:cNvPr id="85" name="Arc 77"/>
                <p:cNvSpPr>
                  <a:spLocks/>
                </p:cNvSpPr>
                <p:nvPr/>
              </p:nvSpPr>
              <p:spPr bwMode="auto">
                <a:xfrm>
                  <a:off x="3112" y="1506"/>
                  <a:ext cx="83" cy="77"/>
                </a:xfrm>
                <a:custGeom>
                  <a:avLst/>
                  <a:gdLst>
                    <a:gd name="T0" fmla="*/ 0 w 21600"/>
                    <a:gd name="T1" fmla="*/ 0 h 21739"/>
                    <a:gd name="T2" fmla="*/ 0 w 21600"/>
                    <a:gd name="T3" fmla="*/ 0 h 21739"/>
                    <a:gd name="T4" fmla="*/ 0 w 21600"/>
                    <a:gd name="T5" fmla="*/ 0 h 21739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739" fill="none" extrusionOk="0">
                      <a:moveTo>
                        <a:pt x="21600" y="21739"/>
                      </a:moveTo>
                      <a:cubicBezTo>
                        <a:pt x="9670" y="21739"/>
                        <a:pt x="0" y="12068"/>
                        <a:pt x="0" y="139"/>
                      </a:cubicBezTo>
                      <a:cubicBezTo>
                        <a:pt x="-1" y="92"/>
                        <a:pt x="0" y="46"/>
                        <a:pt x="0" y="0"/>
                      </a:cubicBezTo>
                    </a:path>
                    <a:path w="21600" h="21739" stroke="0" extrusionOk="0">
                      <a:moveTo>
                        <a:pt x="21600" y="21739"/>
                      </a:moveTo>
                      <a:cubicBezTo>
                        <a:pt x="9670" y="21739"/>
                        <a:pt x="0" y="12068"/>
                        <a:pt x="0" y="139"/>
                      </a:cubicBezTo>
                      <a:cubicBezTo>
                        <a:pt x="-1" y="92"/>
                        <a:pt x="0" y="46"/>
                        <a:pt x="0" y="0"/>
                      </a:cubicBezTo>
                      <a:lnTo>
                        <a:pt x="21600" y="139"/>
                      </a:lnTo>
                      <a:lnTo>
                        <a:pt x="21600" y="21739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6" name="Arc 78"/>
                <p:cNvSpPr>
                  <a:spLocks/>
                </p:cNvSpPr>
                <p:nvPr/>
              </p:nvSpPr>
              <p:spPr bwMode="auto">
                <a:xfrm>
                  <a:off x="3195" y="1553"/>
                  <a:ext cx="83" cy="30"/>
                </a:xfrm>
                <a:custGeom>
                  <a:avLst/>
                  <a:gdLst>
                    <a:gd name="T0" fmla="*/ 0 w 21600"/>
                    <a:gd name="T1" fmla="*/ 0 h 21910"/>
                    <a:gd name="T2" fmla="*/ 0 w 21600"/>
                    <a:gd name="T3" fmla="*/ 0 h 21910"/>
                    <a:gd name="T4" fmla="*/ 0 w 21600"/>
                    <a:gd name="T5" fmla="*/ 0 h 2191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10" fill="none" extrusionOk="0">
                      <a:moveTo>
                        <a:pt x="21597" y="0"/>
                      </a:moveTo>
                      <a:cubicBezTo>
                        <a:pt x="21599" y="103"/>
                        <a:pt x="21600" y="206"/>
                        <a:pt x="21600" y="310"/>
                      </a:cubicBezTo>
                      <a:cubicBezTo>
                        <a:pt x="21600" y="12239"/>
                        <a:pt x="11929" y="21909"/>
                        <a:pt x="0" y="21910"/>
                      </a:cubicBezTo>
                    </a:path>
                    <a:path w="21600" h="21910" stroke="0" extrusionOk="0">
                      <a:moveTo>
                        <a:pt x="21597" y="0"/>
                      </a:moveTo>
                      <a:cubicBezTo>
                        <a:pt x="21599" y="103"/>
                        <a:pt x="21600" y="206"/>
                        <a:pt x="21600" y="310"/>
                      </a:cubicBezTo>
                      <a:cubicBezTo>
                        <a:pt x="21600" y="12239"/>
                        <a:pt x="11929" y="21909"/>
                        <a:pt x="0" y="21910"/>
                      </a:cubicBezTo>
                      <a:lnTo>
                        <a:pt x="0" y="310"/>
                      </a:lnTo>
                      <a:lnTo>
                        <a:pt x="21597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82" name="Group 79"/>
              <p:cNvGrpSpPr>
                <a:grpSpLocks/>
              </p:cNvGrpSpPr>
              <p:nvPr/>
            </p:nvGrpSpPr>
            <p:grpSpPr bwMode="auto">
              <a:xfrm>
                <a:off x="3112" y="1523"/>
                <a:ext cx="165" cy="77"/>
                <a:chOff x="3112" y="1523"/>
                <a:chExt cx="165" cy="77"/>
              </a:xfrm>
            </p:grpSpPr>
            <p:sp>
              <p:nvSpPr>
                <p:cNvPr id="83" name="Arc 80"/>
                <p:cNvSpPr>
                  <a:spLocks/>
                </p:cNvSpPr>
                <p:nvPr/>
              </p:nvSpPr>
              <p:spPr bwMode="auto">
                <a:xfrm>
                  <a:off x="3112" y="1523"/>
                  <a:ext cx="83" cy="77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480"/>
                      </a:moveTo>
                      <a:cubicBezTo>
                        <a:pt x="66" y="9597"/>
                        <a:pt x="9717" y="0"/>
                        <a:pt x="21599" y="0"/>
                      </a:cubicBezTo>
                    </a:path>
                    <a:path w="21600" h="21600" stroke="0" extrusionOk="0">
                      <a:moveTo>
                        <a:pt x="0" y="21480"/>
                      </a:moveTo>
                      <a:cubicBezTo>
                        <a:pt x="66" y="9597"/>
                        <a:pt x="9717" y="0"/>
                        <a:pt x="21599" y="0"/>
                      </a:cubicBezTo>
                      <a:lnTo>
                        <a:pt x="21600" y="21600"/>
                      </a:lnTo>
                      <a:lnTo>
                        <a:pt x="0" y="2148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4" name="Arc 81"/>
                <p:cNvSpPr>
                  <a:spLocks/>
                </p:cNvSpPr>
                <p:nvPr/>
              </p:nvSpPr>
              <p:spPr bwMode="auto">
                <a:xfrm>
                  <a:off x="3195" y="1523"/>
                  <a:ext cx="82" cy="30"/>
                </a:xfrm>
                <a:custGeom>
                  <a:avLst/>
                  <a:gdLst>
                    <a:gd name="T0" fmla="*/ 0 w 21598"/>
                    <a:gd name="T1" fmla="*/ 0 h 21600"/>
                    <a:gd name="T2" fmla="*/ 0 w 21598"/>
                    <a:gd name="T3" fmla="*/ 0 h 21600"/>
                    <a:gd name="T4" fmla="*/ 0 w 21598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598" h="21600" fill="none" extrusionOk="0">
                      <a:moveTo>
                        <a:pt x="-1" y="0"/>
                      </a:moveTo>
                      <a:cubicBezTo>
                        <a:pt x="11808" y="0"/>
                        <a:pt x="21428" y="9482"/>
                        <a:pt x="21597" y="21290"/>
                      </a:cubicBezTo>
                    </a:path>
                    <a:path w="21598" h="21600" stroke="0" extrusionOk="0">
                      <a:moveTo>
                        <a:pt x="-1" y="0"/>
                      </a:moveTo>
                      <a:cubicBezTo>
                        <a:pt x="11808" y="0"/>
                        <a:pt x="21428" y="9482"/>
                        <a:pt x="21597" y="21290"/>
                      </a:cubicBezTo>
                      <a:lnTo>
                        <a:pt x="0" y="21600"/>
                      </a:lnTo>
                      <a:lnTo>
                        <a:pt x="-1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63" name="Group 82"/>
            <p:cNvGrpSpPr>
              <a:grpSpLocks/>
            </p:cNvGrpSpPr>
            <p:nvPr/>
          </p:nvGrpSpPr>
          <p:grpSpPr bwMode="auto">
            <a:xfrm>
              <a:off x="3112" y="1423"/>
              <a:ext cx="166" cy="95"/>
              <a:chOff x="3112" y="1423"/>
              <a:chExt cx="166" cy="95"/>
            </a:xfrm>
          </p:grpSpPr>
          <p:grpSp>
            <p:nvGrpSpPr>
              <p:cNvPr id="75" name="Group 83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77"/>
                <a:chOff x="3112" y="1423"/>
                <a:chExt cx="166" cy="77"/>
              </a:xfrm>
            </p:grpSpPr>
            <p:sp>
              <p:nvSpPr>
                <p:cNvPr id="79" name="Arc 84"/>
                <p:cNvSpPr>
                  <a:spLocks/>
                </p:cNvSpPr>
                <p:nvPr/>
              </p:nvSpPr>
              <p:spPr bwMode="auto">
                <a:xfrm>
                  <a:off x="3112" y="1423"/>
                  <a:ext cx="83" cy="77"/>
                </a:xfrm>
                <a:custGeom>
                  <a:avLst/>
                  <a:gdLst>
                    <a:gd name="T0" fmla="*/ 0 w 21600"/>
                    <a:gd name="T1" fmla="*/ 0 h 21720"/>
                    <a:gd name="T2" fmla="*/ 0 w 21600"/>
                    <a:gd name="T3" fmla="*/ 0 h 21720"/>
                    <a:gd name="T4" fmla="*/ 0 w 21600"/>
                    <a:gd name="T5" fmla="*/ 0 h 2172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720" fill="none" extrusionOk="0">
                      <a:moveTo>
                        <a:pt x="21600" y="21720"/>
                      </a:moveTo>
                      <a:cubicBezTo>
                        <a:pt x="9670" y="21720"/>
                        <a:pt x="0" y="12049"/>
                        <a:pt x="0" y="120"/>
                      </a:cubicBezTo>
                      <a:cubicBezTo>
                        <a:pt x="-1" y="80"/>
                        <a:pt x="0" y="40"/>
                        <a:pt x="0" y="0"/>
                      </a:cubicBezTo>
                    </a:path>
                    <a:path w="21600" h="21720" stroke="0" extrusionOk="0">
                      <a:moveTo>
                        <a:pt x="21600" y="21720"/>
                      </a:moveTo>
                      <a:cubicBezTo>
                        <a:pt x="9670" y="21720"/>
                        <a:pt x="0" y="12049"/>
                        <a:pt x="0" y="120"/>
                      </a:cubicBezTo>
                      <a:cubicBezTo>
                        <a:pt x="-1" y="80"/>
                        <a:pt x="0" y="40"/>
                        <a:pt x="0" y="0"/>
                      </a:cubicBezTo>
                      <a:lnTo>
                        <a:pt x="21600" y="120"/>
                      </a:lnTo>
                      <a:lnTo>
                        <a:pt x="21600" y="2172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0" name="Arc 85"/>
                <p:cNvSpPr>
                  <a:spLocks/>
                </p:cNvSpPr>
                <p:nvPr/>
              </p:nvSpPr>
              <p:spPr bwMode="auto">
                <a:xfrm>
                  <a:off x="3195" y="1464"/>
                  <a:ext cx="83" cy="35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21600" y="0"/>
                      </a:moveTo>
                      <a:cubicBezTo>
                        <a:pt x="21600" y="11929"/>
                        <a:pt x="11929" y="21599"/>
                        <a:pt x="0" y="21600"/>
                      </a:cubicBezTo>
                    </a:path>
                    <a:path w="21600" h="21600" stroke="0" extrusionOk="0">
                      <a:moveTo>
                        <a:pt x="21600" y="0"/>
                      </a:moveTo>
                      <a:cubicBezTo>
                        <a:pt x="21600" y="11929"/>
                        <a:pt x="11929" y="21599"/>
                        <a:pt x="0" y="21600"/>
                      </a:cubicBezTo>
                      <a:lnTo>
                        <a:pt x="0" y="0"/>
                      </a:lnTo>
                      <a:lnTo>
                        <a:pt x="2160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76" name="Group 86"/>
              <p:cNvGrpSpPr>
                <a:grpSpLocks/>
              </p:cNvGrpSpPr>
              <p:nvPr/>
            </p:nvGrpSpPr>
            <p:grpSpPr bwMode="auto">
              <a:xfrm>
                <a:off x="3112" y="1441"/>
                <a:ext cx="165" cy="77"/>
                <a:chOff x="3112" y="1441"/>
                <a:chExt cx="165" cy="77"/>
              </a:xfrm>
            </p:grpSpPr>
            <p:sp>
              <p:nvSpPr>
                <p:cNvPr id="77" name="Arc 87"/>
                <p:cNvSpPr>
                  <a:spLocks/>
                </p:cNvSpPr>
                <p:nvPr/>
              </p:nvSpPr>
              <p:spPr bwMode="auto">
                <a:xfrm>
                  <a:off x="3112" y="1441"/>
                  <a:ext cx="83" cy="77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461"/>
                      </a:moveTo>
                      <a:cubicBezTo>
                        <a:pt x="76" y="9586"/>
                        <a:pt x="9724" y="0"/>
                        <a:pt x="21599" y="0"/>
                      </a:cubicBezTo>
                    </a:path>
                    <a:path w="21600" h="21600" stroke="0" extrusionOk="0">
                      <a:moveTo>
                        <a:pt x="0" y="21461"/>
                      </a:moveTo>
                      <a:cubicBezTo>
                        <a:pt x="76" y="9586"/>
                        <a:pt x="9724" y="0"/>
                        <a:pt x="21599" y="0"/>
                      </a:cubicBezTo>
                      <a:lnTo>
                        <a:pt x="21600" y="21600"/>
                      </a:lnTo>
                      <a:lnTo>
                        <a:pt x="0" y="21461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8" name="Arc 88"/>
                <p:cNvSpPr>
                  <a:spLocks/>
                </p:cNvSpPr>
                <p:nvPr/>
              </p:nvSpPr>
              <p:spPr bwMode="auto">
                <a:xfrm>
                  <a:off x="3195" y="1441"/>
                  <a:ext cx="82" cy="29"/>
                </a:xfrm>
                <a:custGeom>
                  <a:avLst/>
                  <a:gdLst>
                    <a:gd name="T0" fmla="*/ 0 w 21598"/>
                    <a:gd name="T1" fmla="*/ 0 h 21600"/>
                    <a:gd name="T2" fmla="*/ 0 w 21598"/>
                    <a:gd name="T3" fmla="*/ 0 h 21600"/>
                    <a:gd name="T4" fmla="*/ 0 w 21598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598" h="21600" fill="none" extrusionOk="0">
                      <a:moveTo>
                        <a:pt x="-1" y="0"/>
                      </a:moveTo>
                      <a:cubicBezTo>
                        <a:pt x="11806" y="0"/>
                        <a:pt x="21424" y="9479"/>
                        <a:pt x="21597" y="21284"/>
                      </a:cubicBezTo>
                    </a:path>
                    <a:path w="21598" h="21600" stroke="0" extrusionOk="0">
                      <a:moveTo>
                        <a:pt x="-1" y="0"/>
                      </a:moveTo>
                      <a:cubicBezTo>
                        <a:pt x="11806" y="0"/>
                        <a:pt x="21424" y="9479"/>
                        <a:pt x="21597" y="21284"/>
                      </a:cubicBezTo>
                      <a:lnTo>
                        <a:pt x="0" y="21600"/>
                      </a:lnTo>
                      <a:lnTo>
                        <a:pt x="-1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64" name="Group 89"/>
            <p:cNvGrpSpPr>
              <a:grpSpLocks/>
            </p:cNvGrpSpPr>
            <p:nvPr/>
          </p:nvGrpSpPr>
          <p:grpSpPr bwMode="auto">
            <a:xfrm>
              <a:off x="3112" y="1341"/>
              <a:ext cx="166" cy="94"/>
              <a:chOff x="3112" y="1341"/>
              <a:chExt cx="166" cy="94"/>
            </a:xfrm>
          </p:grpSpPr>
          <p:grpSp>
            <p:nvGrpSpPr>
              <p:cNvPr id="69" name="Group 90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77"/>
                <a:chOff x="3112" y="1341"/>
                <a:chExt cx="166" cy="77"/>
              </a:xfrm>
            </p:grpSpPr>
            <p:sp>
              <p:nvSpPr>
                <p:cNvPr id="73" name="Arc 91"/>
                <p:cNvSpPr>
                  <a:spLocks/>
                </p:cNvSpPr>
                <p:nvPr/>
              </p:nvSpPr>
              <p:spPr bwMode="auto">
                <a:xfrm>
                  <a:off x="3112" y="1341"/>
                  <a:ext cx="83" cy="77"/>
                </a:xfrm>
                <a:custGeom>
                  <a:avLst/>
                  <a:gdLst>
                    <a:gd name="T0" fmla="*/ 0 w 21600"/>
                    <a:gd name="T1" fmla="*/ 0 h 21739"/>
                    <a:gd name="T2" fmla="*/ 0 w 21600"/>
                    <a:gd name="T3" fmla="*/ 0 h 21739"/>
                    <a:gd name="T4" fmla="*/ 0 w 21600"/>
                    <a:gd name="T5" fmla="*/ 0 h 21739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739" fill="none" extrusionOk="0">
                      <a:moveTo>
                        <a:pt x="21600" y="21739"/>
                      </a:moveTo>
                      <a:cubicBezTo>
                        <a:pt x="9670" y="21739"/>
                        <a:pt x="0" y="12068"/>
                        <a:pt x="0" y="139"/>
                      </a:cubicBezTo>
                      <a:cubicBezTo>
                        <a:pt x="-1" y="92"/>
                        <a:pt x="0" y="46"/>
                        <a:pt x="0" y="0"/>
                      </a:cubicBezTo>
                    </a:path>
                    <a:path w="21600" h="21739" stroke="0" extrusionOk="0">
                      <a:moveTo>
                        <a:pt x="21600" y="21739"/>
                      </a:moveTo>
                      <a:cubicBezTo>
                        <a:pt x="9670" y="21739"/>
                        <a:pt x="0" y="12068"/>
                        <a:pt x="0" y="139"/>
                      </a:cubicBezTo>
                      <a:cubicBezTo>
                        <a:pt x="-1" y="92"/>
                        <a:pt x="0" y="46"/>
                        <a:pt x="0" y="0"/>
                      </a:cubicBezTo>
                      <a:lnTo>
                        <a:pt x="21600" y="139"/>
                      </a:lnTo>
                      <a:lnTo>
                        <a:pt x="21600" y="21739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4" name="Arc 92"/>
                <p:cNvSpPr>
                  <a:spLocks/>
                </p:cNvSpPr>
                <p:nvPr/>
              </p:nvSpPr>
              <p:spPr bwMode="auto">
                <a:xfrm>
                  <a:off x="3195" y="1382"/>
                  <a:ext cx="83" cy="36"/>
                </a:xfrm>
                <a:custGeom>
                  <a:avLst/>
                  <a:gdLst>
                    <a:gd name="T0" fmla="*/ 0 w 21600"/>
                    <a:gd name="T1" fmla="*/ 0 h 21643"/>
                    <a:gd name="T2" fmla="*/ 0 w 21600"/>
                    <a:gd name="T3" fmla="*/ 0 h 21643"/>
                    <a:gd name="T4" fmla="*/ 0 w 21600"/>
                    <a:gd name="T5" fmla="*/ 0 h 21643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43" fill="none" extrusionOk="0">
                      <a:moveTo>
                        <a:pt x="21599" y="0"/>
                      </a:moveTo>
                      <a:cubicBezTo>
                        <a:pt x="21599" y="14"/>
                        <a:pt x="21600" y="28"/>
                        <a:pt x="21600" y="43"/>
                      </a:cubicBezTo>
                      <a:cubicBezTo>
                        <a:pt x="21600" y="11972"/>
                        <a:pt x="11929" y="21642"/>
                        <a:pt x="0" y="21643"/>
                      </a:cubicBezTo>
                    </a:path>
                    <a:path w="21600" h="21643" stroke="0" extrusionOk="0">
                      <a:moveTo>
                        <a:pt x="21599" y="0"/>
                      </a:moveTo>
                      <a:cubicBezTo>
                        <a:pt x="21599" y="14"/>
                        <a:pt x="21600" y="28"/>
                        <a:pt x="21600" y="43"/>
                      </a:cubicBezTo>
                      <a:cubicBezTo>
                        <a:pt x="21600" y="11972"/>
                        <a:pt x="11929" y="21642"/>
                        <a:pt x="0" y="21643"/>
                      </a:cubicBezTo>
                      <a:lnTo>
                        <a:pt x="0" y="43"/>
                      </a:lnTo>
                      <a:lnTo>
                        <a:pt x="21599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70" name="Group 93"/>
              <p:cNvGrpSpPr>
                <a:grpSpLocks/>
              </p:cNvGrpSpPr>
              <p:nvPr/>
            </p:nvGrpSpPr>
            <p:grpSpPr bwMode="auto">
              <a:xfrm>
                <a:off x="3112" y="1358"/>
                <a:ext cx="165" cy="77"/>
                <a:chOff x="3112" y="1358"/>
                <a:chExt cx="165" cy="77"/>
              </a:xfrm>
            </p:grpSpPr>
            <p:sp>
              <p:nvSpPr>
                <p:cNvPr id="71" name="Arc 94"/>
                <p:cNvSpPr>
                  <a:spLocks/>
                </p:cNvSpPr>
                <p:nvPr/>
              </p:nvSpPr>
              <p:spPr bwMode="auto">
                <a:xfrm>
                  <a:off x="3112" y="1358"/>
                  <a:ext cx="83" cy="77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480"/>
                      </a:moveTo>
                      <a:cubicBezTo>
                        <a:pt x="66" y="9597"/>
                        <a:pt x="9717" y="0"/>
                        <a:pt x="21599" y="0"/>
                      </a:cubicBezTo>
                    </a:path>
                    <a:path w="21600" h="21600" stroke="0" extrusionOk="0">
                      <a:moveTo>
                        <a:pt x="0" y="21480"/>
                      </a:moveTo>
                      <a:cubicBezTo>
                        <a:pt x="66" y="9597"/>
                        <a:pt x="9717" y="0"/>
                        <a:pt x="21599" y="0"/>
                      </a:cubicBezTo>
                      <a:lnTo>
                        <a:pt x="21600" y="21600"/>
                      </a:lnTo>
                      <a:lnTo>
                        <a:pt x="0" y="2148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2" name="Arc 95"/>
                <p:cNvSpPr>
                  <a:spLocks/>
                </p:cNvSpPr>
                <p:nvPr/>
              </p:nvSpPr>
              <p:spPr bwMode="auto">
                <a:xfrm>
                  <a:off x="3195" y="1358"/>
                  <a:ext cx="82" cy="30"/>
                </a:xfrm>
                <a:custGeom>
                  <a:avLst/>
                  <a:gdLst>
                    <a:gd name="T0" fmla="*/ 0 w 21597"/>
                    <a:gd name="T1" fmla="*/ 0 h 21600"/>
                    <a:gd name="T2" fmla="*/ 0 w 21597"/>
                    <a:gd name="T3" fmla="*/ 0 h 21600"/>
                    <a:gd name="T4" fmla="*/ 0 w 2159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597" h="21600" fill="none" extrusionOk="0">
                      <a:moveTo>
                        <a:pt x="-1" y="0"/>
                      </a:moveTo>
                      <a:cubicBezTo>
                        <a:pt x="11788" y="0"/>
                        <a:pt x="21399" y="9451"/>
                        <a:pt x="21596" y="21238"/>
                      </a:cubicBezTo>
                    </a:path>
                    <a:path w="21597" h="21600" stroke="0" extrusionOk="0">
                      <a:moveTo>
                        <a:pt x="-1" y="0"/>
                      </a:moveTo>
                      <a:cubicBezTo>
                        <a:pt x="11788" y="0"/>
                        <a:pt x="21399" y="9451"/>
                        <a:pt x="21596" y="21238"/>
                      </a:cubicBezTo>
                      <a:lnTo>
                        <a:pt x="0" y="21600"/>
                      </a:lnTo>
                      <a:lnTo>
                        <a:pt x="-1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65" name="Arc 96"/>
            <p:cNvSpPr>
              <a:spLocks/>
            </p:cNvSpPr>
            <p:nvPr/>
          </p:nvSpPr>
          <p:spPr bwMode="auto">
            <a:xfrm>
              <a:off x="3112" y="1275"/>
              <a:ext cx="83" cy="7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480"/>
                  </a:moveTo>
                  <a:cubicBezTo>
                    <a:pt x="66" y="9597"/>
                    <a:pt x="9717" y="0"/>
                    <a:pt x="21599" y="0"/>
                  </a:cubicBezTo>
                </a:path>
                <a:path w="21600" h="21600" stroke="0" extrusionOk="0">
                  <a:moveTo>
                    <a:pt x="0" y="21480"/>
                  </a:moveTo>
                  <a:cubicBezTo>
                    <a:pt x="66" y="9597"/>
                    <a:pt x="9717" y="0"/>
                    <a:pt x="21599" y="0"/>
                  </a:cubicBezTo>
                  <a:lnTo>
                    <a:pt x="21600" y="21600"/>
                  </a:lnTo>
                  <a:lnTo>
                    <a:pt x="0" y="21480"/>
                  </a:lnTo>
                  <a:close/>
                </a:path>
              </a:pathLst>
            </a:cu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Arc 97"/>
            <p:cNvSpPr>
              <a:spLocks/>
            </p:cNvSpPr>
            <p:nvPr/>
          </p:nvSpPr>
          <p:spPr bwMode="auto">
            <a:xfrm>
              <a:off x="3112" y="1848"/>
              <a:ext cx="83" cy="77"/>
            </a:xfrm>
            <a:custGeom>
              <a:avLst/>
              <a:gdLst>
                <a:gd name="T0" fmla="*/ 0 w 21600"/>
                <a:gd name="T1" fmla="*/ 0 h 21739"/>
                <a:gd name="T2" fmla="*/ 0 w 21600"/>
                <a:gd name="T3" fmla="*/ 0 h 21739"/>
                <a:gd name="T4" fmla="*/ 0 w 21600"/>
                <a:gd name="T5" fmla="*/ 0 h 21739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39" fill="none" extrusionOk="0">
                  <a:moveTo>
                    <a:pt x="21600" y="21739"/>
                  </a:moveTo>
                  <a:cubicBezTo>
                    <a:pt x="9670" y="21739"/>
                    <a:pt x="0" y="12068"/>
                    <a:pt x="0" y="139"/>
                  </a:cubicBezTo>
                  <a:cubicBezTo>
                    <a:pt x="-1" y="92"/>
                    <a:pt x="0" y="46"/>
                    <a:pt x="0" y="0"/>
                  </a:cubicBezTo>
                </a:path>
                <a:path w="21600" h="21739" stroke="0" extrusionOk="0">
                  <a:moveTo>
                    <a:pt x="21600" y="21739"/>
                  </a:moveTo>
                  <a:cubicBezTo>
                    <a:pt x="9670" y="21739"/>
                    <a:pt x="0" y="12068"/>
                    <a:pt x="0" y="139"/>
                  </a:cubicBezTo>
                  <a:cubicBezTo>
                    <a:pt x="-1" y="92"/>
                    <a:pt x="0" y="46"/>
                    <a:pt x="0" y="0"/>
                  </a:cubicBezTo>
                  <a:lnTo>
                    <a:pt x="21600" y="139"/>
                  </a:lnTo>
                  <a:lnTo>
                    <a:pt x="21600" y="21739"/>
                  </a:lnTo>
                  <a:close/>
                </a:path>
              </a:pathLst>
            </a:cu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98"/>
            <p:cNvSpPr>
              <a:spLocks noChangeShapeType="1"/>
            </p:cNvSpPr>
            <p:nvPr/>
          </p:nvSpPr>
          <p:spPr bwMode="auto">
            <a:xfrm flipV="1">
              <a:off x="3195" y="1204"/>
              <a:ext cx="1" cy="7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99"/>
            <p:cNvSpPr>
              <a:spLocks noChangeShapeType="1"/>
            </p:cNvSpPr>
            <p:nvPr/>
          </p:nvSpPr>
          <p:spPr bwMode="auto">
            <a:xfrm flipV="1">
              <a:off x="3195" y="1924"/>
              <a:ext cx="1" cy="59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5" name="Line 100"/>
          <p:cNvSpPr>
            <a:spLocks noChangeShapeType="1"/>
          </p:cNvSpPr>
          <p:nvPr/>
        </p:nvSpPr>
        <p:spPr bwMode="auto">
          <a:xfrm>
            <a:off x="6821952" y="2227853"/>
            <a:ext cx="1588" cy="10683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6" name="Line 101"/>
          <p:cNvSpPr>
            <a:spLocks noChangeShapeType="1"/>
          </p:cNvSpPr>
          <p:nvPr/>
        </p:nvSpPr>
        <p:spPr bwMode="auto">
          <a:xfrm flipV="1">
            <a:off x="5640852" y="2040528"/>
            <a:ext cx="1588" cy="169862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7" name="Line 102"/>
          <p:cNvSpPr>
            <a:spLocks noChangeShapeType="1"/>
          </p:cNvSpPr>
          <p:nvPr/>
        </p:nvSpPr>
        <p:spPr bwMode="auto">
          <a:xfrm flipV="1">
            <a:off x="7121990" y="3332753"/>
            <a:ext cx="1587" cy="169862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8" name="Line 103"/>
          <p:cNvSpPr>
            <a:spLocks noChangeShapeType="1"/>
          </p:cNvSpPr>
          <p:nvPr/>
        </p:nvSpPr>
        <p:spPr bwMode="auto">
          <a:xfrm flipV="1">
            <a:off x="5640852" y="3639140"/>
            <a:ext cx="1588" cy="16827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9" name="Oval 104"/>
          <p:cNvSpPr>
            <a:spLocks noChangeArrowheads="1"/>
          </p:cNvSpPr>
          <p:nvPr/>
        </p:nvSpPr>
        <p:spPr bwMode="auto">
          <a:xfrm>
            <a:off x="3954927" y="3296240"/>
            <a:ext cx="411163" cy="411163"/>
          </a:xfrm>
          <a:prstGeom prst="ellips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10" name="Group 105"/>
          <p:cNvGrpSpPr>
            <a:grpSpLocks/>
          </p:cNvGrpSpPr>
          <p:nvPr/>
        </p:nvGrpSpPr>
        <p:grpSpPr bwMode="auto">
          <a:xfrm>
            <a:off x="3672352" y="3296240"/>
            <a:ext cx="131763" cy="411163"/>
            <a:chOff x="1022" y="1936"/>
            <a:chExt cx="83" cy="259"/>
          </a:xfrm>
        </p:grpSpPr>
        <p:sp>
          <p:nvSpPr>
            <p:cNvPr id="111" name="Freeform 106"/>
            <p:cNvSpPr>
              <a:spLocks/>
            </p:cNvSpPr>
            <p:nvPr/>
          </p:nvSpPr>
          <p:spPr bwMode="auto">
            <a:xfrm>
              <a:off x="1022" y="1936"/>
              <a:ext cx="83" cy="165"/>
            </a:xfrm>
            <a:custGeom>
              <a:avLst/>
              <a:gdLst>
                <a:gd name="T0" fmla="*/ 36 w 83"/>
                <a:gd name="T1" fmla="*/ 0 h 165"/>
                <a:gd name="T2" fmla="*/ 83 w 83"/>
                <a:gd name="T3" fmla="*/ 165 h 165"/>
                <a:gd name="T4" fmla="*/ 36 w 83"/>
                <a:gd name="T5" fmla="*/ 165 h 165"/>
                <a:gd name="T6" fmla="*/ 0 w 83"/>
                <a:gd name="T7" fmla="*/ 165 h 165"/>
                <a:gd name="T8" fmla="*/ 36 w 83"/>
                <a:gd name="T9" fmla="*/ 0 h 16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3" h="165">
                  <a:moveTo>
                    <a:pt x="36" y="0"/>
                  </a:moveTo>
                  <a:lnTo>
                    <a:pt x="83" y="165"/>
                  </a:lnTo>
                  <a:lnTo>
                    <a:pt x="36" y="165"/>
                  </a:lnTo>
                  <a:lnTo>
                    <a:pt x="0" y="165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7"/>
            <p:cNvSpPr>
              <a:spLocks noChangeShapeType="1"/>
            </p:cNvSpPr>
            <p:nvPr/>
          </p:nvSpPr>
          <p:spPr bwMode="auto">
            <a:xfrm>
              <a:off x="1058" y="2101"/>
              <a:ext cx="1" cy="94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3" name="Rectangle 108"/>
          <p:cNvSpPr>
            <a:spLocks noChangeArrowheads="1"/>
          </p:cNvSpPr>
          <p:nvPr/>
        </p:nvSpPr>
        <p:spPr bwMode="auto">
          <a:xfrm>
            <a:off x="3448515" y="3332753"/>
            <a:ext cx="1524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4" name="Line 109"/>
          <p:cNvSpPr>
            <a:spLocks noChangeShapeType="1"/>
          </p:cNvSpPr>
          <p:nvPr/>
        </p:nvSpPr>
        <p:spPr bwMode="auto">
          <a:xfrm flipH="1">
            <a:off x="5386852" y="3816940"/>
            <a:ext cx="263525" cy="261938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15" name="Group 110"/>
          <p:cNvGrpSpPr>
            <a:grpSpLocks/>
          </p:cNvGrpSpPr>
          <p:nvPr/>
        </p:nvGrpSpPr>
        <p:grpSpPr bwMode="auto">
          <a:xfrm>
            <a:off x="5424952" y="4396378"/>
            <a:ext cx="336550" cy="280987"/>
            <a:chOff x="2144" y="2419"/>
            <a:chExt cx="212" cy="177"/>
          </a:xfrm>
        </p:grpSpPr>
        <p:sp>
          <p:nvSpPr>
            <p:cNvPr id="116" name="Freeform 111"/>
            <p:cNvSpPr>
              <a:spLocks/>
            </p:cNvSpPr>
            <p:nvPr/>
          </p:nvSpPr>
          <p:spPr bwMode="auto">
            <a:xfrm>
              <a:off x="2167" y="2431"/>
              <a:ext cx="189" cy="165"/>
            </a:xfrm>
            <a:custGeom>
              <a:avLst/>
              <a:gdLst>
                <a:gd name="T0" fmla="*/ 189 w 189"/>
                <a:gd name="T1" fmla="*/ 165 h 165"/>
                <a:gd name="T2" fmla="*/ 0 w 189"/>
                <a:gd name="T3" fmla="*/ 71 h 165"/>
                <a:gd name="T4" fmla="*/ 36 w 189"/>
                <a:gd name="T5" fmla="*/ 36 h 165"/>
                <a:gd name="T6" fmla="*/ 71 w 189"/>
                <a:gd name="T7" fmla="*/ 0 h 165"/>
                <a:gd name="T8" fmla="*/ 189 w 189"/>
                <a:gd name="T9" fmla="*/ 165 h 16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9" h="165">
                  <a:moveTo>
                    <a:pt x="189" y="165"/>
                  </a:moveTo>
                  <a:lnTo>
                    <a:pt x="0" y="71"/>
                  </a:lnTo>
                  <a:lnTo>
                    <a:pt x="36" y="36"/>
                  </a:lnTo>
                  <a:lnTo>
                    <a:pt x="71" y="0"/>
                  </a:lnTo>
                  <a:lnTo>
                    <a:pt x="189" y="165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12"/>
            <p:cNvSpPr>
              <a:spLocks noChangeShapeType="1"/>
            </p:cNvSpPr>
            <p:nvPr/>
          </p:nvSpPr>
          <p:spPr bwMode="auto">
            <a:xfrm flipH="1" flipV="1">
              <a:off x="2144" y="2419"/>
              <a:ext cx="59" cy="4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8" name="Line 113"/>
          <p:cNvSpPr>
            <a:spLocks noChangeShapeType="1"/>
          </p:cNvSpPr>
          <p:nvPr/>
        </p:nvSpPr>
        <p:spPr bwMode="auto">
          <a:xfrm>
            <a:off x="5405902" y="3835990"/>
            <a:ext cx="1588" cy="860425"/>
          </a:xfrm>
          <a:prstGeom prst="line">
            <a:avLst/>
          </a:prstGeom>
          <a:noFill/>
          <a:ln w="746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9" name="Line 114"/>
          <p:cNvSpPr>
            <a:spLocks noChangeShapeType="1"/>
          </p:cNvSpPr>
          <p:nvPr/>
        </p:nvSpPr>
        <p:spPr bwMode="auto">
          <a:xfrm>
            <a:off x="7139452" y="3502615"/>
            <a:ext cx="3354388" cy="317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0" name="Line 115"/>
          <p:cNvSpPr>
            <a:spLocks noChangeShapeType="1"/>
          </p:cNvSpPr>
          <p:nvPr/>
        </p:nvSpPr>
        <p:spPr bwMode="auto">
          <a:xfrm>
            <a:off x="4159715" y="2023065"/>
            <a:ext cx="1587" cy="127317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1" name="Line 116"/>
          <p:cNvSpPr>
            <a:spLocks noChangeShapeType="1"/>
          </p:cNvSpPr>
          <p:nvPr/>
        </p:nvSpPr>
        <p:spPr bwMode="auto">
          <a:xfrm>
            <a:off x="5755152" y="4629740"/>
            <a:ext cx="0" cy="25717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2" name="Line 117"/>
          <p:cNvSpPr>
            <a:spLocks noChangeShapeType="1"/>
          </p:cNvSpPr>
          <p:nvPr/>
        </p:nvSpPr>
        <p:spPr bwMode="auto">
          <a:xfrm>
            <a:off x="4853452" y="4266203"/>
            <a:ext cx="525463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23" name="Group 118"/>
          <p:cNvGrpSpPr>
            <a:grpSpLocks/>
          </p:cNvGrpSpPr>
          <p:nvPr/>
        </p:nvGrpSpPr>
        <p:grpSpPr bwMode="auto">
          <a:xfrm>
            <a:off x="4928065" y="3909015"/>
            <a:ext cx="384175" cy="293688"/>
            <a:chOff x="1813" y="2112"/>
            <a:chExt cx="242" cy="185"/>
          </a:xfrm>
        </p:grpSpPr>
        <p:sp>
          <p:nvSpPr>
            <p:cNvPr id="124" name="Rectangle 119"/>
            <p:cNvSpPr>
              <a:spLocks noChangeArrowheads="1"/>
            </p:cNvSpPr>
            <p:nvPr/>
          </p:nvSpPr>
          <p:spPr bwMode="auto">
            <a:xfrm>
              <a:off x="1813" y="2112"/>
              <a:ext cx="9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25" name="Rectangle 120"/>
            <p:cNvSpPr>
              <a:spLocks noChangeArrowheads="1"/>
            </p:cNvSpPr>
            <p:nvPr/>
          </p:nvSpPr>
          <p:spPr bwMode="auto">
            <a:xfrm>
              <a:off x="1931" y="2124"/>
              <a:ext cx="124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,T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126" name="Oval 121"/>
          <p:cNvSpPr>
            <a:spLocks noChangeArrowheads="1"/>
          </p:cNvSpPr>
          <p:nvPr/>
        </p:nvSpPr>
        <p:spPr bwMode="auto">
          <a:xfrm>
            <a:off x="5388440" y="2477090"/>
            <a:ext cx="111125" cy="112713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7" name="Oval 122"/>
          <p:cNvSpPr>
            <a:spLocks noChangeArrowheads="1"/>
          </p:cNvSpPr>
          <p:nvPr/>
        </p:nvSpPr>
        <p:spPr bwMode="auto">
          <a:xfrm>
            <a:off x="7206127" y="2181815"/>
            <a:ext cx="111125" cy="112713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28" name="Group 123"/>
          <p:cNvGrpSpPr>
            <a:grpSpLocks/>
          </p:cNvGrpSpPr>
          <p:nvPr/>
        </p:nvGrpSpPr>
        <p:grpSpPr bwMode="auto">
          <a:xfrm>
            <a:off x="7923677" y="1684928"/>
            <a:ext cx="431800" cy="655637"/>
            <a:chOff x="3478" y="921"/>
            <a:chExt cx="272" cy="413"/>
          </a:xfrm>
        </p:grpSpPr>
        <p:sp>
          <p:nvSpPr>
            <p:cNvPr id="129" name="Line 124"/>
            <p:cNvSpPr>
              <a:spLocks noChangeShapeType="1"/>
            </p:cNvSpPr>
            <p:nvPr/>
          </p:nvSpPr>
          <p:spPr bwMode="auto">
            <a:xfrm flipV="1">
              <a:off x="3749" y="921"/>
              <a:ext cx="1" cy="413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Line 125"/>
            <p:cNvSpPr>
              <a:spLocks noChangeShapeType="1"/>
            </p:cNvSpPr>
            <p:nvPr/>
          </p:nvSpPr>
          <p:spPr bwMode="auto">
            <a:xfrm flipH="1">
              <a:off x="3478" y="1134"/>
              <a:ext cx="271" cy="20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1" name="Line 126"/>
            <p:cNvSpPr>
              <a:spLocks noChangeShapeType="1"/>
            </p:cNvSpPr>
            <p:nvPr/>
          </p:nvSpPr>
          <p:spPr bwMode="auto">
            <a:xfrm flipV="1">
              <a:off x="3478" y="921"/>
              <a:ext cx="1" cy="4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2" name="Line 127"/>
            <p:cNvSpPr>
              <a:spLocks noChangeShapeType="1"/>
            </p:cNvSpPr>
            <p:nvPr/>
          </p:nvSpPr>
          <p:spPr bwMode="auto">
            <a:xfrm>
              <a:off x="3478" y="921"/>
              <a:ext cx="271" cy="2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3" name="Line 128"/>
          <p:cNvSpPr>
            <a:spLocks noChangeShapeType="1"/>
          </p:cNvSpPr>
          <p:nvPr/>
        </p:nvSpPr>
        <p:spPr bwMode="auto">
          <a:xfrm>
            <a:off x="7110877" y="2013540"/>
            <a:ext cx="812800" cy="20638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4" name="Line 129"/>
          <p:cNvSpPr>
            <a:spLocks noChangeShapeType="1"/>
          </p:cNvSpPr>
          <p:nvPr/>
        </p:nvSpPr>
        <p:spPr bwMode="auto">
          <a:xfrm>
            <a:off x="8372940" y="2023065"/>
            <a:ext cx="654050" cy="1588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35" name="Group 130"/>
          <p:cNvGrpSpPr>
            <a:grpSpLocks/>
          </p:cNvGrpSpPr>
          <p:nvPr/>
        </p:nvGrpSpPr>
        <p:grpSpPr bwMode="auto">
          <a:xfrm>
            <a:off x="10314452" y="2154828"/>
            <a:ext cx="130175" cy="1273175"/>
            <a:chOff x="4576" y="1193"/>
            <a:chExt cx="82" cy="802"/>
          </a:xfrm>
        </p:grpSpPr>
        <p:sp>
          <p:nvSpPr>
            <p:cNvPr id="136" name="Freeform 131"/>
            <p:cNvSpPr>
              <a:spLocks/>
            </p:cNvSpPr>
            <p:nvPr/>
          </p:nvSpPr>
          <p:spPr bwMode="auto">
            <a:xfrm>
              <a:off x="4576" y="1193"/>
              <a:ext cx="82" cy="165"/>
            </a:xfrm>
            <a:custGeom>
              <a:avLst/>
              <a:gdLst>
                <a:gd name="T0" fmla="*/ 47 w 82"/>
                <a:gd name="T1" fmla="*/ 0 h 165"/>
                <a:gd name="T2" fmla="*/ 82 w 82"/>
                <a:gd name="T3" fmla="*/ 165 h 165"/>
                <a:gd name="T4" fmla="*/ 47 w 82"/>
                <a:gd name="T5" fmla="*/ 165 h 165"/>
                <a:gd name="T6" fmla="*/ 0 w 82"/>
                <a:gd name="T7" fmla="*/ 165 h 165"/>
                <a:gd name="T8" fmla="*/ 47 w 82"/>
                <a:gd name="T9" fmla="*/ 0 h 16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2" h="165">
                  <a:moveTo>
                    <a:pt x="47" y="0"/>
                  </a:moveTo>
                  <a:lnTo>
                    <a:pt x="82" y="165"/>
                  </a:lnTo>
                  <a:lnTo>
                    <a:pt x="47" y="165"/>
                  </a:lnTo>
                  <a:lnTo>
                    <a:pt x="0" y="165"/>
                  </a:lnTo>
                  <a:lnTo>
                    <a:pt x="47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7" name="Line 132"/>
            <p:cNvSpPr>
              <a:spLocks noChangeShapeType="1"/>
            </p:cNvSpPr>
            <p:nvPr/>
          </p:nvSpPr>
          <p:spPr bwMode="auto">
            <a:xfrm>
              <a:off x="4623" y="1358"/>
              <a:ext cx="1" cy="63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8" name="Group 133"/>
          <p:cNvGrpSpPr>
            <a:grpSpLocks/>
          </p:cNvGrpSpPr>
          <p:nvPr/>
        </p:nvGrpSpPr>
        <p:grpSpPr bwMode="auto">
          <a:xfrm>
            <a:off x="10501777" y="2612028"/>
            <a:ext cx="280988" cy="377825"/>
            <a:chOff x="4682" y="1523"/>
            <a:chExt cx="177" cy="238"/>
          </a:xfrm>
        </p:grpSpPr>
        <p:sp>
          <p:nvSpPr>
            <p:cNvPr id="139" name="Rectangle 134"/>
            <p:cNvSpPr>
              <a:spLocks noChangeArrowheads="1"/>
            </p:cNvSpPr>
            <p:nvPr/>
          </p:nvSpPr>
          <p:spPr bwMode="auto">
            <a:xfrm>
              <a:off x="4682" y="1523"/>
              <a:ext cx="121" cy="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0" name="Rectangle 135"/>
            <p:cNvSpPr>
              <a:spLocks noChangeArrowheads="1"/>
            </p:cNvSpPr>
            <p:nvPr/>
          </p:nvSpPr>
          <p:spPr bwMode="auto">
            <a:xfrm>
              <a:off x="4812" y="1617"/>
              <a:ext cx="47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141" name="Rectangle 136"/>
          <p:cNvSpPr>
            <a:spLocks noChangeArrowheads="1"/>
          </p:cNvSpPr>
          <p:nvPr/>
        </p:nvSpPr>
        <p:spPr bwMode="auto">
          <a:xfrm>
            <a:off x="5285252" y="2748553"/>
            <a:ext cx="1143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0000"/>
                </a:solidFill>
                <a:latin typeface="Times" panose="02020603050405020304" pitchFamily="18" charset="0"/>
              </a:rPr>
              <a:t>n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2" name="Rectangle 137"/>
          <p:cNvSpPr>
            <a:spLocks noChangeArrowheads="1"/>
          </p:cNvSpPr>
          <p:nvPr/>
        </p:nvSpPr>
        <p:spPr bwMode="auto">
          <a:xfrm>
            <a:off x="5396377" y="2880315"/>
            <a:ext cx="82550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3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3" name="Rectangle 138"/>
          <p:cNvSpPr>
            <a:spLocks noChangeArrowheads="1"/>
          </p:cNvSpPr>
          <p:nvPr/>
        </p:nvSpPr>
        <p:spPr bwMode="auto">
          <a:xfrm>
            <a:off x="7326777" y="2321515"/>
            <a:ext cx="1143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0000"/>
                </a:solidFill>
                <a:latin typeface="Times" panose="02020603050405020304" pitchFamily="18" charset="0"/>
              </a:rPr>
              <a:t>n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4" name="Rectangle 139"/>
          <p:cNvSpPr>
            <a:spLocks noChangeArrowheads="1"/>
          </p:cNvSpPr>
          <p:nvPr/>
        </p:nvSpPr>
        <p:spPr bwMode="auto">
          <a:xfrm>
            <a:off x="7439490" y="2453278"/>
            <a:ext cx="8255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3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45" name="Group 140"/>
          <p:cNvGrpSpPr>
            <a:grpSpLocks/>
          </p:cNvGrpSpPr>
          <p:nvPr/>
        </p:nvGrpSpPr>
        <p:grpSpPr bwMode="auto">
          <a:xfrm>
            <a:off x="6259977" y="2134190"/>
            <a:ext cx="263525" cy="1236663"/>
            <a:chOff x="2652" y="1204"/>
            <a:chExt cx="166" cy="779"/>
          </a:xfrm>
        </p:grpSpPr>
        <p:grpSp>
          <p:nvGrpSpPr>
            <p:cNvPr id="146" name="Group 141"/>
            <p:cNvGrpSpPr>
              <a:grpSpLocks/>
            </p:cNvGrpSpPr>
            <p:nvPr/>
          </p:nvGrpSpPr>
          <p:grpSpPr bwMode="auto">
            <a:xfrm>
              <a:off x="2652" y="1753"/>
              <a:ext cx="166" cy="95"/>
              <a:chOff x="2652" y="1753"/>
              <a:chExt cx="166" cy="95"/>
            </a:xfrm>
          </p:grpSpPr>
          <p:grpSp>
            <p:nvGrpSpPr>
              <p:cNvPr id="186" name="Group 142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77"/>
                <a:chOff x="2652" y="1753"/>
                <a:chExt cx="166" cy="77"/>
              </a:xfrm>
            </p:grpSpPr>
            <p:sp>
              <p:nvSpPr>
                <p:cNvPr id="190" name="Arc 143"/>
                <p:cNvSpPr>
                  <a:spLocks/>
                </p:cNvSpPr>
                <p:nvPr/>
              </p:nvSpPr>
              <p:spPr bwMode="auto">
                <a:xfrm>
                  <a:off x="2735" y="1753"/>
                  <a:ext cx="83" cy="77"/>
                </a:xfrm>
                <a:custGeom>
                  <a:avLst/>
                  <a:gdLst>
                    <a:gd name="T0" fmla="*/ 0 w 21619"/>
                    <a:gd name="T1" fmla="*/ 0 h 21720"/>
                    <a:gd name="T2" fmla="*/ 0 w 21619"/>
                    <a:gd name="T3" fmla="*/ 0 h 21720"/>
                    <a:gd name="T4" fmla="*/ 0 w 21619"/>
                    <a:gd name="T5" fmla="*/ 0 h 2172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19" h="21720" fill="none" extrusionOk="0">
                      <a:moveTo>
                        <a:pt x="21618" y="0"/>
                      </a:moveTo>
                      <a:cubicBezTo>
                        <a:pt x="21618" y="40"/>
                        <a:pt x="21619" y="80"/>
                        <a:pt x="21619" y="120"/>
                      </a:cubicBezTo>
                      <a:cubicBezTo>
                        <a:pt x="21619" y="12049"/>
                        <a:pt x="11948" y="21720"/>
                        <a:pt x="19" y="21720"/>
                      </a:cubicBezTo>
                      <a:cubicBezTo>
                        <a:pt x="12" y="21720"/>
                        <a:pt x="6" y="21719"/>
                        <a:pt x="0" y="21719"/>
                      </a:cubicBezTo>
                    </a:path>
                    <a:path w="21619" h="21720" stroke="0" extrusionOk="0">
                      <a:moveTo>
                        <a:pt x="21618" y="0"/>
                      </a:moveTo>
                      <a:cubicBezTo>
                        <a:pt x="21618" y="40"/>
                        <a:pt x="21619" y="80"/>
                        <a:pt x="21619" y="120"/>
                      </a:cubicBezTo>
                      <a:cubicBezTo>
                        <a:pt x="21619" y="12049"/>
                        <a:pt x="11948" y="21720"/>
                        <a:pt x="19" y="21720"/>
                      </a:cubicBezTo>
                      <a:cubicBezTo>
                        <a:pt x="12" y="21720"/>
                        <a:pt x="6" y="21719"/>
                        <a:pt x="0" y="21719"/>
                      </a:cubicBezTo>
                      <a:lnTo>
                        <a:pt x="19" y="120"/>
                      </a:lnTo>
                      <a:lnTo>
                        <a:pt x="21618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91" name="Arc 144"/>
                <p:cNvSpPr>
                  <a:spLocks/>
                </p:cNvSpPr>
                <p:nvPr/>
              </p:nvSpPr>
              <p:spPr bwMode="auto">
                <a:xfrm>
                  <a:off x="2652" y="1800"/>
                  <a:ext cx="83" cy="29"/>
                </a:xfrm>
                <a:custGeom>
                  <a:avLst/>
                  <a:gdLst>
                    <a:gd name="T0" fmla="*/ 0 w 21600"/>
                    <a:gd name="T1" fmla="*/ 0 h 21915"/>
                    <a:gd name="T2" fmla="*/ 0 w 21600"/>
                    <a:gd name="T3" fmla="*/ 0 h 21915"/>
                    <a:gd name="T4" fmla="*/ 0 w 21600"/>
                    <a:gd name="T5" fmla="*/ 0 h 21915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15" fill="none" extrusionOk="0">
                      <a:moveTo>
                        <a:pt x="21585" y="21914"/>
                      </a:moveTo>
                      <a:cubicBezTo>
                        <a:pt x="9661" y="21906"/>
                        <a:pt x="0" y="12238"/>
                        <a:pt x="0" y="315"/>
                      </a:cubicBezTo>
                      <a:cubicBezTo>
                        <a:pt x="-1" y="209"/>
                        <a:pt x="0" y="104"/>
                        <a:pt x="2" y="0"/>
                      </a:cubicBezTo>
                    </a:path>
                    <a:path w="21600" h="21915" stroke="0" extrusionOk="0">
                      <a:moveTo>
                        <a:pt x="21585" y="21914"/>
                      </a:moveTo>
                      <a:cubicBezTo>
                        <a:pt x="9661" y="21906"/>
                        <a:pt x="0" y="12238"/>
                        <a:pt x="0" y="315"/>
                      </a:cubicBezTo>
                      <a:cubicBezTo>
                        <a:pt x="-1" y="209"/>
                        <a:pt x="0" y="104"/>
                        <a:pt x="2" y="0"/>
                      </a:cubicBezTo>
                      <a:lnTo>
                        <a:pt x="21600" y="315"/>
                      </a:lnTo>
                      <a:lnTo>
                        <a:pt x="21585" y="21914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87" name="Group 145"/>
              <p:cNvGrpSpPr>
                <a:grpSpLocks/>
              </p:cNvGrpSpPr>
              <p:nvPr/>
            </p:nvGrpSpPr>
            <p:grpSpPr bwMode="auto">
              <a:xfrm>
                <a:off x="2652" y="1771"/>
                <a:ext cx="166" cy="77"/>
                <a:chOff x="2652" y="1771"/>
                <a:chExt cx="166" cy="77"/>
              </a:xfrm>
            </p:grpSpPr>
            <p:sp>
              <p:nvSpPr>
                <p:cNvPr id="188" name="Arc 146"/>
                <p:cNvSpPr>
                  <a:spLocks/>
                </p:cNvSpPr>
                <p:nvPr/>
              </p:nvSpPr>
              <p:spPr bwMode="auto">
                <a:xfrm>
                  <a:off x="2735" y="1771"/>
                  <a:ext cx="83" cy="77"/>
                </a:xfrm>
                <a:custGeom>
                  <a:avLst/>
                  <a:gdLst>
                    <a:gd name="T0" fmla="*/ 0 w 21618"/>
                    <a:gd name="T1" fmla="*/ 0 h 21600"/>
                    <a:gd name="T2" fmla="*/ 0 w 21618"/>
                    <a:gd name="T3" fmla="*/ 0 h 21600"/>
                    <a:gd name="T4" fmla="*/ 0 w 21618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18" h="21600" fill="none" extrusionOk="0">
                      <a:moveTo>
                        <a:pt x="0" y="0"/>
                      </a:moveTo>
                      <a:cubicBezTo>
                        <a:pt x="6" y="0"/>
                        <a:pt x="12" y="-1"/>
                        <a:pt x="18" y="0"/>
                      </a:cubicBezTo>
                      <a:cubicBezTo>
                        <a:pt x="11892" y="0"/>
                        <a:pt x="21540" y="9585"/>
                        <a:pt x="21617" y="21460"/>
                      </a:cubicBezTo>
                    </a:path>
                    <a:path w="21618" h="21600" stroke="0" extrusionOk="0">
                      <a:moveTo>
                        <a:pt x="0" y="0"/>
                      </a:moveTo>
                      <a:cubicBezTo>
                        <a:pt x="6" y="0"/>
                        <a:pt x="12" y="-1"/>
                        <a:pt x="18" y="0"/>
                      </a:cubicBezTo>
                      <a:cubicBezTo>
                        <a:pt x="11892" y="0"/>
                        <a:pt x="21540" y="9585"/>
                        <a:pt x="21617" y="21460"/>
                      </a:cubicBezTo>
                      <a:lnTo>
                        <a:pt x="18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89" name="Arc 147"/>
                <p:cNvSpPr>
                  <a:spLocks/>
                </p:cNvSpPr>
                <p:nvPr/>
              </p:nvSpPr>
              <p:spPr bwMode="auto">
                <a:xfrm>
                  <a:off x="2652" y="1771"/>
                  <a:ext cx="83" cy="35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600"/>
                      </a:moveTo>
                      <a:cubicBezTo>
                        <a:pt x="0" y="9676"/>
                        <a:pt x="9660" y="8"/>
                        <a:pt x="21584" y="0"/>
                      </a:cubicBezTo>
                    </a:path>
                    <a:path w="21600" h="21600" stroke="0" extrusionOk="0">
                      <a:moveTo>
                        <a:pt x="0" y="21600"/>
                      </a:moveTo>
                      <a:cubicBezTo>
                        <a:pt x="0" y="9676"/>
                        <a:pt x="9660" y="8"/>
                        <a:pt x="21584" y="0"/>
                      </a:cubicBezTo>
                      <a:lnTo>
                        <a:pt x="21600" y="21600"/>
                      </a:lnTo>
                      <a:lnTo>
                        <a:pt x="0" y="2160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47" name="Group 148"/>
            <p:cNvGrpSpPr>
              <a:grpSpLocks/>
            </p:cNvGrpSpPr>
            <p:nvPr/>
          </p:nvGrpSpPr>
          <p:grpSpPr bwMode="auto">
            <a:xfrm>
              <a:off x="2652" y="1671"/>
              <a:ext cx="166" cy="94"/>
              <a:chOff x="2652" y="1671"/>
              <a:chExt cx="166" cy="94"/>
            </a:xfrm>
          </p:grpSpPr>
          <p:grpSp>
            <p:nvGrpSpPr>
              <p:cNvPr id="180" name="Group 149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77"/>
                <a:chOff x="2652" y="1671"/>
                <a:chExt cx="166" cy="77"/>
              </a:xfrm>
            </p:grpSpPr>
            <p:sp>
              <p:nvSpPr>
                <p:cNvPr id="184" name="Arc 150"/>
                <p:cNvSpPr>
                  <a:spLocks/>
                </p:cNvSpPr>
                <p:nvPr/>
              </p:nvSpPr>
              <p:spPr bwMode="auto">
                <a:xfrm>
                  <a:off x="2735" y="1671"/>
                  <a:ext cx="83" cy="77"/>
                </a:xfrm>
                <a:custGeom>
                  <a:avLst/>
                  <a:gdLst>
                    <a:gd name="T0" fmla="*/ 0 w 21619"/>
                    <a:gd name="T1" fmla="*/ 0 h 21740"/>
                    <a:gd name="T2" fmla="*/ 0 w 21619"/>
                    <a:gd name="T3" fmla="*/ 0 h 21740"/>
                    <a:gd name="T4" fmla="*/ 0 w 21619"/>
                    <a:gd name="T5" fmla="*/ 0 h 2174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19" h="21740" fill="none" extrusionOk="0">
                      <a:moveTo>
                        <a:pt x="21618" y="0"/>
                      </a:moveTo>
                      <a:cubicBezTo>
                        <a:pt x="21618" y="46"/>
                        <a:pt x="21619" y="93"/>
                        <a:pt x="21619" y="140"/>
                      </a:cubicBezTo>
                      <a:cubicBezTo>
                        <a:pt x="21619" y="12069"/>
                        <a:pt x="11948" y="21740"/>
                        <a:pt x="19" y="21740"/>
                      </a:cubicBezTo>
                      <a:cubicBezTo>
                        <a:pt x="12" y="21740"/>
                        <a:pt x="6" y="21739"/>
                        <a:pt x="0" y="21739"/>
                      </a:cubicBezTo>
                    </a:path>
                    <a:path w="21619" h="21740" stroke="0" extrusionOk="0">
                      <a:moveTo>
                        <a:pt x="21618" y="0"/>
                      </a:moveTo>
                      <a:cubicBezTo>
                        <a:pt x="21618" y="46"/>
                        <a:pt x="21619" y="93"/>
                        <a:pt x="21619" y="140"/>
                      </a:cubicBezTo>
                      <a:cubicBezTo>
                        <a:pt x="21619" y="12069"/>
                        <a:pt x="11948" y="21740"/>
                        <a:pt x="19" y="21740"/>
                      </a:cubicBezTo>
                      <a:cubicBezTo>
                        <a:pt x="12" y="21740"/>
                        <a:pt x="6" y="21739"/>
                        <a:pt x="0" y="21739"/>
                      </a:cubicBezTo>
                      <a:lnTo>
                        <a:pt x="19" y="140"/>
                      </a:lnTo>
                      <a:lnTo>
                        <a:pt x="21618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85" name="Arc 151"/>
                <p:cNvSpPr>
                  <a:spLocks/>
                </p:cNvSpPr>
                <p:nvPr/>
              </p:nvSpPr>
              <p:spPr bwMode="auto">
                <a:xfrm>
                  <a:off x="2652" y="1718"/>
                  <a:ext cx="83" cy="30"/>
                </a:xfrm>
                <a:custGeom>
                  <a:avLst/>
                  <a:gdLst>
                    <a:gd name="T0" fmla="*/ 0 w 21600"/>
                    <a:gd name="T1" fmla="*/ 0 h 21910"/>
                    <a:gd name="T2" fmla="*/ 0 w 21600"/>
                    <a:gd name="T3" fmla="*/ 0 h 21910"/>
                    <a:gd name="T4" fmla="*/ 0 w 21600"/>
                    <a:gd name="T5" fmla="*/ 0 h 2191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10" fill="none" extrusionOk="0">
                      <a:moveTo>
                        <a:pt x="21585" y="21909"/>
                      </a:moveTo>
                      <a:cubicBezTo>
                        <a:pt x="9661" y="21901"/>
                        <a:pt x="0" y="12233"/>
                        <a:pt x="0" y="310"/>
                      </a:cubicBezTo>
                      <a:cubicBezTo>
                        <a:pt x="-1" y="206"/>
                        <a:pt x="0" y="103"/>
                        <a:pt x="2" y="0"/>
                      </a:cubicBezTo>
                    </a:path>
                    <a:path w="21600" h="21910" stroke="0" extrusionOk="0">
                      <a:moveTo>
                        <a:pt x="21585" y="21909"/>
                      </a:moveTo>
                      <a:cubicBezTo>
                        <a:pt x="9661" y="21901"/>
                        <a:pt x="0" y="12233"/>
                        <a:pt x="0" y="310"/>
                      </a:cubicBezTo>
                      <a:cubicBezTo>
                        <a:pt x="-1" y="206"/>
                        <a:pt x="0" y="103"/>
                        <a:pt x="2" y="0"/>
                      </a:cubicBezTo>
                      <a:lnTo>
                        <a:pt x="21600" y="310"/>
                      </a:lnTo>
                      <a:lnTo>
                        <a:pt x="21585" y="21909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81" name="Group 152"/>
              <p:cNvGrpSpPr>
                <a:grpSpLocks/>
              </p:cNvGrpSpPr>
              <p:nvPr/>
            </p:nvGrpSpPr>
            <p:grpSpPr bwMode="auto">
              <a:xfrm>
                <a:off x="2652" y="1688"/>
                <a:ext cx="166" cy="77"/>
                <a:chOff x="2652" y="1688"/>
                <a:chExt cx="166" cy="77"/>
              </a:xfrm>
            </p:grpSpPr>
            <p:sp>
              <p:nvSpPr>
                <p:cNvPr id="182" name="Arc 153"/>
                <p:cNvSpPr>
                  <a:spLocks/>
                </p:cNvSpPr>
                <p:nvPr/>
              </p:nvSpPr>
              <p:spPr bwMode="auto">
                <a:xfrm>
                  <a:off x="2735" y="1688"/>
                  <a:ext cx="83" cy="77"/>
                </a:xfrm>
                <a:custGeom>
                  <a:avLst/>
                  <a:gdLst>
                    <a:gd name="T0" fmla="*/ 0 w 21618"/>
                    <a:gd name="T1" fmla="*/ 0 h 21600"/>
                    <a:gd name="T2" fmla="*/ 0 w 21618"/>
                    <a:gd name="T3" fmla="*/ 0 h 21600"/>
                    <a:gd name="T4" fmla="*/ 0 w 21618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18" h="21600" fill="none" extrusionOk="0">
                      <a:moveTo>
                        <a:pt x="0" y="0"/>
                      </a:moveTo>
                      <a:cubicBezTo>
                        <a:pt x="6" y="0"/>
                        <a:pt x="12" y="-1"/>
                        <a:pt x="18" y="0"/>
                      </a:cubicBezTo>
                      <a:cubicBezTo>
                        <a:pt x="11900" y="0"/>
                        <a:pt x="21551" y="9597"/>
                        <a:pt x="21617" y="21480"/>
                      </a:cubicBezTo>
                    </a:path>
                    <a:path w="21618" h="21600" stroke="0" extrusionOk="0">
                      <a:moveTo>
                        <a:pt x="0" y="0"/>
                      </a:moveTo>
                      <a:cubicBezTo>
                        <a:pt x="6" y="0"/>
                        <a:pt x="12" y="-1"/>
                        <a:pt x="18" y="0"/>
                      </a:cubicBezTo>
                      <a:cubicBezTo>
                        <a:pt x="11900" y="0"/>
                        <a:pt x="21551" y="9597"/>
                        <a:pt x="21617" y="21480"/>
                      </a:cubicBezTo>
                      <a:lnTo>
                        <a:pt x="18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83" name="Arc 154"/>
                <p:cNvSpPr>
                  <a:spLocks/>
                </p:cNvSpPr>
                <p:nvPr/>
              </p:nvSpPr>
              <p:spPr bwMode="auto">
                <a:xfrm>
                  <a:off x="2652" y="1688"/>
                  <a:ext cx="83" cy="36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557"/>
                      </a:moveTo>
                      <a:cubicBezTo>
                        <a:pt x="23" y="9650"/>
                        <a:pt x="9677" y="8"/>
                        <a:pt x="21584" y="0"/>
                      </a:cubicBezTo>
                    </a:path>
                    <a:path w="21600" h="21600" stroke="0" extrusionOk="0">
                      <a:moveTo>
                        <a:pt x="0" y="21557"/>
                      </a:moveTo>
                      <a:cubicBezTo>
                        <a:pt x="23" y="9650"/>
                        <a:pt x="9677" y="8"/>
                        <a:pt x="21584" y="0"/>
                      </a:cubicBezTo>
                      <a:lnTo>
                        <a:pt x="21600" y="21600"/>
                      </a:lnTo>
                      <a:lnTo>
                        <a:pt x="0" y="21557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48" name="Group 155"/>
            <p:cNvGrpSpPr>
              <a:grpSpLocks/>
            </p:cNvGrpSpPr>
            <p:nvPr/>
          </p:nvGrpSpPr>
          <p:grpSpPr bwMode="auto">
            <a:xfrm>
              <a:off x="2652" y="1588"/>
              <a:ext cx="166" cy="95"/>
              <a:chOff x="2652" y="1588"/>
              <a:chExt cx="166" cy="95"/>
            </a:xfrm>
          </p:grpSpPr>
          <p:grpSp>
            <p:nvGrpSpPr>
              <p:cNvPr id="174" name="Group 156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77"/>
                <a:chOff x="2652" y="1588"/>
                <a:chExt cx="166" cy="77"/>
              </a:xfrm>
            </p:grpSpPr>
            <p:sp>
              <p:nvSpPr>
                <p:cNvPr id="178" name="Arc 157"/>
                <p:cNvSpPr>
                  <a:spLocks/>
                </p:cNvSpPr>
                <p:nvPr/>
              </p:nvSpPr>
              <p:spPr bwMode="auto">
                <a:xfrm>
                  <a:off x="2735" y="1588"/>
                  <a:ext cx="83" cy="77"/>
                </a:xfrm>
                <a:custGeom>
                  <a:avLst/>
                  <a:gdLst>
                    <a:gd name="T0" fmla="*/ 0 w 21619"/>
                    <a:gd name="T1" fmla="*/ 0 h 21720"/>
                    <a:gd name="T2" fmla="*/ 0 w 21619"/>
                    <a:gd name="T3" fmla="*/ 0 h 21720"/>
                    <a:gd name="T4" fmla="*/ 0 w 21619"/>
                    <a:gd name="T5" fmla="*/ 0 h 2172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19" h="21720" fill="none" extrusionOk="0">
                      <a:moveTo>
                        <a:pt x="21618" y="0"/>
                      </a:moveTo>
                      <a:cubicBezTo>
                        <a:pt x="21618" y="40"/>
                        <a:pt x="21619" y="80"/>
                        <a:pt x="21619" y="120"/>
                      </a:cubicBezTo>
                      <a:cubicBezTo>
                        <a:pt x="21619" y="12049"/>
                        <a:pt x="11948" y="21720"/>
                        <a:pt x="19" y="21720"/>
                      </a:cubicBezTo>
                      <a:cubicBezTo>
                        <a:pt x="12" y="21720"/>
                        <a:pt x="6" y="21719"/>
                        <a:pt x="0" y="21719"/>
                      </a:cubicBezTo>
                    </a:path>
                    <a:path w="21619" h="21720" stroke="0" extrusionOk="0">
                      <a:moveTo>
                        <a:pt x="21618" y="0"/>
                      </a:moveTo>
                      <a:cubicBezTo>
                        <a:pt x="21618" y="40"/>
                        <a:pt x="21619" y="80"/>
                        <a:pt x="21619" y="120"/>
                      </a:cubicBezTo>
                      <a:cubicBezTo>
                        <a:pt x="21619" y="12049"/>
                        <a:pt x="11948" y="21720"/>
                        <a:pt x="19" y="21720"/>
                      </a:cubicBezTo>
                      <a:cubicBezTo>
                        <a:pt x="12" y="21720"/>
                        <a:pt x="6" y="21719"/>
                        <a:pt x="0" y="21719"/>
                      </a:cubicBezTo>
                      <a:lnTo>
                        <a:pt x="19" y="120"/>
                      </a:lnTo>
                      <a:lnTo>
                        <a:pt x="21618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9" name="Arc 158"/>
                <p:cNvSpPr>
                  <a:spLocks/>
                </p:cNvSpPr>
                <p:nvPr/>
              </p:nvSpPr>
              <p:spPr bwMode="auto">
                <a:xfrm>
                  <a:off x="2652" y="1635"/>
                  <a:ext cx="83" cy="29"/>
                </a:xfrm>
                <a:custGeom>
                  <a:avLst/>
                  <a:gdLst>
                    <a:gd name="T0" fmla="*/ 0 w 21600"/>
                    <a:gd name="T1" fmla="*/ 0 h 21915"/>
                    <a:gd name="T2" fmla="*/ 0 w 21600"/>
                    <a:gd name="T3" fmla="*/ 0 h 21915"/>
                    <a:gd name="T4" fmla="*/ 0 w 21600"/>
                    <a:gd name="T5" fmla="*/ 0 h 21915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15" fill="none" extrusionOk="0">
                      <a:moveTo>
                        <a:pt x="21585" y="21914"/>
                      </a:moveTo>
                      <a:cubicBezTo>
                        <a:pt x="9661" y="21906"/>
                        <a:pt x="0" y="12238"/>
                        <a:pt x="0" y="315"/>
                      </a:cubicBezTo>
                      <a:cubicBezTo>
                        <a:pt x="-1" y="209"/>
                        <a:pt x="0" y="104"/>
                        <a:pt x="2" y="0"/>
                      </a:cubicBezTo>
                    </a:path>
                    <a:path w="21600" h="21915" stroke="0" extrusionOk="0">
                      <a:moveTo>
                        <a:pt x="21585" y="21914"/>
                      </a:moveTo>
                      <a:cubicBezTo>
                        <a:pt x="9661" y="21906"/>
                        <a:pt x="0" y="12238"/>
                        <a:pt x="0" y="315"/>
                      </a:cubicBezTo>
                      <a:cubicBezTo>
                        <a:pt x="-1" y="209"/>
                        <a:pt x="0" y="104"/>
                        <a:pt x="2" y="0"/>
                      </a:cubicBezTo>
                      <a:lnTo>
                        <a:pt x="21600" y="315"/>
                      </a:lnTo>
                      <a:lnTo>
                        <a:pt x="21585" y="21914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75" name="Group 159"/>
              <p:cNvGrpSpPr>
                <a:grpSpLocks/>
              </p:cNvGrpSpPr>
              <p:nvPr/>
            </p:nvGrpSpPr>
            <p:grpSpPr bwMode="auto">
              <a:xfrm>
                <a:off x="2652" y="1606"/>
                <a:ext cx="166" cy="77"/>
                <a:chOff x="2652" y="1606"/>
                <a:chExt cx="166" cy="77"/>
              </a:xfrm>
            </p:grpSpPr>
            <p:sp>
              <p:nvSpPr>
                <p:cNvPr id="176" name="Arc 160"/>
                <p:cNvSpPr>
                  <a:spLocks/>
                </p:cNvSpPr>
                <p:nvPr/>
              </p:nvSpPr>
              <p:spPr bwMode="auto">
                <a:xfrm>
                  <a:off x="2735" y="1606"/>
                  <a:ext cx="83" cy="77"/>
                </a:xfrm>
                <a:custGeom>
                  <a:avLst/>
                  <a:gdLst>
                    <a:gd name="T0" fmla="*/ 0 w 21618"/>
                    <a:gd name="T1" fmla="*/ 0 h 21600"/>
                    <a:gd name="T2" fmla="*/ 0 w 21618"/>
                    <a:gd name="T3" fmla="*/ 0 h 21600"/>
                    <a:gd name="T4" fmla="*/ 0 w 21618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18" h="21600" fill="none" extrusionOk="0">
                      <a:moveTo>
                        <a:pt x="0" y="0"/>
                      </a:moveTo>
                      <a:cubicBezTo>
                        <a:pt x="6" y="0"/>
                        <a:pt x="12" y="-1"/>
                        <a:pt x="18" y="0"/>
                      </a:cubicBezTo>
                      <a:cubicBezTo>
                        <a:pt x="11892" y="0"/>
                        <a:pt x="21540" y="9585"/>
                        <a:pt x="21617" y="21460"/>
                      </a:cubicBezTo>
                    </a:path>
                    <a:path w="21618" h="21600" stroke="0" extrusionOk="0">
                      <a:moveTo>
                        <a:pt x="0" y="0"/>
                      </a:moveTo>
                      <a:cubicBezTo>
                        <a:pt x="6" y="0"/>
                        <a:pt x="12" y="-1"/>
                        <a:pt x="18" y="0"/>
                      </a:cubicBezTo>
                      <a:cubicBezTo>
                        <a:pt x="11892" y="0"/>
                        <a:pt x="21540" y="9585"/>
                        <a:pt x="21617" y="21460"/>
                      </a:cubicBezTo>
                      <a:lnTo>
                        <a:pt x="18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7" name="Arc 161"/>
                <p:cNvSpPr>
                  <a:spLocks/>
                </p:cNvSpPr>
                <p:nvPr/>
              </p:nvSpPr>
              <p:spPr bwMode="auto">
                <a:xfrm>
                  <a:off x="2652" y="1606"/>
                  <a:ext cx="83" cy="35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600"/>
                      </a:moveTo>
                      <a:cubicBezTo>
                        <a:pt x="0" y="9676"/>
                        <a:pt x="9660" y="8"/>
                        <a:pt x="21584" y="0"/>
                      </a:cubicBezTo>
                    </a:path>
                    <a:path w="21600" h="21600" stroke="0" extrusionOk="0">
                      <a:moveTo>
                        <a:pt x="0" y="21600"/>
                      </a:moveTo>
                      <a:cubicBezTo>
                        <a:pt x="0" y="9676"/>
                        <a:pt x="9660" y="8"/>
                        <a:pt x="21584" y="0"/>
                      </a:cubicBezTo>
                      <a:lnTo>
                        <a:pt x="21600" y="21600"/>
                      </a:lnTo>
                      <a:lnTo>
                        <a:pt x="0" y="2160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49" name="Group 162"/>
            <p:cNvGrpSpPr>
              <a:grpSpLocks/>
            </p:cNvGrpSpPr>
            <p:nvPr/>
          </p:nvGrpSpPr>
          <p:grpSpPr bwMode="auto">
            <a:xfrm>
              <a:off x="2652" y="1506"/>
              <a:ext cx="166" cy="94"/>
              <a:chOff x="2652" y="1506"/>
              <a:chExt cx="166" cy="94"/>
            </a:xfrm>
          </p:grpSpPr>
          <p:grpSp>
            <p:nvGrpSpPr>
              <p:cNvPr id="168" name="Group 163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77"/>
                <a:chOff x="2652" y="1506"/>
                <a:chExt cx="166" cy="77"/>
              </a:xfrm>
            </p:grpSpPr>
            <p:sp>
              <p:nvSpPr>
                <p:cNvPr id="172" name="Arc 164"/>
                <p:cNvSpPr>
                  <a:spLocks/>
                </p:cNvSpPr>
                <p:nvPr/>
              </p:nvSpPr>
              <p:spPr bwMode="auto">
                <a:xfrm>
                  <a:off x="2735" y="1506"/>
                  <a:ext cx="83" cy="77"/>
                </a:xfrm>
                <a:custGeom>
                  <a:avLst/>
                  <a:gdLst>
                    <a:gd name="T0" fmla="*/ 0 w 21619"/>
                    <a:gd name="T1" fmla="*/ 0 h 21740"/>
                    <a:gd name="T2" fmla="*/ 0 w 21619"/>
                    <a:gd name="T3" fmla="*/ 0 h 21740"/>
                    <a:gd name="T4" fmla="*/ 0 w 21619"/>
                    <a:gd name="T5" fmla="*/ 0 h 2174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19" h="21740" fill="none" extrusionOk="0">
                      <a:moveTo>
                        <a:pt x="21618" y="0"/>
                      </a:moveTo>
                      <a:cubicBezTo>
                        <a:pt x="21618" y="46"/>
                        <a:pt x="21619" y="93"/>
                        <a:pt x="21619" y="140"/>
                      </a:cubicBezTo>
                      <a:cubicBezTo>
                        <a:pt x="21619" y="12069"/>
                        <a:pt x="11948" y="21740"/>
                        <a:pt x="19" y="21740"/>
                      </a:cubicBezTo>
                      <a:cubicBezTo>
                        <a:pt x="12" y="21740"/>
                        <a:pt x="6" y="21739"/>
                        <a:pt x="0" y="21739"/>
                      </a:cubicBezTo>
                    </a:path>
                    <a:path w="21619" h="21740" stroke="0" extrusionOk="0">
                      <a:moveTo>
                        <a:pt x="21618" y="0"/>
                      </a:moveTo>
                      <a:cubicBezTo>
                        <a:pt x="21618" y="46"/>
                        <a:pt x="21619" y="93"/>
                        <a:pt x="21619" y="140"/>
                      </a:cubicBezTo>
                      <a:cubicBezTo>
                        <a:pt x="21619" y="12069"/>
                        <a:pt x="11948" y="21740"/>
                        <a:pt x="19" y="21740"/>
                      </a:cubicBezTo>
                      <a:cubicBezTo>
                        <a:pt x="12" y="21740"/>
                        <a:pt x="6" y="21739"/>
                        <a:pt x="0" y="21739"/>
                      </a:cubicBezTo>
                      <a:lnTo>
                        <a:pt x="19" y="140"/>
                      </a:lnTo>
                      <a:lnTo>
                        <a:pt x="21618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3" name="Arc 165"/>
                <p:cNvSpPr>
                  <a:spLocks/>
                </p:cNvSpPr>
                <p:nvPr/>
              </p:nvSpPr>
              <p:spPr bwMode="auto">
                <a:xfrm>
                  <a:off x="2652" y="1553"/>
                  <a:ext cx="83" cy="30"/>
                </a:xfrm>
                <a:custGeom>
                  <a:avLst/>
                  <a:gdLst>
                    <a:gd name="T0" fmla="*/ 0 w 21600"/>
                    <a:gd name="T1" fmla="*/ 0 h 21910"/>
                    <a:gd name="T2" fmla="*/ 0 w 21600"/>
                    <a:gd name="T3" fmla="*/ 0 h 21910"/>
                    <a:gd name="T4" fmla="*/ 0 w 21600"/>
                    <a:gd name="T5" fmla="*/ 0 h 2191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10" fill="none" extrusionOk="0">
                      <a:moveTo>
                        <a:pt x="21585" y="21909"/>
                      </a:moveTo>
                      <a:cubicBezTo>
                        <a:pt x="9661" y="21901"/>
                        <a:pt x="0" y="12233"/>
                        <a:pt x="0" y="310"/>
                      </a:cubicBezTo>
                      <a:cubicBezTo>
                        <a:pt x="-1" y="206"/>
                        <a:pt x="0" y="103"/>
                        <a:pt x="2" y="0"/>
                      </a:cubicBezTo>
                    </a:path>
                    <a:path w="21600" h="21910" stroke="0" extrusionOk="0">
                      <a:moveTo>
                        <a:pt x="21585" y="21909"/>
                      </a:moveTo>
                      <a:cubicBezTo>
                        <a:pt x="9661" y="21901"/>
                        <a:pt x="0" y="12233"/>
                        <a:pt x="0" y="310"/>
                      </a:cubicBezTo>
                      <a:cubicBezTo>
                        <a:pt x="-1" y="206"/>
                        <a:pt x="0" y="103"/>
                        <a:pt x="2" y="0"/>
                      </a:cubicBezTo>
                      <a:lnTo>
                        <a:pt x="21600" y="310"/>
                      </a:lnTo>
                      <a:lnTo>
                        <a:pt x="21585" y="21909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69" name="Group 166"/>
              <p:cNvGrpSpPr>
                <a:grpSpLocks/>
              </p:cNvGrpSpPr>
              <p:nvPr/>
            </p:nvGrpSpPr>
            <p:grpSpPr bwMode="auto">
              <a:xfrm>
                <a:off x="2653" y="1523"/>
                <a:ext cx="165" cy="77"/>
                <a:chOff x="2653" y="1523"/>
                <a:chExt cx="165" cy="77"/>
              </a:xfrm>
            </p:grpSpPr>
            <p:sp>
              <p:nvSpPr>
                <p:cNvPr id="170" name="Arc 167"/>
                <p:cNvSpPr>
                  <a:spLocks/>
                </p:cNvSpPr>
                <p:nvPr/>
              </p:nvSpPr>
              <p:spPr bwMode="auto">
                <a:xfrm>
                  <a:off x="2735" y="1523"/>
                  <a:ext cx="83" cy="77"/>
                </a:xfrm>
                <a:custGeom>
                  <a:avLst/>
                  <a:gdLst>
                    <a:gd name="T0" fmla="*/ 0 w 21618"/>
                    <a:gd name="T1" fmla="*/ 0 h 21600"/>
                    <a:gd name="T2" fmla="*/ 0 w 21618"/>
                    <a:gd name="T3" fmla="*/ 0 h 21600"/>
                    <a:gd name="T4" fmla="*/ 0 w 21618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18" h="21600" fill="none" extrusionOk="0">
                      <a:moveTo>
                        <a:pt x="0" y="0"/>
                      </a:moveTo>
                      <a:cubicBezTo>
                        <a:pt x="6" y="0"/>
                        <a:pt x="12" y="-1"/>
                        <a:pt x="18" y="0"/>
                      </a:cubicBezTo>
                      <a:cubicBezTo>
                        <a:pt x="11900" y="0"/>
                        <a:pt x="21551" y="9597"/>
                        <a:pt x="21617" y="21480"/>
                      </a:cubicBezTo>
                    </a:path>
                    <a:path w="21618" h="21600" stroke="0" extrusionOk="0">
                      <a:moveTo>
                        <a:pt x="0" y="0"/>
                      </a:moveTo>
                      <a:cubicBezTo>
                        <a:pt x="6" y="0"/>
                        <a:pt x="12" y="-1"/>
                        <a:pt x="18" y="0"/>
                      </a:cubicBezTo>
                      <a:cubicBezTo>
                        <a:pt x="11900" y="0"/>
                        <a:pt x="21551" y="9597"/>
                        <a:pt x="21617" y="21480"/>
                      </a:cubicBezTo>
                      <a:lnTo>
                        <a:pt x="18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1" name="Arc 168"/>
                <p:cNvSpPr>
                  <a:spLocks/>
                </p:cNvSpPr>
                <p:nvPr/>
              </p:nvSpPr>
              <p:spPr bwMode="auto">
                <a:xfrm>
                  <a:off x="2653" y="1523"/>
                  <a:ext cx="82" cy="30"/>
                </a:xfrm>
                <a:custGeom>
                  <a:avLst/>
                  <a:gdLst>
                    <a:gd name="T0" fmla="*/ 0 w 21598"/>
                    <a:gd name="T1" fmla="*/ 0 h 21600"/>
                    <a:gd name="T2" fmla="*/ 0 w 21598"/>
                    <a:gd name="T3" fmla="*/ 0 h 21600"/>
                    <a:gd name="T4" fmla="*/ 0 w 21598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598" h="21600" fill="none" extrusionOk="0">
                      <a:moveTo>
                        <a:pt x="0" y="21290"/>
                      </a:moveTo>
                      <a:cubicBezTo>
                        <a:pt x="169" y="9488"/>
                        <a:pt x="9780" y="8"/>
                        <a:pt x="21583" y="0"/>
                      </a:cubicBezTo>
                    </a:path>
                    <a:path w="21598" h="21600" stroke="0" extrusionOk="0">
                      <a:moveTo>
                        <a:pt x="0" y="21290"/>
                      </a:moveTo>
                      <a:cubicBezTo>
                        <a:pt x="169" y="9488"/>
                        <a:pt x="9780" y="8"/>
                        <a:pt x="21583" y="0"/>
                      </a:cubicBezTo>
                      <a:lnTo>
                        <a:pt x="21598" y="21600"/>
                      </a:lnTo>
                      <a:lnTo>
                        <a:pt x="0" y="2129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50" name="Group 169"/>
            <p:cNvGrpSpPr>
              <a:grpSpLocks/>
            </p:cNvGrpSpPr>
            <p:nvPr/>
          </p:nvGrpSpPr>
          <p:grpSpPr bwMode="auto">
            <a:xfrm>
              <a:off x="2652" y="1423"/>
              <a:ext cx="166" cy="95"/>
              <a:chOff x="2652" y="1423"/>
              <a:chExt cx="166" cy="95"/>
            </a:xfrm>
          </p:grpSpPr>
          <p:grpSp>
            <p:nvGrpSpPr>
              <p:cNvPr id="162" name="Group 170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77"/>
                <a:chOff x="2652" y="1423"/>
                <a:chExt cx="166" cy="77"/>
              </a:xfrm>
            </p:grpSpPr>
            <p:sp>
              <p:nvSpPr>
                <p:cNvPr id="166" name="Arc 171"/>
                <p:cNvSpPr>
                  <a:spLocks/>
                </p:cNvSpPr>
                <p:nvPr/>
              </p:nvSpPr>
              <p:spPr bwMode="auto">
                <a:xfrm>
                  <a:off x="2735" y="1423"/>
                  <a:ext cx="83" cy="77"/>
                </a:xfrm>
                <a:custGeom>
                  <a:avLst/>
                  <a:gdLst>
                    <a:gd name="T0" fmla="*/ 0 w 21619"/>
                    <a:gd name="T1" fmla="*/ 0 h 21720"/>
                    <a:gd name="T2" fmla="*/ 0 w 21619"/>
                    <a:gd name="T3" fmla="*/ 0 h 21720"/>
                    <a:gd name="T4" fmla="*/ 0 w 21619"/>
                    <a:gd name="T5" fmla="*/ 0 h 2172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19" h="21720" fill="none" extrusionOk="0">
                      <a:moveTo>
                        <a:pt x="21618" y="0"/>
                      </a:moveTo>
                      <a:cubicBezTo>
                        <a:pt x="21618" y="40"/>
                        <a:pt x="21619" y="80"/>
                        <a:pt x="21619" y="120"/>
                      </a:cubicBezTo>
                      <a:cubicBezTo>
                        <a:pt x="21619" y="12049"/>
                        <a:pt x="11948" y="21720"/>
                        <a:pt x="19" y="21720"/>
                      </a:cubicBezTo>
                      <a:cubicBezTo>
                        <a:pt x="12" y="21720"/>
                        <a:pt x="6" y="21719"/>
                        <a:pt x="0" y="21719"/>
                      </a:cubicBezTo>
                    </a:path>
                    <a:path w="21619" h="21720" stroke="0" extrusionOk="0">
                      <a:moveTo>
                        <a:pt x="21618" y="0"/>
                      </a:moveTo>
                      <a:cubicBezTo>
                        <a:pt x="21618" y="40"/>
                        <a:pt x="21619" y="80"/>
                        <a:pt x="21619" y="120"/>
                      </a:cubicBezTo>
                      <a:cubicBezTo>
                        <a:pt x="21619" y="12049"/>
                        <a:pt x="11948" y="21720"/>
                        <a:pt x="19" y="21720"/>
                      </a:cubicBezTo>
                      <a:cubicBezTo>
                        <a:pt x="12" y="21720"/>
                        <a:pt x="6" y="21719"/>
                        <a:pt x="0" y="21719"/>
                      </a:cubicBezTo>
                      <a:lnTo>
                        <a:pt x="19" y="120"/>
                      </a:lnTo>
                      <a:lnTo>
                        <a:pt x="21618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7" name="Arc 172"/>
                <p:cNvSpPr>
                  <a:spLocks/>
                </p:cNvSpPr>
                <p:nvPr/>
              </p:nvSpPr>
              <p:spPr bwMode="auto">
                <a:xfrm>
                  <a:off x="2652" y="1464"/>
                  <a:ext cx="83" cy="35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21584" y="21599"/>
                      </a:moveTo>
                      <a:cubicBezTo>
                        <a:pt x="9660" y="21591"/>
                        <a:pt x="0" y="11923"/>
                        <a:pt x="0" y="0"/>
                      </a:cubicBezTo>
                    </a:path>
                    <a:path w="21600" h="21600" stroke="0" extrusionOk="0">
                      <a:moveTo>
                        <a:pt x="21584" y="21599"/>
                      </a:moveTo>
                      <a:cubicBezTo>
                        <a:pt x="9660" y="21591"/>
                        <a:pt x="0" y="11923"/>
                        <a:pt x="0" y="0"/>
                      </a:cubicBezTo>
                      <a:lnTo>
                        <a:pt x="21600" y="0"/>
                      </a:lnTo>
                      <a:lnTo>
                        <a:pt x="21584" y="21599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63" name="Group 173"/>
              <p:cNvGrpSpPr>
                <a:grpSpLocks/>
              </p:cNvGrpSpPr>
              <p:nvPr/>
            </p:nvGrpSpPr>
            <p:grpSpPr bwMode="auto">
              <a:xfrm>
                <a:off x="2653" y="1441"/>
                <a:ext cx="165" cy="77"/>
                <a:chOff x="2653" y="1441"/>
                <a:chExt cx="165" cy="77"/>
              </a:xfrm>
            </p:grpSpPr>
            <p:sp>
              <p:nvSpPr>
                <p:cNvPr id="164" name="Arc 174"/>
                <p:cNvSpPr>
                  <a:spLocks/>
                </p:cNvSpPr>
                <p:nvPr/>
              </p:nvSpPr>
              <p:spPr bwMode="auto">
                <a:xfrm>
                  <a:off x="2735" y="1441"/>
                  <a:ext cx="83" cy="77"/>
                </a:xfrm>
                <a:custGeom>
                  <a:avLst/>
                  <a:gdLst>
                    <a:gd name="T0" fmla="*/ 0 w 21618"/>
                    <a:gd name="T1" fmla="*/ 0 h 21600"/>
                    <a:gd name="T2" fmla="*/ 0 w 21618"/>
                    <a:gd name="T3" fmla="*/ 0 h 21600"/>
                    <a:gd name="T4" fmla="*/ 0 w 21618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18" h="21600" fill="none" extrusionOk="0">
                      <a:moveTo>
                        <a:pt x="0" y="0"/>
                      </a:moveTo>
                      <a:cubicBezTo>
                        <a:pt x="6" y="0"/>
                        <a:pt x="12" y="-1"/>
                        <a:pt x="18" y="0"/>
                      </a:cubicBezTo>
                      <a:cubicBezTo>
                        <a:pt x="11892" y="0"/>
                        <a:pt x="21540" y="9585"/>
                        <a:pt x="21617" y="21460"/>
                      </a:cubicBezTo>
                    </a:path>
                    <a:path w="21618" h="21600" stroke="0" extrusionOk="0">
                      <a:moveTo>
                        <a:pt x="0" y="0"/>
                      </a:moveTo>
                      <a:cubicBezTo>
                        <a:pt x="6" y="0"/>
                        <a:pt x="12" y="-1"/>
                        <a:pt x="18" y="0"/>
                      </a:cubicBezTo>
                      <a:cubicBezTo>
                        <a:pt x="11892" y="0"/>
                        <a:pt x="21540" y="9585"/>
                        <a:pt x="21617" y="21460"/>
                      </a:cubicBezTo>
                      <a:lnTo>
                        <a:pt x="18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5" name="Arc 175"/>
                <p:cNvSpPr>
                  <a:spLocks/>
                </p:cNvSpPr>
                <p:nvPr/>
              </p:nvSpPr>
              <p:spPr bwMode="auto">
                <a:xfrm>
                  <a:off x="2653" y="1441"/>
                  <a:ext cx="82" cy="29"/>
                </a:xfrm>
                <a:custGeom>
                  <a:avLst/>
                  <a:gdLst>
                    <a:gd name="T0" fmla="*/ 0 w 21598"/>
                    <a:gd name="T1" fmla="*/ 0 h 21600"/>
                    <a:gd name="T2" fmla="*/ 0 w 21598"/>
                    <a:gd name="T3" fmla="*/ 0 h 21600"/>
                    <a:gd name="T4" fmla="*/ 0 w 21598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598" h="21600" fill="none" extrusionOk="0">
                      <a:moveTo>
                        <a:pt x="0" y="21285"/>
                      </a:moveTo>
                      <a:cubicBezTo>
                        <a:pt x="172" y="9485"/>
                        <a:pt x="9782" y="8"/>
                        <a:pt x="21583" y="0"/>
                      </a:cubicBezTo>
                    </a:path>
                    <a:path w="21598" h="21600" stroke="0" extrusionOk="0">
                      <a:moveTo>
                        <a:pt x="0" y="21285"/>
                      </a:moveTo>
                      <a:cubicBezTo>
                        <a:pt x="172" y="9485"/>
                        <a:pt x="9782" y="8"/>
                        <a:pt x="21583" y="0"/>
                      </a:cubicBezTo>
                      <a:lnTo>
                        <a:pt x="21598" y="21600"/>
                      </a:lnTo>
                      <a:lnTo>
                        <a:pt x="0" y="21285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151" name="Group 176"/>
            <p:cNvGrpSpPr>
              <a:grpSpLocks/>
            </p:cNvGrpSpPr>
            <p:nvPr/>
          </p:nvGrpSpPr>
          <p:grpSpPr bwMode="auto">
            <a:xfrm>
              <a:off x="2652" y="1341"/>
              <a:ext cx="166" cy="94"/>
              <a:chOff x="2652" y="1341"/>
              <a:chExt cx="166" cy="94"/>
            </a:xfrm>
          </p:grpSpPr>
          <p:grpSp>
            <p:nvGrpSpPr>
              <p:cNvPr id="156" name="Group 177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77"/>
                <a:chOff x="2652" y="1341"/>
                <a:chExt cx="166" cy="77"/>
              </a:xfrm>
            </p:grpSpPr>
            <p:sp>
              <p:nvSpPr>
                <p:cNvPr id="160" name="Arc 178"/>
                <p:cNvSpPr>
                  <a:spLocks/>
                </p:cNvSpPr>
                <p:nvPr/>
              </p:nvSpPr>
              <p:spPr bwMode="auto">
                <a:xfrm>
                  <a:off x="2735" y="1341"/>
                  <a:ext cx="83" cy="77"/>
                </a:xfrm>
                <a:custGeom>
                  <a:avLst/>
                  <a:gdLst>
                    <a:gd name="T0" fmla="*/ 0 w 21619"/>
                    <a:gd name="T1" fmla="*/ 0 h 21740"/>
                    <a:gd name="T2" fmla="*/ 0 w 21619"/>
                    <a:gd name="T3" fmla="*/ 0 h 21740"/>
                    <a:gd name="T4" fmla="*/ 0 w 21619"/>
                    <a:gd name="T5" fmla="*/ 0 h 2174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19" h="21740" fill="none" extrusionOk="0">
                      <a:moveTo>
                        <a:pt x="21618" y="0"/>
                      </a:moveTo>
                      <a:cubicBezTo>
                        <a:pt x="21618" y="46"/>
                        <a:pt x="21619" y="93"/>
                        <a:pt x="21619" y="140"/>
                      </a:cubicBezTo>
                      <a:cubicBezTo>
                        <a:pt x="21619" y="12069"/>
                        <a:pt x="11948" y="21740"/>
                        <a:pt x="19" y="21740"/>
                      </a:cubicBezTo>
                      <a:cubicBezTo>
                        <a:pt x="12" y="21740"/>
                        <a:pt x="6" y="21739"/>
                        <a:pt x="0" y="21739"/>
                      </a:cubicBezTo>
                    </a:path>
                    <a:path w="21619" h="21740" stroke="0" extrusionOk="0">
                      <a:moveTo>
                        <a:pt x="21618" y="0"/>
                      </a:moveTo>
                      <a:cubicBezTo>
                        <a:pt x="21618" y="46"/>
                        <a:pt x="21619" y="93"/>
                        <a:pt x="21619" y="140"/>
                      </a:cubicBezTo>
                      <a:cubicBezTo>
                        <a:pt x="21619" y="12069"/>
                        <a:pt x="11948" y="21740"/>
                        <a:pt x="19" y="21740"/>
                      </a:cubicBezTo>
                      <a:cubicBezTo>
                        <a:pt x="12" y="21740"/>
                        <a:pt x="6" y="21739"/>
                        <a:pt x="0" y="21739"/>
                      </a:cubicBezTo>
                      <a:lnTo>
                        <a:pt x="19" y="140"/>
                      </a:lnTo>
                      <a:lnTo>
                        <a:pt x="21618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1" name="Arc 179"/>
                <p:cNvSpPr>
                  <a:spLocks/>
                </p:cNvSpPr>
                <p:nvPr/>
              </p:nvSpPr>
              <p:spPr bwMode="auto">
                <a:xfrm>
                  <a:off x="2652" y="1382"/>
                  <a:ext cx="83" cy="36"/>
                </a:xfrm>
                <a:custGeom>
                  <a:avLst/>
                  <a:gdLst>
                    <a:gd name="T0" fmla="*/ 0 w 21600"/>
                    <a:gd name="T1" fmla="*/ 0 h 21643"/>
                    <a:gd name="T2" fmla="*/ 0 w 21600"/>
                    <a:gd name="T3" fmla="*/ 0 h 21643"/>
                    <a:gd name="T4" fmla="*/ 0 w 21600"/>
                    <a:gd name="T5" fmla="*/ 0 h 21643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43" fill="none" extrusionOk="0">
                      <a:moveTo>
                        <a:pt x="21584" y="21642"/>
                      </a:moveTo>
                      <a:cubicBezTo>
                        <a:pt x="9660" y="21634"/>
                        <a:pt x="0" y="11966"/>
                        <a:pt x="0" y="43"/>
                      </a:cubicBezTo>
                      <a:cubicBezTo>
                        <a:pt x="-1" y="28"/>
                        <a:pt x="0" y="14"/>
                        <a:pt x="0" y="0"/>
                      </a:cubicBezTo>
                    </a:path>
                    <a:path w="21600" h="21643" stroke="0" extrusionOk="0">
                      <a:moveTo>
                        <a:pt x="21584" y="21642"/>
                      </a:moveTo>
                      <a:cubicBezTo>
                        <a:pt x="9660" y="21634"/>
                        <a:pt x="0" y="11966"/>
                        <a:pt x="0" y="43"/>
                      </a:cubicBezTo>
                      <a:cubicBezTo>
                        <a:pt x="-1" y="28"/>
                        <a:pt x="0" y="14"/>
                        <a:pt x="0" y="0"/>
                      </a:cubicBezTo>
                      <a:lnTo>
                        <a:pt x="21600" y="43"/>
                      </a:lnTo>
                      <a:lnTo>
                        <a:pt x="21584" y="21642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57" name="Group 180"/>
              <p:cNvGrpSpPr>
                <a:grpSpLocks/>
              </p:cNvGrpSpPr>
              <p:nvPr/>
            </p:nvGrpSpPr>
            <p:grpSpPr bwMode="auto">
              <a:xfrm>
                <a:off x="2653" y="1358"/>
                <a:ext cx="165" cy="77"/>
                <a:chOff x="2653" y="1358"/>
                <a:chExt cx="165" cy="77"/>
              </a:xfrm>
            </p:grpSpPr>
            <p:sp>
              <p:nvSpPr>
                <p:cNvPr id="158" name="Arc 181"/>
                <p:cNvSpPr>
                  <a:spLocks/>
                </p:cNvSpPr>
                <p:nvPr/>
              </p:nvSpPr>
              <p:spPr bwMode="auto">
                <a:xfrm>
                  <a:off x="2735" y="1358"/>
                  <a:ext cx="83" cy="77"/>
                </a:xfrm>
                <a:custGeom>
                  <a:avLst/>
                  <a:gdLst>
                    <a:gd name="T0" fmla="*/ 0 w 21618"/>
                    <a:gd name="T1" fmla="*/ 0 h 21600"/>
                    <a:gd name="T2" fmla="*/ 0 w 21618"/>
                    <a:gd name="T3" fmla="*/ 0 h 21600"/>
                    <a:gd name="T4" fmla="*/ 0 w 21618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18" h="21600" fill="none" extrusionOk="0">
                      <a:moveTo>
                        <a:pt x="0" y="0"/>
                      </a:moveTo>
                      <a:cubicBezTo>
                        <a:pt x="6" y="0"/>
                        <a:pt x="12" y="-1"/>
                        <a:pt x="18" y="0"/>
                      </a:cubicBezTo>
                      <a:cubicBezTo>
                        <a:pt x="11900" y="0"/>
                        <a:pt x="21551" y="9597"/>
                        <a:pt x="21617" y="21480"/>
                      </a:cubicBezTo>
                    </a:path>
                    <a:path w="21618" h="21600" stroke="0" extrusionOk="0">
                      <a:moveTo>
                        <a:pt x="0" y="0"/>
                      </a:moveTo>
                      <a:cubicBezTo>
                        <a:pt x="6" y="0"/>
                        <a:pt x="12" y="-1"/>
                        <a:pt x="18" y="0"/>
                      </a:cubicBezTo>
                      <a:cubicBezTo>
                        <a:pt x="11900" y="0"/>
                        <a:pt x="21551" y="9597"/>
                        <a:pt x="21617" y="21480"/>
                      </a:cubicBezTo>
                      <a:lnTo>
                        <a:pt x="18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59" name="Arc 182"/>
                <p:cNvSpPr>
                  <a:spLocks/>
                </p:cNvSpPr>
                <p:nvPr/>
              </p:nvSpPr>
              <p:spPr bwMode="auto">
                <a:xfrm>
                  <a:off x="2653" y="1358"/>
                  <a:ext cx="82" cy="30"/>
                </a:xfrm>
                <a:custGeom>
                  <a:avLst/>
                  <a:gdLst>
                    <a:gd name="T0" fmla="*/ 0 w 21597"/>
                    <a:gd name="T1" fmla="*/ 0 h 21600"/>
                    <a:gd name="T2" fmla="*/ 0 w 21597"/>
                    <a:gd name="T3" fmla="*/ 0 h 21600"/>
                    <a:gd name="T4" fmla="*/ 0 w 2159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597" h="21600" fill="none" extrusionOk="0">
                      <a:moveTo>
                        <a:pt x="0" y="21239"/>
                      </a:moveTo>
                      <a:cubicBezTo>
                        <a:pt x="196" y="9457"/>
                        <a:pt x="9799" y="8"/>
                        <a:pt x="21582" y="0"/>
                      </a:cubicBezTo>
                    </a:path>
                    <a:path w="21597" h="21600" stroke="0" extrusionOk="0">
                      <a:moveTo>
                        <a:pt x="0" y="21239"/>
                      </a:moveTo>
                      <a:cubicBezTo>
                        <a:pt x="196" y="9457"/>
                        <a:pt x="9799" y="8"/>
                        <a:pt x="21582" y="0"/>
                      </a:cubicBezTo>
                      <a:lnTo>
                        <a:pt x="21597" y="21600"/>
                      </a:lnTo>
                      <a:lnTo>
                        <a:pt x="0" y="21239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152" name="Arc 183"/>
            <p:cNvSpPr>
              <a:spLocks/>
            </p:cNvSpPr>
            <p:nvPr/>
          </p:nvSpPr>
          <p:spPr bwMode="auto">
            <a:xfrm>
              <a:off x="2735" y="1275"/>
              <a:ext cx="83" cy="77"/>
            </a:xfrm>
            <a:custGeom>
              <a:avLst/>
              <a:gdLst>
                <a:gd name="T0" fmla="*/ 0 w 21618"/>
                <a:gd name="T1" fmla="*/ 0 h 21600"/>
                <a:gd name="T2" fmla="*/ 0 w 21618"/>
                <a:gd name="T3" fmla="*/ 0 h 21600"/>
                <a:gd name="T4" fmla="*/ 0 w 21618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18" h="21600" fill="none" extrusionOk="0">
                  <a:moveTo>
                    <a:pt x="0" y="0"/>
                  </a:moveTo>
                  <a:cubicBezTo>
                    <a:pt x="6" y="0"/>
                    <a:pt x="12" y="-1"/>
                    <a:pt x="18" y="0"/>
                  </a:cubicBezTo>
                  <a:cubicBezTo>
                    <a:pt x="11900" y="0"/>
                    <a:pt x="21551" y="9597"/>
                    <a:pt x="21617" y="21480"/>
                  </a:cubicBezTo>
                </a:path>
                <a:path w="21618" h="21600" stroke="0" extrusionOk="0">
                  <a:moveTo>
                    <a:pt x="0" y="0"/>
                  </a:moveTo>
                  <a:cubicBezTo>
                    <a:pt x="6" y="0"/>
                    <a:pt x="12" y="-1"/>
                    <a:pt x="18" y="0"/>
                  </a:cubicBezTo>
                  <a:cubicBezTo>
                    <a:pt x="11900" y="0"/>
                    <a:pt x="21551" y="9597"/>
                    <a:pt x="21617" y="21480"/>
                  </a:cubicBezTo>
                  <a:lnTo>
                    <a:pt x="18" y="2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3" name="Arc 184"/>
            <p:cNvSpPr>
              <a:spLocks/>
            </p:cNvSpPr>
            <p:nvPr/>
          </p:nvSpPr>
          <p:spPr bwMode="auto">
            <a:xfrm>
              <a:off x="2735" y="1848"/>
              <a:ext cx="83" cy="77"/>
            </a:xfrm>
            <a:custGeom>
              <a:avLst/>
              <a:gdLst>
                <a:gd name="T0" fmla="*/ 0 w 21619"/>
                <a:gd name="T1" fmla="*/ 0 h 21740"/>
                <a:gd name="T2" fmla="*/ 0 w 21619"/>
                <a:gd name="T3" fmla="*/ 0 h 21740"/>
                <a:gd name="T4" fmla="*/ 0 w 21619"/>
                <a:gd name="T5" fmla="*/ 0 h 2174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19" h="21740" fill="none" extrusionOk="0">
                  <a:moveTo>
                    <a:pt x="21618" y="0"/>
                  </a:moveTo>
                  <a:cubicBezTo>
                    <a:pt x="21618" y="46"/>
                    <a:pt x="21619" y="93"/>
                    <a:pt x="21619" y="140"/>
                  </a:cubicBezTo>
                  <a:cubicBezTo>
                    <a:pt x="21619" y="12069"/>
                    <a:pt x="11948" y="21740"/>
                    <a:pt x="19" y="21740"/>
                  </a:cubicBezTo>
                  <a:cubicBezTo>
                    <a:pt x="12" y="21740"/>
                    <a:pt x="6" y="21739"/>
                    <a:pt x="0" y="21739"/>
                  </a:cubicBezTo>
                </a:path>
                <a:path w="21619" h="21740" stroke="0" extrusionOk="0">
                  <a:moveTo>
                    <a:pt x="21618" y="0"/>
                  </a:moveTo>
                  <a:cubicBezTo>
                    <a:pt x="21618" y="46"/>
                    <a:pt x="21619" y="93"/>
                    <a:pt x="21619" y="140"/>
                  </a:cubicBezTo>
                  <a:cubicBezTo>
                    <a:pt x="21619" y="12069"/>
                    <a:pt x="11948" y="21740"/>
                    <a:pt x="19" y="21740"/>
                  </a:cubicBezTo>
                  <a:cubicBezTo>
                    <a:pt x="12" y="21740"/>
                    <a:pt x="6" y="21739"/>
                    <a:pt x="0" y="21739"/>
                  </a:cubicBezTo>
                  <a:lnTo>
                    <a:pt x="19" y="140"/>
                  </a:lnTo>
                  <a:lnTo>
                    <a:pt x="21618" y="0"/>
                  </a:lnTo>
                  <a:close/>
                </a:path>
              </a:pathLst>
            </a:cu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4" name="Line 185"/>
            <p:cNvSpPr>
              <a:spLocks noChangeShapeType="1"/>
            </p:cNvSpPr>
            <p:nvPr/>
          </p:nvSpPr>
          <p:spPr bwMode="auto">
            <a:xfrm flipV="1">
              <a:off x="2734" y="1204"/>
              <a:ext cx="1" cy="7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5" name="Line 186"/>
            <p:cNvSpPr>
              <a:spLocks noChangeShapeType="1"/>
            </p:cNvSpPr>
            <p:nvPr/>
          </p:nvSpPr>
          <p:spPr bwMode="auto">
            <a:xfrm flipV="1">
              <a:off x="2734" y="1924"/>
              <a:ext cx="1" cy="59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92" name="Line 187"/>
          <p:cNvSpPr>
            <a:spLocks noChangeShapeType="1"/>
          </p:cNvSpPr>
          <p:nvPr/>
        </p:nvSpPr>
        <p:spPr bwMode="auto">
          <a:xfrm flipV="1">
            <a:off x="6390152" y="2040528"/>
            <a:ext cx="1588" cy="169862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3" name="Line 188"/>
          <p:cNvSpPr>
            <a:spLocks noChangeShapeType="1"/>
          </p:cNvSpPr>
          <p:nvPr/>
        </p:nvSpPr>
        <p:spPr bwMode="auto">
          <a:xfrm flipV="1">
            <a:off x="6390152" y="3315290"/>
            <a:ext cx="1588" cy="579438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4" name="Oval 189"/>
          <p:cNvSpPr>
            <a:spLocks noChangeArrowheads="1"/>
          </p:cNvSpPr>
          <p:nvPr/>
        </p:nvSpPr>
        <p:spPr bwMode="auto">
          <a:xfrm>
            <a:off x="6137740" y="3248615"/>
            <a:ext cx="111125" cy="93663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5" name="Rectangle 190"/>
          <p:cNvSpPr>
            <a:spLocks noChangeArrowheads="1"/>
          </p:cNvSpPr>
          <p:nvPr/>
        </p:nvSpPr>
        <p:spPr bwMode="auto">
          <a:xfrm>
            <a:off x="6034552" y="2377078"/>
            <a:ext cx="1143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0000"/>
                </a:solidFill>
                <a:latin typeface="Times" panose="02020603050405020304" pitchFamily="18" charset="0"/>
              </a:rPr>
              <a:t>n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6" name="Rectangle 191"/>
          <p:cNvSpPr>
            <a:spLocks noChangeArrowheads="1"/>
          </p:cNvSpPr>
          <p:nvPr/>
        </p:nvSpPr>
        <p:spPr bwMode="auto">
          <a:xfrm>
            <a:off x="6147265" y="2508840"/>
            <a:ext cx="82550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300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97" name="Group 192"/>
          <p:cNvGrpSpPr>
            <a:grpSpLocks/>
          </p:cNvGrpSpPr>
          <p:nvPr/>
        </p:nvGrpSpPr>
        <p:grpSpPr bwMode="auto">
          <a:xfrm>
            <a:off x="6071065" y="3932828"/>
            <a:ext cx="638175" cy="412750"/>
            <a:chOff x="2533" y="2337"/>
            <a:chExt cx="402" cy="260"/>
          </a:xfrm>
        </p:grpSpPr>
        <p:sp>
          <p:nvSpPr>
            <p:cNvPr id="198" name="Line 193"/>
            <p:cNvSpPr>
              <a:spLocks noChangeShapeType="1"/>
            </p:cNvSpPr>
            <p:nvPr/>
          </p:nvSpPr>
          <p:spPr bwMode="auto">
            <a:xfrm flipH="1">
              <a:off x="2533" y="2337"/>
              <a:ext cx="402" cy="1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Line 194"/>
            <p:cNvSpPr>
              <a:spLocks noChangeShapeType="1"/>
            </p:cNvSpPr>
            <p:nvPr/>
          </p:nvSpPr>
          <p:spPr bwMode="auto">
            <a:xfrm>
              <a:off x="2734" y="2337"/>
              <a:ext cx="201" cy="259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0" name="Line 195"/>
            <p:cNvSpPr>
              <a:spLocks noChangeShapeType="1"/>
            </p:cNvSpPr>
            <p:nvPr/>
          </p:nvSpPr>
          <p:spPr bwMode="auto">
            <a:xfrm flipH="1">
              <a:off x="2533" y="2596"/>
              <a:ext cx="40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1" name="Line 196"/>
            <p:cNvSpPr>
              <a:spLocks noChangeShapeType="1"/>
            </p:cNvSpPr>
            <p:nvPr/>
          </p:nvSpPr>
          <p:spPr bwMode="auto">
            <a:xfrm flipV="1">
              <a:off x="2533" y="2337"/>
              <a:ext cx="201" cy="259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2" name="Line 197"/>
          <p:cNvSpPr>
            <a:spLocks noChangeShapeType="1"/>
          </p:cNvSpPr>
          <p:nvPr/>
        </p:nvSpPr>
        <p:spPr bwMode="auto">
          <a:xfrm>
            <a:off x="4159715" y="3707403"/>
            <a:ext cx="1587" cy="1179512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3" name="Line 198"/>
          <p:cNvSpPr>
            <a:spLocks noChangeShapeType="1"/>
          </p:cNvSpPr>
          <p:nvPr/>
        </p:nvSpPr>
        <p:spPr bwMode="auto">
          <a:xfrm>
            <a:off x="4178765" y="4886915"/>
            <a:ext cx="2230437" cy="1588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4" name="Line 199"/>
          <p:cNvSpPr>
            <a:spLocks noChangeShapeType="1"/>
          </p:cNvSpPr>
          <p:nvPr/>
        </p:nvSpPr>
        <p:spPr bwMode="auto">
          <a:xfrm>
            <a:off x="6390152" y="4343990"/>
            <a:ext cx="1588" cy="54292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5" name="Line 200"/>
          <p:cNvSpPr>
            <a:spLocks noChangeShapeType="1"/>
          </p:cNvSpPr>
          <p:nvPr/>
        </p:nvSpPr>
        <p:spPr bwMode="auto">
          <a:xfrm>
            <a:off x="4140665" y="2023065"/>
            <a:ext cx="2268537" cy="1588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6" name="Line 201"/>
          <p:cNvSpPr>
            <a:spLocks noChangeShapeType="1"/>
          </p:cNvSpPr>
          <p:nvPr/>
        </p:nvSpPr>
        <p:spPr bwMode="auto">
          <a:xfrm>
            <a:off x="6709240" y="2227853"/>
            <a:ext cx="1587" cy="10683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07" name="Group 202"/>
          <p:cNvGrpSpPr>
            <a:grpSpLocks/>
          </p:cNvGrpSpPr>
          <p:nvPr/>
        </p:nvGrpSpPr>
        <p:grpSpPr bwMode="auto">
          <a:xfrm>
            <a:off x="8301502" y="2546940"/>
            <a:ext cx="638175" cy="431800"/>
            <a:chOff x="3938" y="1464"/>
            <a:chExt cx="402" cy="272"/>
          </a:xfrm>
        </p:grpSpPr>
        <p:sp>
          <p:nvSpPr>
            <p:cNvPr id="208" name="Line 203"/>
            <p:cNvSpPr>
              <a:spLocks noChangeShapeType="1"/>
            </p:cNvSpPr>
            <p:nvPr/>
          </p:nvSpPr>
          <p:spPr bwMode="auto">
            <a:xfrm flipH="1">
              <a:off x="3938" y="1464"/>
              <a:ext cx="402" cy="1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9" name="Line 204"/>
            <p:cNvSpPr>
              <a:spLocks noChangeShapeType="1"/>
            </p:cNvSpPr>
            <p:nvPr/>
          </p:nvSpPr>
          <p:spPr bwMode="auto">
            <a:xfrm>
              <a:off x="4139" y="1464"/>
              <a:ext cx="201" cy="27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0" name="Line 205"/>
            <p:cNvSpPr>
              <a:spLocks noChangeShapeType="1"/>
            </p:cNvSpPr>
            <p:nvPr/>
          </p:nvSpPr>
          <p:spPr bwMode="auto">
            <a:xfrm flipH="1">
              <a:off x="3938" y="1735"/>
              <a:ext cx="40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1" name="Line 206"/>
            <p:cNvSpPr>
              <a:spLocks noChangeShapeType="1"/>
            </p:cNvSpPr>
            <p:nvPr/>
          </p:nvSpPr>
          <p:spPr bwMode="auto">
            <a:xfrm flipV="1">
              <a:off x="3938" y="1464"/>
              <a:ext cx="201" cy="27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12" name="Line 207"/>
          <p:cNvSpPr>
            <a:spLocks noChangeShapeType="1"/>
          </p:cNvSpPr>
          <p:nvPr/>
        </p:nvSpPr>
        <p:spPr bwMode="auto">
          <a:xfrm>
            <a:off x="8620590" y="2977153"/>
            <a:ext cx="1587" cy="525462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3" name="Line 208"/>
          <p:cNvSpPr>
            <a:spLocks noChangeShapeType="1"/>
          </p:cNvSpPr>
          <p:nvPr/>
        </p:nvSpPr>
        <p:spPr bwMode="auto">
          <a:xfrm>
            <a:off x="8620590" y="2023065"/>
            <a:ext cx="1587" cy="523875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4" name="Rectangle 209"/>
          <p:cNvSpPr>
            <a:spLocks noChangeArrowheads="1"/>
          </p:cNvSpPr>
          <p:nvPr/>
        </p:nvSpPr>
        <p:spPr bwMode="auto">
          <a:xfrm>
            <a:off x="7139452" y="1516653"/>
            <a:ext cx="192088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1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5" name="Rectangle 210"/>
          <p:cNvSpPr>
            <a:spLocks noChangeArrowheads="1"/>
          </p:cNvSpPr>
          <p:nvPr/>
        </p:nvSpPr>
        <p:spPr bwMode="auto">
          <a:xfrm>
            <a:off x="7363290" y="1667465"/>
            <a:ext cx="9525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5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6" name="Rectangle 211"/>
          <p:cNvSpPr>
            <a:spLocks noChangeArrowheads="1"/>
          </p:cNvSpPr>
          <p:nvPr/>
        </p:nvSpPr>
        <p:spPr bwMode="auto">
          <a:xfrm>
            <a:off x="9030165" y="2902540"/>
            <a:ext cx="192087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1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7" name="Rectangle 212"/>
          <p:cNvSpPr>
            <a:spLocks noChangeArrowheads="1"/>
          </p:cNvSpPr>
          <p:nvPr/>
        </p:nvSpPr>
        <p:spPr bwMode="auto">
          <a:xfrm>
            <a:off x="9274640" y="3051765"/>
            <a:ext cx="9525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5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8" name="Rectangle 213"/>
          <p:cNvSpPr>
            <a:spLocks noChangeArrowheads="1"/>
          </p:cNvSpPr>
          <p:nvPr/>
        </p:nvSpPr>
        <p:spPr bwMode="auto">
          <a:xfrm>
            <a:off x="6502865" y="4382090"/>
            <a:ext cx="192087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1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9" name="Rectangle 214"/>
          <p:cNvSpPr>
            <a:spLocks noChangeArrowheads="1"/>
          </p:cNvSpPr>
          <p:nvPr/>
        </p:nvSpPr>
        <p:spPr bwMode="auto">
          <a:xfrm>
            <a:off x="6783852" y="4531315"/>
            <a:ext cx="9525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500" b="1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0" name="Line 215"/>
          <p:cNvSpPr>
            <a:spLocks noChangeShapeType="1"/>
          </p:cNvSpPr>
          <p:nvPr/>
        </p:nvSpPr>
        <p:spPr bwMode="auto">
          <a:xfrm>
            <a:off x="5642440" y="2116728"/>
            <a:ext cx="0" cy="31432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1" name="Line 216"/>
          <p:cNvSpPr>
            <a:spLocks noChangeShapeType="1"/>
          </p:cNvSpPr>
          <p:nvPr/>
        </p:nvSpPr>
        <p:spPr bwMode="auto">
          <a:xfrm flipV="1">
            <a:off x="6386977" y="3499440"/>
            <a:ext cx="0" cy="219075"/>
          </a:xfrm>
          <a:prstGeom prst="line">
            <a:avLst/>
          </a:prstGeom>
          <a:noFill/>
          <a:ln w="38100">
            <a:solidFill>
              <a:srgbClr val="0033CC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22" name="Group 217"/>
          <p:cNvGrpSpPr>
            <a:grpSpLocks/>
          </p:cNvGrpSpPr>
          <p:nvPr/>
        </p:nvGrpSpPr>
        <p:grpSpPr bwMode="auto">
          <a:xfrm rot="-5400000">
            <a:off x="9453233" y="1393622"/>
            <a:ext cx="282575" cy="1236662"/>
            <a:chOff x="2179" y="1204"/>
            <a:chExt cx="178" cy="779"/>
          </a:xfrm>
        </p:grpSpPr>
        <p:grpSp>
          <p:nvGrpSpPr>
            <p:cNvPr id="223" name="Group 218"/>
            <p:cNvGrpSpPr>
              <a:grpSpLocks/>
            </p:cNvGrpSpPr>
            <p:nvPr/>
          </p:nvGrpSpPr>
          <p:grpSpPr bwMode="auto">
            <a:xfrm>
              <a:off x="2179" y="1753"/>
              <a:ext cx="178" cy="95"/>
              <a:chOff x="2179" y="1753"/>
              <a:chExt cx="178" cy="95"/>
            </a:xfrm>
          </p:grpSpPr>
          <p:grpSp>
            <p:nvGrpSpPr>
              <p:cNvPr id="263" name="Group 219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77"/>
                <a:chOff x="2179" y="1753"/>
                <a:chExt cx="178" cy="77"/>
              </a:xfrm>
            </p:grpSpPr>
            <p:sp>
              <p:nvSpPr>
                <p:cNvPr id="267" name="Arc 220"/>
                <p:cNvSpPr>
                  <a:spLocks/>
                </p:cNvSpPr>
                <p:nvPr/>
              </p:nvSpPr>
              <p:spPr bwMode="auto">
                <a:xfrm>
                  <a:off x="2268" y="1753"/>
                  <a:ext cx="89" cy="77"/>
                </a:xfrm>
                <a:custGeom>
                  <a:avLst/>
                  <a:gdLst>
                    <a:gd name="T0" fmla="*/ 0 w 21710"/>
                    <a:gd name="T1" fmla="*/ 0 h 21729"/>
                    <a:gd name="T2" fmla="*/ 0 w 21710"/>
                    <a:gd name="T3" fmla="*/ 0 h 21729"/>
                    <a:gd name="T4" fmla="*/ 0 w 21710"/>
                    <a:gd name="T5" fmla="*/ 0 h 21729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10" h="21729" fill="none" extrusionOk="0">
                      <a:moveTo>
                        <a:pt x="21709" y="0"/>
                      </a:moveTo>
                      <a:cubicBezTo>
                        <a:pt x="21709" y="43"/>
                        <a:pt x="21710" y="86"/>
                        <a:pt x="21710" y="129"/>
                      </a:cubicBezTo>
                      <a:cubicBezTo>
                        <a:pt x="21710" y="12058"/>
                        <a:pt x="12039" y="21729"/>
                        <a:pt x="110" y="21729"/>
                      </a:cubicBezTo>
                      <a:cubicBezTo>
                        <a:pt x="73" y="21729"/>
                        <a:pt x="36" y="21728"/>
                        <a:pt x="0" y="21728"/>
                      </a:cubicBezTo>
                    </a:path>
                    <a:path w="21710" h="21729" stroke="0" extrusionOk="0">
                      <a:moveTo>
                        <a:pt x="21709" y="0"/>
                      </a:moveTo>
                      <a:cubicBezTo>
                        <a:pt x="21709" y="43"/>
                        <a:pt x="21710" y="86"/>
                        <a:pt x="21710" y="129"/>
                      </a:cubicBezTo>
                      <a:cubicBezTo>
                        <a:pt x="21710" y="12058"/>
                        <a:pt x="12039" y="21729"/>
                        <a:pt x="110" y="21729"/>
                      </a:cubicBezTo>
                      <a:cubicBezTo>
                        <a:pt x="73" y="21729"/>
                        <a:pt x="36" y="21728"/>
                        <a:pt x="0" y="21728"/>
                      </a:cubicBezTo>
                      <a:lnTo>
                        <a:pt x="110" y="129"/>
                      </a:lnTo>
                      <a:lnTo>
                        <a:pt x="21709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68" name="Arc 221"/>
                <p:cNvSpPr>
                  <a:spLocks/>
                </p:cNvSpPr>
                <p:nvPr/>
              </p:nvSpPr>
              <p:spPr bwMode="auto">
                <a:xfrm>
                  <a:off x="2179" y="1800"/>
                  <a:ext cx="89" cy="29"/>
                </a:xfrm>
                <a:custGeom>
                  <a:avLst/>
                  <a:gdLst>
                    <a:gd name="T0" fmla="*/ 0 w 21600"/>
                    <a:gd name="T1" fmla="*/ 0 h 21937"/>
                    <a:gd name="T2" fmla="*/ 0 w 21600"/>
                    <a:gd name="T3" fmla="*/ 0 h 21937"/>
                    <a:gd name="T4" fmla="*/ 0 w 21600"/>
                    <a:gd name="T5" fmla="*/ 0 h 2193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37" fill="none" extrusionOk="0">
                      <a:moveTo>
                        <a:pt x="21509" y="21936"/>
                      </a:moveTo>
                      <a:cubicBezTo>
                        <a:pt x="9615" y="21886"/>
                        <a:pt x="0" y="12230"/>
                        <a:pt x="0" y="337"/>
                      </a:cubicBezTo>
                      <a:cubicBezTo>
                        <a:pt x="-1" y="224"/>
                        <a:pt x="0" y="112"/>
                        <a:pt x="2" y="-1"/>
                      </a:cubicBezTo>
                    </a:path>
                    <a:path w="21600" h="21937" stroke="0" extrusionOk="0">
                      <a:moveTo>
                        <a:pt x="21509" y="21936"/>
                      </a:moveTo>
                      <a:cubicBezTo>
                        <a:pt x="9615" y="21886"/>
                        <a:pt x="0" y="12230"/>
                        <a:pt x="0" y="337"/>
                      </a:cubicBezTo>
                      <a:cubicBezTo>
                        <a:pt x="-1" y="224"/>
                        <a:pt x="0" y="112"/>
                        <a:pt x="2" y="-1"/>
                      </a:cubicBezTo>
                      <a:lnTo>
                        <a:pt x="21600" y="337"/>
                      </a:lnTo>
                      <a:lnTo>
                        <a:pt x="21509" y="21936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264" name="Group 222"/>
              <p:cNvGrpSpPr>
                <a:grpSpLocks/>
              </p:cNvGrpSpPr>
              <p:nvPr/>
            </p:nvGrpSpPr>
            <p:grpSpPr bwMode="auto">
              <a:xfrm>
                <a:off x="2179" y="1771"/>
                <a:ext cx="178" cy="77"/>
                <a:chOff x="2179" y="1771"/>
                <a:chExt cx="178" cy="77"/>
              </a:xfrm>
            </p:grpSpPr>
            <p:sp>
              <p:nvSpPr>
                <p:cNvPr id="265" name="Arc 223"/>
                <p:cNvSpPr>
                  <a:spLocks/>
                </p:cNvSpPr>
                <p:nvPr/>
              </p:nvSpPr>
              <p:spPr bwMode="auto">
                <a:xfrm>
                  <a:off x="2268" y="1771"/>
                  <a:ext cx="89" cy="77"/>
                </a:xfrm>
                <a:custGeom>
                  <a:avLst/>
                  <a:gdLst>
                    <a:gd name="T0" fmla="*/ 0 w 21706"/>
                    <a:gd name="T1" fmla="*/ 0 h 21600"/>
                    <a:gd name="T2" fmla="*/ 0 w 21706"/>
                    <a:gd name="T3" fmla="*/ 0 h 21600"/>
                    <a:gd name="T4" fmla="*/ 0 w 21706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6" h="21600" fill="none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77" y="0"/>
                        <a:pt x="21624" y="9579"/>
                        <a:pt x="21706" y="21449"/>
                      </a:cubicBezTo>
                    </a:path>
                    <a:path w="21706" h="21600" stroke="0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77" y="0"/>
                        <a:pt x="21624" y="9579"/>
                        <a:pt x="21706" y="21449"/>
                      </a:cubicBezTo>
                      <a:lnTo>
                        <a:pt x="107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66" name="Arc 224"/>
                <p:cNvSpPr>
                  <a:spLocks/>
                </p:cNvSpPr>
                <p:nvPr/>
              </p:nvSpPr>
              <p:spPr bwMode="auto">
                <a:xfrm>
                  <a:off x="2179" y="1771"/>
                  <a:ext cx="89" cy="35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600"/>
                      </a:moveTo>
                      <a:cubicBezTo>
                        <a:pt x="0" y="9707"/>
                        <a:pt x="9613" y="51"/>
                        <a:pt x="21506" y="0"/>
                      </a:cubicBezTo>
                    </a:path>
                    <a:path w="21600" h="21600" stroke="0" extrusionOk="0">
                      <a:moveTo>
                        <a:pt x="0" y="21600"/>
                      </a:moveTo>
                      <a:cubicBezTo>
                        <a:pt x="0" y="9707"/>
                        <a:pt x="9613" y="51"/>
                        <a:pt x="21506" y="0"/>
                      </a:cubicBezTo>
                      <a:lnTo>
                        <a:pt x="21600" y="21600"/>
                      </a:lnTo>
                      <a:lnTo>
                        <a:pt x="0" y="2160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24" name="Group 225"/>
            <p:cNvGrpSpPr>
              <a:grpSpLocks/>
            </p:cNvGrpSpPr>
            <p:nvPr/>
          </p:nvGrpSpPr>
          <p:grpSpPr bwMode="auto">
            <a:xfrm>
              <a:off x="2179" y="1670"/>
              <a:ext cx="178" cy="95"/>
              <a:chOff x="2179" y="1670"/>
              <a:chExt cx="178" cy="95"/>
            </a:xfrm>
          </p:grpSpPr>
          <p:grpSp>
            <p:nvGrpSpPr>
              <p:cNvPr id="257" name="Group 226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78"/>
                <a:chOff x="2179" y="1670"/>
                <a:chExt cx="178" cy="78"/>
              </a:xfrm>
            </p:grpSpPr>
            <p:sp>
              <p:nvSpPr>
                <p:cNvPr id="261" name="Arc 227"/>
                <p:cNvSpPr>
                  <a:spLocks/>
                </p:cNvSpPr>
                <p:nvPr/>
              </p:nvSpPr>
              <p:spPr bwMode="auto">
                <a:xfrm>
                  <a:off x="2268" y="1670"/>
                  <a:ext cx="89" cy="77"/>
                </a:xfrm>
                <a:custGeom>
                  <a:avLst/>
                  <a:gdLst>
                    <a:gd name="T0" fmla="*/ 0 w 21710"/>
                    <a:gd name="T1" fmla="*/ 0 h 21750"/>
                    <a:gd name="T2" fmla="*/ 0 w 21710"/>
                    <a:gd name="T3" fmla="*/ 0 h 21750"/>
                    <a:gd name="T4" fmla="*/ 0 w 21710"/>
                    <a:gd name="T5" fmla="*/ 0 h 2175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10" h="21750" fill="none" extrusionOk="0">
                      <a:moveTo>
                        <a:pt x="21709" y="-1"/>
                      </a:moveTo>
                      <a:cubicBezTo>
                        <a:pt x="21709" y="49"/>
                        <a:pt x="21710" y="99"/>
                        <a:pt x="21710" y="150"/>
                      </a:cubicBezTo>
                      <a:cubicBezTo>
                        <a:pt x="21710" y="12079"/>
                        <a:pt x="12039" y="21750"/>
                        <a:pt x="110" y="21750"/>
                      </a:cubicBezTo>
                      <a:cubicBezTo>
                        <a:pt x="73" y="21750"/>
                        <a:pt x="36" y="21749"/>
                        <a:pt x="0" y="21749"/>
                      </a:cubicBezTo>
                    </a:path>
                    <a:path w="21710" h="21750" stroke="0" extrusionOk="0">
                      <a:moveTo>
                        <a:pt x="21709" y="-1"/>
                      </a:moveTo>
                      <a:cubicBezTo>
                        <a:pt x="21709" y="49"/>
                        <a:pt x="21710" y="99"/>
                        <a:pt x="21710" y="150"/>
                      </a:cubicBezTo>
                      <a:cubicBezTo>
                        <a:pt x="21710" y="12079"/>
                        <a:pt x="12039" y="21750"/>
                        <a:pt x="110" y="21750"/>
                      </a:cubicBezTo>
                      <a:cubicBezTo>
                        <a:pt x="73" y="21750"/>
                        <a:pt x="36" y="21749"/>
                        <a:pt x="0" y="21749"/>
                      </a:cubicBezTo>
                      <a:lnTo>
                        <a:pt x="110" y="150"/>
                      </a:lnTo>
                      <a:lnTo>
                        <a:pt x="21709" y="-1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62" name="Arc 228"/>
                <p:cNvSpPr>
                  <a:spLocks/>
                </p:cNvSpPr>
                <p:nvPr/>
              </p:nvSpPr>
              <p:spPr bwMode="auto">
                <a:xfrm>
                  <a:off x="2179" y="1718"/>
                  <a:ext cx="89" cy="30"/>
                </a:xfrm>
                <a:custGeom>
                  <a:avLst/>
                  <a:gdLst>
                    <a:gd name="T0" fmla="*/ 0 w 21600"/>
                    <a:gd name="T1" fmla="*/ 0 h 21931"/>
                    <a:gd name="T2" fmla="*/ 0 w 21600"/>
                    <a:gd name="T3" fmla="*/ 0 h 21931"/>
                    <a:gd name="T4" fmla="*/ 0 w 21600"/>
                    <a:gd name="T5" fmla="*/ 0 h 21931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31" fill="none" extrusionOk="0">
                      <a:moveTo>
                        <a:pt x="21507" y="21930"/>
                      </a:moveTo>
                      <a:cubicBezTo>
                        <a:pt x="9614" y="21879"/>
                        <a:pt x="0" y="12224"/>
                        <a:pt x="0" y="331"/>
                      </a:cubicBezTo>
                      <a:cubicBezTo>
                        <a:pt x="-1" y="220"/>
                        <a:pt x="0" y="110"/>
                        <a:pt x="2" y="-1"/>
                      </a:cubicBezTo>
                    </a:path>
                    <a:path w="21600" h="21931" stroke="0" extrusionOk="0">
                      <a:moveTo>
                        <a:pt x="21507" y="21930"/>
                      </a:moveTo>
                      <a:cubicBezTo>
                        <a:pt x="9614" y="21879"/>
                        <a:pt x="0" y="12224"/>
                        <a:pt x="0" y="331"/>
                      </a:cubicBezTo>
                      <a:cubicBezTo>
                        <a:pt x="-1" y="220"/>
                        <a:pt x="0" y="110"/>
                        <a:pt x="2" y="-1"/>
                      </a:cubicBezTo>
                      <a:lnTo>
                        <a:pt x="21600" y="331"/>
                      </a:lnTo>
                      <a:lnTo>
                        <a:pt x="21507" y="2193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258" name="Group 229"/>
              <p:cNvGrpSpPr>
                <a:grpSpLocks/>
              </p:cNvGrpSpPr>
              <p:nvPr/>
            </p:nvGrpSpPr>
            <p:grpSpPr bwMode="auto">
              <a:xfrm>
                <a:off x="2179" y="1688"/>
                <a:ext cx="178" cy="77"/>
                <a:chOff x="2179" y="1688"/>
                <a:chExt cx="178" cy="77"/>
              </a:xfrm>
            </p:grpSpPr>
            <p:sp>
              <p:nvSpPr>
                <p:cNvPr id="259" name="Arc 230"/>
                <p:cNvSpPr>
                  <a:spLocks/>
                </p:cNvSpPr>
                <p:nvPr/>
              </p:nvSpPr>
              <p:spPr bwMode="auto">
                <a:xfrm>
                  <a:off x="2268" y="1688"/>
                  <a:ext cx="89" cy="77"/>
                </a:xfrm>
                <a:custGeom>
                  <a:avLst/>
                  <a:gdLst>
                    <a:gd name="T0" fmla="*/ 0 w 21707"/>
                    <a:gd name="T1" fmla="*/ 0 h 21600"/>
                    <a:gd name="T2" fmla="*/ 0 w 21707"/>
                    <a:gd name="T3" fmla="*/ 0 h 21600"/>
                    <a:gd name="T4" fmla="*/ 0 w 2170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7" h="21600" fill="none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86" y="0"/>
                        <a:pt x="21635" y="9592"/>
                        <a:pt x="21706" y="21471"/>
                      </a:cubicBezTo>
                    </a:path>
                    <a:path w="21707" h="21600" stroke="0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86" y="0"/>
                        <a:pt x="21635" y="9592"/>
                        <a:pt x="21706" y="21471"/>
                      </a:cubicBezTo>
                      <a:lnTo>
                        <a:pt x="107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60" name="Arc 231"/>
                <p:cNvSpPr>
                  <a:spLocks/>
                </p:cNvSpPr>
                <p:nvPr/>
              </p:nvSpPr>
              <p:spPr bwMode="auto">
                <a:xfrm>
                  <a:off x="2179" y="1688"/>
                  <a:ext cx="89" cy="36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554"/>
                      </a:moveTo>
                      <a:cubicBezTo>
                        <a:pt x="25" y="9680"/>
                        <a:pt x="9630" y="52"/>
                        <a:pt x="21504" y="0"/>
                      </a:cubicBezTo>
                    </a:path>
                    <a:path w="21600" h="21600" stroke="0" extrusionOk="0">
                      <a:moveTo>
                        <a:pt x="0" y="21554"/>
                      </a:moveTo>
                      <a:cubicBezTo>
                        <a:pt x="25" y="9680"/>
                        <a:pt x="9630" y="52"/>
                        <a:pt x="21504" y="0"/>
                      </a:cubicBezTo>
                      <a:lnTo>
                        <a:pt x="21600" y="21600"/>
                      </a:lnTo>
                      <a:lnTo>
                        <a:pt x="0" y="21554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25" name="Group 232"/>
            <p:cNvGrpSpPr>
              <a:grpSpLocks/>
            </p:cNvGrpSpPr>
            <p:nvPr/>
          </p:nvGrpSpPr>
          <p:grpSpPr bwMode="auto">
            <a:xfrm>
              <a:off x="2179" y="1588"/>
              <a:ext cx="178" cy="95"/>
              <a:chOff x="2179" y="1588"/>
              <a:chExt cx="178" cy="95"/>
            </a:xfrm>
          </p:grpSpPr>
          <p:grpSp>
            <p:nvGrpSpPr>
              <p:cNvPr id="251" name="Group 233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77"/>
                <a:chOff x="2179" y="1588"/>
                <a:chExt cx="178" cy="77"/>
              </a:xfrm>
            </p:grpSpPr>
            <p:sp>
              <p:nvSpPr>
                <p:cNvPr id="255" name="Arc 234"/>
                <p:cNvSpPr>
                  <a:spLocks/>
                </p:cNvSpPr>
                <p:nvPr/>
              </p:nvSpPr>
              <p:spPr bwMode="auto">
                <a:xfrm>
                  <a:off x="2268" y="1588"/>
                  <a:ext cx="89" cy="77"/>
                </a:xfrm>
                <a:custGeom>
                  <a:avLst/>
                  <a:gdLst>
                    <a:gd name="T0" fmla="*/ 0 w 21710"/>
                    <a:gd name="T1" fmla="*/ 0 h 21729"/>
                    <a:gd name="T2" fmla="*/ 0 w 21710"/>
                    <a:gd name="T3" fmla="*/ 0 h 21729"/>
                    <a:gd name="T4" fmla="*/ 0 w 21710"/>
                    <a:gd name="T5" fmla="*/ 0 h 21729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10" h="21729" fill="none" extrusionOk="0">
                      <a:moveTo>
                        <a:pt x="21709" y="0"/>
                      </a:moveTo>
                      <a:cubicBezTo>
                        <a:pt x="21709" y="43"/>
                        <a:pt x="21710" y="86"/>
                        <a:pt x="21710" y="129"/>
                      </a:cubicBezTo>
                      <a:cubicBezTo>
                        <a:pt x="21710" y="12058"/>
                        <a:pt x="12039" y="21729"/>
                        <a:pt x="110" y="21729"/>
                      </a:cubicBezTo>
                      <a:cubicBezTo>
                        <a:pt x="73" y="21729"/>
                        <a:pt x="36" y="21728"/>
                        <a:pt x="0" y="21728"/>
                      </a:cubicBezTo>
                    </a:path>
                    <a:path w="21710" h="21729" stroke="0" extrusionOk="0">
                      <a:moveTo>
                        <a:pt x="21709" y="0"/>
                      </a:moveTo>
                      <a:cubicBezTo>
                        <a:pt x="21709" y="43"/>
                        <a:pt x="21710" y="86"/>
                        <a:pt x="21710" y="129"/>
                      </a:cubicBezTo>
                      <a:cubicBezTo>
                        <a:pt x="21710" y="12058"/>
                        <a:pt x="12039" y="21729"/>
                        <a:pt x="110" y="21729"/>
                      </a:cubicBezTo>
                      <a:cubicBezTo>
                        <a:pt x="73" y="21729"/>
                        <a:pt x="36" y="21728"/>
                        <a:pt x="0" y="21728"/>
                      </a:cubicBezTo>
                      <a:lnTo>
                        <a:pt x="110" y="129"/>
                      </a:lnTo>
                      <a:lnTo>
                        <a:pt x="21709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56" name="Arc 235"/>
                <p:cNvSpPr>
                  <a:spLocks/>
                </p:cNvSpPr>
                <p:nvPr/>
              </p:nvSpPr>
              <p:spPr bwMode="auto">
                <a:xfrm>
                  <a:off x="2179" y="1635"/>
                  <a:ext cx="89" cy="29"/>
                </a:xfrm>
                <a:custGeom>
                  <a:avLst/>
                  <a:gdLst>
                    <a:gd name="T0" fmla="*/ 0 w 21600"/>
                    <a:gd name="T1" fmla="*/ 0 h 21937"/>
                    <a:gd name="T2" fmla="*/ 0 w 21600"/>
                    <a:gd name="T3" fmla="*/ 0 h 21937"/>
                    <a:gd name="T4" fmla="*/ 0 w 21600"/>
                    <a:gd name="T5" fmla="*/ 0 h 2193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37" fill="none" extrusionOk="0">
                      <a:moveTo>
                        <a:pt x="21509" y="21936"/>
                      </a:moveTo>
                      <a:cubicBezTo>
                        <a:pt x="9615" y="21886"/>
                        <a:pt x="0" y="12230"/>
                        <a:pt x="0" y="337"/>
                      </a:cubicBezTo>
                      <a:cubicBezTo>
                        <a:pt x="-1" y="224"/>
                        <a:pt x="0" y="112"/>
                        <a:pt x="2" y="-1"/>
                      </a:cubicBezTo>
                    </a:path>
                    <a:path w="21600" h="21937" stroke="0" extrusionOk="0">
                      <a:moveTo>
                        <a:pt x="21509" y="21936"/>
                      </a:moveTo>
                      <a:cubicBezTo>
                        <a:pt x="9615" y="21886"/>
                        <a:pt x="0" y="12230"/>
                        <a:pt x="0" y="337"/>
                      </a:cubicBezTo>
                      <a:cubicBezTo>
                        <a:pt x="-1" y="224"/>
                        <a:pt x="0" y="112"/>
                        <a:pt x="2" y="-1"/>
                      </a:cubicBezTo>
                      <a:lnTo>
                        <a:pt x="21600" y="337"/>
                      </a:lnTo>
                      <a:lnTo>
                        <a:pt x="21509" y="21936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252" name="Group 236"/>
              <p:cNvGrpSpPr>
                <a:grpSpLocks/>
              </p:cNvGrpSpPr>
              <p:nvPr/>
            </p:nvGrpSpPr>
            <p:grpSpPr bwMode="auto">
              <a:xfrm>
                <a:off x="2179" y="1606"/>
                <a:ext cx="178" cy="77"/>
                <a:chOff x="2179" y="1606"/>
                <a:chExt cx="178" cy="77"/>
              </a:xfrm>
            </p:grpSpPr>
            <p:sp>
              <p:nvSpPr>
                <p:cNvPr id="253" name="Arc 237"/>
                <p:cNvSpPr>
                  <a:spLocks/>
                </p:cNvSpPr>
                <p:nvPr/>
              </p:nvSpPr>
              <p:spPr bwMode="auto">
                <a:xfrm>
                  <a:off x="2268" y="1606"/>
                  <a:ext cx="89" cy="77"/>
                </a:xfrm>
                <a:custGeom>
                  <a:avLst/>
                  <a:gdLst>
                    <a:gd name="T0" fmla="*/ 0 w 21706"/>
                    <a:gd name="T1" fmla="*/ 0 h 21600"/>
                    <a:gd name="T2" fmla="*/ 0 w 21706"/>
                    <a:gd name="T3" fmla="*/ 0 h 21600"/>
                    <a:gd name="T4" fmla="*/ 0 w 21706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6" h="21600" fill="none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77" y="0"/>
                        <a:pt x="21624" y="9579"/>
                        <a:pt x="21706" y="21449"/>
                      </a:cubicBezTo>
                    </a:path>
                    <a:path w="21706" h="21600" stroke="0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77" y="0"/>
                        <a:pt x="21624" y="9579"/>
                        <a:pt x="21706" y="21449"/>
                      </a:cubicBezTo>
                      <a:lnTo>
                        <a:pt x="107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54" name="Arc 238"/>
                <p:cNvSpPr>
                  <a:spLocks/>
                </p:cNvSpPr>
                <p:nvPr/>
              </p:nvSpPr>
              <p:spPr bwMode="auto">
                <a:xfrm>
                  <a:off x="2179" y="1606"/>
                  <a:ext cx="89" cy="35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600"/>
                      </a:moveTo>
                      <a:cubicBezTo>
                        <a:pt x="0" y="9707"/>
                        <a:pt x="9613" y="51"/>
                        <a:pt x="21506" y="0"/>
                      </a:cubicBezTo>
                    </a:path>
                    <a:path w="21600" h="21600" stroke="0" extrusionOk="0">
                      <a:moveTo>
                        <a:pt x="0" y="21600"/>
                      </a:moveTo>
                      <a:cubicBezTo>
                        <a:pt x="0" y="9707"/>
                        <a:pt x="9613" y="51"/>
                        <a:pt x="21506" y="0"/>
                      </a:cubicBezTo>
                      <a:lnTo>
                        <a:pt x="21600" y="21600"/>
                      </a:lnTo>
                      <a:lnTo>
                        <a:pt x="0" y="2160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26" name="Group 239"/>
            <p:cNvGrpSpPr>
              <a:grpSpLocks/>
            </p:cNvGrpSpPr>
            <p:nvPr/>
          </p:nvGrpSpPr>
          <p:grpSpPr bwMode="auto">
            <a:xfrm>
              <a:off x="2179" y="1505"/>
              <a:ext cx="178" cy="95"/>
              <a:chOff x="2179" y="1505"/>
              <a:chExt cx="178" cy="95"/>
            </a:xfrm>
          </p:grpSpPr>
          <p:grpSp>
            <p:nvGrpSpPr>
              <p:cNvPr id="245" name="Group 240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78"/>
                <a:chOff x="2179" y="1505"/>
                <a:chExt cx="178" cy="78"/>
              </a:xfrm>
            </p:grpSpPr>
            <p:sp>
              <p:nvSpPr>
                <p:cNvPr id="249" name="Arc 241"/>
                <p:cNvSpPr>
                  <a:spLocks/>
                </p:cNvSpPr>
                <p:nvPr/>
              </p:nvSpPr>
              <p:spPr bwMode="auto">
                <a:xfrm>
                  <a:off x="2268" y="1505"/>
                  <a:ext cx="89" cy="77"/>
                </a:xfrm>
                <a:custGeom>
                  <a:avLst/>
                  <a:gdLst>
                    <a:gd name="T0" fmla="*/ 0 w 21710"/>
                    <a:gd name="T1" fmla="*/ 0 h 21750"/>
                    <a:gd name="T2" fmla="*/ 0 w 21710"/>
                    <a:gd name="T3" fmla="*/ 0 h 21750"/>
                    <a:gd name="T4" fmla="*/ 0 w 21710"/>
                    <a:gd name="T5" fmla="*/ 0 h 2175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10" h="21750" fill="none" extrusionOk="0">
                      <a:moveTo>
                        <a:pt x="21709" y="-1"/>
                      </a:moveTo>
                      <a:cubicBezTo>
                        <a:pt x="21709" y="49"/>
                        <a:pt x="21710" y="99"/>
                        <a:pt x="21710" y="150"/>
                      </a:cubicBezTo>
                      <a:cubicBezTo>
                        <a:pt x="21710" y="12079"/>
                        <a:pt x="12039" y="21750"/>
                        <a:pt x="110" y="21750"/>
                      </a:cubicBezTo>
                      <a:cubicBezTo>
                        <a:pt x="73" y="21750"/>
                        <a:pt x="36" y="21749"/>
                        <a:pt x="0" y="21749"/>
                      </a:cubicBezTo>
                    </a:path>
                    <a:path w="21710" h="21750" stroke="0" extrusionOk="0">
                      <a:moveTo>
                        <a:pt x="21709" y="-1"/>
                      </a:moveTo>
                      <a:cubicBezTo>
                        <a:pt x="21709" y="49"/>
                        <a:pt x="21710" y="99"/>
                        <a:pt x="21710" y="150"/>
                      </a:cubicBezTo>
                      <a:cubicBezTo>
                        <a:pt x="21710" y="12079"/>
                        <a:pt x="12039" y="21750"/>
                        <a:pt x="110" y="21750"/>
                      </a:cubicBezTo>
                      <a:cubicBezTo>
                        <a:pt x="73" y="21750"/>
                        <a:pt x="36" y="21749"/>
                        <a:pt x="0" y="21749"/>
                      </a:cubicBezTo>
                      <a:lnTo>
                        <a:pt x="110" y="150"/>
                      </a:lnTo>
                      <a:lnTo>
                        <a:pt x="21709" y="-1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50" name="Arc 242"/>
                <p:cNvSpPr>
                  <a:spLocks/>
                </p:cNvSpPr>
                <p:nvPr/>
              </p:nvSpPr>
              <p:spPr bwMode="auto">
                <a:xfrm>
                  <a:off x="2179" y="1553"/>
                  <a:ext cx="89" cy="30"/>
                </a:xfrm>
                <a:custGeom>
                  <a:avLst/>
                  <a:gdLst>
                    <a:gd name="T0" fmla="*/ 0 w 21600"/>
                    <a:gd name="T1" fmla="*/ 0 h 21931"/>
                    <a:gd name="T2" fmla="*/ 0 w 21600"/>
                    <a:gd name="T3" fmla="*/ 0 h 21931"/>
                    <a:gd name="T4" fmla="*/ 0 w 21600"/>
                    <a:gd name="T5" fmla="*/ 0 h 21931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931" fill="none" extrusionOk="0">
                      <a:moveTo>
                        <a:pt x="21507" y="21930"/>
                      </a:moveTo>
                      <a:cubicBezTo>
                        <a:pt x="9614" y="21879"/>
                        <a:pt x="0" y="12224"/>
                        <a:pt x="0" y="331"/>
                      </a:cubicBezTo>
                      <a:cubicBezTo>
                        <a:pt x="-1" y="220"/>
                        <a:pt x="0" y="110"/>
                        <a:pt x="2" y="-1"/>
                      </a:cubicBezTo>
                    </a:path>
                    <a:path w="21600" h="21931" stroke="0" extrusionOk="0">
                      <a:moveTo>
                        <a:pt x="21507" y="21930"/>
                      </a:moveTo>
                      <a:cubicBezTo>
                        <a:pt x="9614" y="21879"/>
                        <a:pt x="0" y="12224"/>
                        <a:pt x="0" y="331"/>
                      </a:cubicBezTo>
                      <a:cubicBezTo>
                        <a:pt x="-1" y="220"/>
                        <a:pt x="0" y="110"/>
                        <a:pt x="2" y="-1"/>
                      </a:cubicBezTo>
                      <a:lnTo>
                        <a:pt x="21600" y="331"/>
                      </a:lnTo>
                      <a:lnTo>
                        <a:pt x="21507" y="2193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246" name="Group 243"/>
              <p:cNvGrpSpPr>
                <a:grpSpLocks/>
              </p:cNvGrpSpPr>
              <p:nvPr/>
            </p:nvGrpSpPr>
            <p:grpSpPr bwMode="auto">
              <a:xfrm>
                <a:off x="2180" y="1523"/>
                <a:ext cx="177" cy="77"/>
                <a:chOff x="2180" y="1523"/>
                <a:chExt cx="177" cy="77"/>
              </a:xfrm>
            </p:grpSpPr>
            <p:sp>
              <p:nvSpPr>
                <p:cNvPr id="247" name="Arc 244"/>
                <p:cNvSpPr>
                  <a:spLocks/>
                </p:cNvSpPr>
                <p:nvPr/>
              </p:nvSpPr>
              <p:spPr bwMode="auto">
                <a:xfrm>
                  <a:off x="2268" y="1523"/>
                  <a:ext cx="89" cy="77"/>
                </a:xfrm>
                <a:custGeom>
                  <a:avLst/>
                  <a:gdLst>
                    <a:gd name="T0" fmla="*/ 0 w 21707"/>
                    <a:gd name="T1" fmla="*/ 0 h 21600"/>
                    <a:gd name="T2" fmla="*/ 0 w 21707"/>
                    <a:gd name="T3" fmla="*/ 0 h 21600"/>
                    <a:gd name="T4" fmla="*/ 0 w 2170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7" h="21600" fill="none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86" y="0"/>
                        <a:pt x="21635" y="9592"/>
                        <a:pt x="21706" y="21471"/>
                      </a:cubicBezTo>
                    </a:path>
                    <a:path w="21707" h="21600" stroke="0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86" y="0"/>
                        <a:pt x="21635" y="9592"/>
                        <a:pt x="21706" y="21471"/>
                      </a:cubicBezTo>
                      <a:lnTo>
                        <a:pt x="107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48" name="Arc 245"/>
                <p:cNvSpPr>
                  <a:spLocks/>
                </p:cNvSpPr>
                <p:nvPr/>
              </p:nvSpPr>
              <p:spPr bwMode="auto">
                <a:xfrm>
                  <a:off x="2180" y="1523"/>
                  <a:ext cx="88" cy="30"/>
                </a:xfrm>
                <a:custGeom>
                  <a:avLst/>
                  <a:gdLst>
                    <a:gd name="T0" fmla="*/ 0 w 21597"/>
                    <a:gd name="T1" fmla="*/ 0 h 21600"/>
                    <a:gd name="T2" fmla="*/ 0 w 21597"/>
                    <a:gd name="T3" fmla="*/ 0 h 21600"/>
                    <a:gd name="T4" fmla="*/ 0 w 2159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597" h="21600" fill="none" extrusionOk="0">
                      <a:moveTo>
                        <a:pt x="-1" y="21268"/>
                      </a:moveTo>
                      <a:cubicBezTo>
                        <a:pt x="179" y="9505"/>
                        <a:pt x="9741" y="49"/>
                        <a:pt x="21507" y="0"/>
                      </a:cubicBezTo>
                    </a:path>
                    <a:path w="21597" h="21600" stroke="0" extrusionOk="0">
                      <a:moveTo>
                        <a:pt x="-1" y="21268"/>
                      </a:moveTo>
                      <a:cubicBezTo>
                        <a:pt x="179" y="9505"/>
                        <a:pt x="9741" y="49"/>
                        <a:pt x="21507" y="0"/>
                      </a:cubicBezTo>
                      <a:lnTo>
                        <a:pt x="21597" y="21600"/>
                      </a:lnTo>
                      <a:lnTo>
                        <a:pt x="-1" y="21268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27" name="Group 246"/>
            <p:cNvGrpSpPr>
              <a:grpSpLocks/>
            </p:cNvGrpSpPr>
            <p:nvPr/>
          </p:nvGrpSpPr>
          <p:grpSpPr bwMode="auto">
            <a:xfrm>
              <a:off x="2179" y="1423"/>
              <a:ext cx="178" cy="95"/>
              <a:chOff x="2179" y="1423"/>
              <a:chExt cx="178" cy="95"/>
            </a:xfrm>
          </p:grpSpPr>
          <p:grpSp>
            <p:nvGrpSpPr>
              <p:cNvPr id="239" name="Group 247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77"/>
                <a:chOff x="2179" y="1423"/>
                <a:chExt cx="178" cy="77"/>
              </a:xfrm>
            </p:grpSpPr>
            <p:sp>
              <p:nvSpPr>
                <p:cNvPr id="243" name="Arc 248"/>
                <p:cNvSpPr>
                  <a:spLocks/>
                </p:cNvSpPr>
                <p:nvPr/>
              </p:nvSpPr>
              <p:spPr bwMode="auto">
                <a:xfrm>
                  <a:off x="2268" y="1423"/>
                  <a:ext cx="89" cy="77"/>
                </a:xfrm>
                <a:custGeom>
                  <a:avLst/>
                  <a:gdLst>
                    <a:gd name="T0" fmla="*/ 0 w 21710"/>
                    <a:gd name="T1" fmla="*/ 0 h 21729"/>
                    <a:gd name="T2" fmla="*/ 0 w 21710"/>
                    <a:gd name="T3" fmla="*/ 0 h 21729"/>
                    <a:gd name="T4" fmla="*/ 0 w 21710"/>
                    <a:gd name="T5" fmla="*/ 0 h 21729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10" h="21729" fill="none" extrusionOk="0">
                      <a:moveTo>
                        <a:pt x="21709" y="0"/>
                      </a:moveTo>
                      <a:cubicBezTo>
                        <a:pt x="21709" y="43"/>
                        <a:pt x="21710" y="86"/>
                        <a:pt x="21710" y="129"/>
                      </a:cubicBezTo>
                      <a:cubicBezTo>
                        <a:pt x="21710" y="12058"/>
                        <a:pt x="12039" y="21729"/>
                        <a:pt x="110" y="21729"/>
                      </a:cubicBezTo>
                      <a:cubicBezTo>
                        <a:pt x="73" y="21729"/>
                        <a:pt x="36" y="21728"/>
                        <a:pt x="0" y="21728"/>
                      </a:cubicBezTo>
                    </a:path>
                    <a:path w="21710" h="21729" stroke="0" extrusionOk="0">
                      <a:moveTo>
                        <a:pt x="21709" y="0"/>
                      </a:moveTo>
                      <a:cubicBezTo>
                        <a:pt x="21709" y="43"/>
                        <a:pt x="21710" y="86"/>
                        <a:pt x="21710" y="129"/>
                      </a:cubicBezTo>
                      <a:cubicBezTo>
                        <a:pt x="21710" y="12058"/>
                        <a:pt x="12039" y="21729"/>
                        <a:pt x="110" y="21729"/>
                      </a:cubicBezTo>
                      <a:cubicBezTo>
                        <a:pt x="73" y="21729"/>
                        <a:pt x="36" y="21728"/>
                        <a:pt x="0" y="21728"/>
                      </a:cubicBezTo>
                      <a:lnTo>
                        <a:pt x="110" y="129"/>
                      </a:lnTo>
                      <a:lnTo>
                        <a:pt x="21709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44" name="Arc 249"/>
                <p:cNvSpPr>
                  <a:spLocks/>
                </p:cNvSpPr>
                <p:nvPr/>
              </p:nvSpPr>
              <p:spPr bwMode="auto">
                <a:xfrm>
                  <a:off x="2179" y="1464"/>
                  <a:ext cx="89" cy="35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21506" y="21599"/>
                      </a:moveTo>
                      <a:cubicBezTo>
                        <a:pt x="9613" y="21548"/>
                        <a:pt x="0" y="11892"/>
                        <a:pt x="0" y="0"/>
                      </a:cubicBezTo>
                    </a:path>
                    <a:path w="21600" h="21600" stroke="0" extrusionOk="0">
                      <a:moveTo>
                        <a:pt x="21506" y="21599"/>
                      </a:moveTo>
                      <a:cubicBezTo>
                        <a:pt x="9613" y="21548"/>
                        <a:pt x="0" y="11892"/>
                        <a:pt x="0" y="0"/>
                      </a:cubicBezTo>
                      <a:lnTo>
                        <a:pt x="21600" y="0"/>
                      </a:lnTo>
                      <a:lnTo>
                        <a:pt x="21506" y="21599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240" name="Group 250"/>
              <p:cNvGrpSpPr>
                <a:grpSpLocks/>
              </p:cNvGrpSpPr>
              <p:nvPr/>
            </p:nvGrpSpPr>
            <p:grpSpPr bwMode="auto">
              <a:xfrm>
                <a:off x="2180" y="1441"/>
                <a:ext cx="177" cy="77"/>
                <a:chOff x="2180" y="1441"/>
                <a:chExt cx="177" cy="77"/>
              </a:xfrm>
            </p:grpSpPr>
            <p:sp>
              <p:nvSpPr>
                <p:cNvPr id="241" name="Arc 251"/>
                <p:cNvSpPr>
                  <a:spLocks/>
                </p:cNvSpPr>
                <p:nvPr/>
              </p:nvSpPr>
              <p:spPr bwMode="auto">
                <a:xfrm>
                  <a:off x="2268" y="1441"/>
                  <a:ext cx="89" cy="77"/>
                </a:xfrm>
                <a:custGeom>
                  <a:avLst/>
                  <a:gdLst>
                    <a:gd name="T0" fmla="*/ 0 w 21706"/>
                    <a:gd name="T1" fmla="*/ 0 h 21600"/>
                    <a:gd name="T2" fmla="*/ 0 w 21706"/>
                    <a:gd name="T3" fmla="*/ 0 h 21600"/>
                    <a:gd name="T4" fmla="*/ 0 w 21706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6" h="21600" fill="none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77" y="0"/>
                        <a:pt x="21624" y="9579"/>
                        <a:pt x="21706" y="21449"/>
                      </a:cubicBezTo>
                    </a:path>
                    <a:path w="21706" h="21600" stroke="0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77" y="0"/>
                        <a:pt x="21624" y="9579"/>
                        <a:pt x="21706" y="21449"/>
                      </a:cubicBezTo>
                      <a:lnTo>
                        <a:pt x="107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42" name="Arc 252"/>
                <p:cNvSpPr>
                  <a:spLocks/>
                </p:cNvSpPr>
                <p:nvPr/>
              </p:nvSpPr>
              <p:spPr bwMode="auto">
                <a:xfrm>
                  <a:off x="2180" y="1441"/>
                  <a:ext cx="88" cy="29"/>
                </a:xfrm>
                <a:custGeom>
                  <a:avLst/>
                  <a:gdLst>
                    <a:gd name="T0" fmla="*/ 0 w 21597"/>
                    <a:gd name="T1" fmla="*/ 0 h 21600"/>
                    <a:gd name="T2" fmla="*/ 0 w 21597"/>
                    <a:gd name="T3" fmla="*/ 0 h 21600"/>
                    <a:gd name="T4" fmla="*/ 0 w 2159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597" h="21600" fill="none" extrusionOk="0">
                      <a:moveTo>
                        <a:pt x="-1" y="21262"/>
                      </a:moveTo>
                      <a:cubicBezTo>
                        <a:pt x="183" y="9501"/>
                        <a:pt x="9744" y="48"/>
                        <a:pt x="21508" y="0"/>
                      </a:cubicBezTo>
                    </a:path>
                    <a:path w="21597" h="21600" stroke="0" extrusionOk="0">
                      <a:moveTo>
                        <a:pt x="-1" y="21262"/>
                      </a:moveTo>
                      <a:cubicBezTo>
                        <a:pt x="183" y="9501"/>
                        <a:pt x="9744" y="48"/>
                        <a:pt x="21508" y="0"/>
                      </a:cubicBezTo>
                      <a:lnTo>
                        <a:pt x="21597" y="21600"/>
                      </a:lnTo>
                      <a:lnTo>
                        <a:pt x="-1" y="21262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28" name="Group 253"/>
            <p:cNvGrpSpPr>
              <a:grpSpLocks/>
            </p:cNvGrpSpPr>
            <p:nvPr/>
          </p:nvGrpSpPr>
          <p:grpSpPr bwMode="auto">
            <a:xfrm>
              <a:off x="2179" y="1340"/>
              <a:ext cx="178" cy="95"/>
              <a:chOff x="2179" y="1340"/>
              <a:chExt cx="178" cy="95"/>
            </a:xfrm>
          </p:grpSpPr>
          <p:grpSp>
            <p:nvGrpSpPr>
              <p:cNvPr id="233" name="Group 254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78"/>
                <a:chOff x="2179" y="1340"/>
                <a:chExt cx="178" cy="78"/>
              </a:xfrm>
            </p:grpSpPr>
            <p:sp>
              <p:nvSpPr>
                <p:cNvPr id="237" name="Arc 255"/>
                <p:cNvSpPr>
                  <a:spLocks/>
                </p:cNvSpPr>
                <p:nvPr/>
              </p:nvSpPr>
              <p:spPr bwMode="auto">
                <a:xfrm>
                  <a:off x="2268" y="1340"/>
                  <a:ext cx="89" cy="77"/>
                </a:xfrm>
                <a:custGeom>
                  <a:avLst/>
                  <a:gdLst>
                    <a:gd name="T0" fmla="*/ 0 w 21710"/>
                    <a:gd name="T1" fmla="*/ 0 h 21750"/>
                    <a:gd name="T2" fmla="*/ 0 w 21710"/>
                    <a:gd name="T3" fmla="*/ 0 h 21750"/>
                    <a:gd name="T4" fmla="*/ 0 w 21710"/>
                    <a:gd name="T5" fmla="*/ 0 h 2175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10" h="21750" fill="none" extrusionOk="0">
                      <a:moveTo>
                        <a:pt x="21709" y="-1"/>
                      </a:moveTo>
                      <a:cubicBezTo>
                        <a:pt x="21709" y="49"/>
                        <a:pt x="21710" y="99"/>
                        <a:pt x="21710" y="150"/>
                      </a:cubicBezTo>
                      <a:cubicBezTo>
                        <a:pt x="21710" y="12079"/>
                        <a:pt x="12039" y="21750"/>
                        <a:pt x="110" y="21750"/>
                      </a:cubicBezTo>
                      <a:cubicBezTo>
                        <a:pt x="73" y="21750"/>
                        <a:pt x="36" y="21749"/>
                        <a:pt x="0" y="21749"/>
                      </a:cubicBezTo>
                    </a:path>
                    <a:path w="21710" h="21750" stroke="0" extrusionOk="0">
                      <a:moveTo>
                        <a:pt x="21709" y="-1"/>
                      </a:moveTo>
                      <a:cubicBezTo>
                        <a:pt x="21709" y="49"/>
                        <a:pt x="21710" y="99"/>
                        <a:pt x="21710" y="150"/>
                      </a:cubicBezTo>
                      <a:cubicBezTo>
                        <a:pt x="21710" y="12079"/>
                        <a:pt x="12039" y="21750"/>
                        <a:pt x="110" y="21750"/>
                      </a:cubicBezTo>
                      <a:cubicBezTo>
                        <a:pt x="73" y="21750"/>
                        <a:pt x="36" y="21749"/>
                        <a:pt x="0" y="21749"/>
                      </a:cubicBezTo>
                      <a:lnTo>
                        <a:pt x="110" y="150"/>
                      </a:lnTo>
                      <a:lnTo>
                        <a:pt x="21709" y="-1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38" name="Arc 256"/>
                <p:cNvSpPr>
                  <a:spLocks/>
                </p:cNvSpPr>
                <p:nvPr/>
              </p:nvSpPr>
              <p:spPr bwMode="auto">
                <a:xfrm>
                  <a:off x="2179" y="1382"/>
                  <a:ext cx="89" cy="36"/>
                </a:xfrm>
                <a:custGeom>
                  <a:avLst/>
                  <a:gdLst>
                    <a:gd name="T0" fmla="*/ 0 w 21600"/>
                    <a:gd name="T1" fmla="*/ 0 h 21646"/>
                    <a:gd name="T2" fmla="*/ 0 w 21600"/>
                    <a:gd name="T3" fmla="*/ 0 h 21646"/>
                    <a:gd name="T4" fmla="*/ 0 w 21600"/>
                    <a:gd name="T5" fmla="*/ 0 h 21646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46" fill="none" extrusionOk="0">
                      <a:moveTo>
                        <a:pt x="21504" y="21645"/>
                      </a:moveTo>
                      <a:cubicBezTo>
                        <a:pt x="9612" y="21592"/>
                        <a:pt x="0" y="11937"/>
                        <a:pt x="0" y="46"/>
                      </a:cubicBezTo>
                      <a:cubicBezTo>
                        <a:pt x="-1" y="30"/>
                        <a:pt x="0" y="15"/>
                        <a:pt x="0" y="0"/>
                      </a:cubicBezTo>
                    </a:path>
                    <a:path w="21600" h="21646" stroke="0" extrusionOk="0">
                      <a:moveTo>
                        <a:pt x="21504" y="21645"/>
                      </a:moveTo>
                      <a:cubicBezTo>
                        <a:pt x="9612" y="21592"/>
                        <a:pt x="0" y="11937"/>
                        <a:pt x="0" y="46"/>
                      </a:cubicBezTo>
                      <a:cubicBezTo>
                        <a:pt x="-1" y="30"/>
                        <a:pt x="0" y="15"/>
                        <a:pt x="0" y="0"/>
                      </a:cubicBezTo>
                      <a:lnTo>
                        <a:pt x="21600" y="46"/>
                      </a:lnTo>
                      <a:lnTo>
                        <a:pt x="21504" y="21645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234" name="Group 257"/>
              <p:cNvGrpSpPr>
                <a:grpSpLocks/>
              </p:cNvGrpSpPr>
              <p:nvPr/>
            </p:nvGrpSpPr>
            <p:grpSpPr bwMode="auto">
              <a:xfrm>
                <a:off x="2180" y="1358"/>
                <a:ext cx="177" cy="77"/>
                <a:chOff x="2180" y="1358"/>
                <a:chExt cx="177" cy="77"/>
              </a:xfrm>
            </p:grpSpPr>
            <p:sp>
              <p:nvSpPr>
                <p:cNvPr id="235" name="Arc 258"/>
                <p:cNvSpPr>
                  <a:spLocks/>
                </p:cNvSpPr>
                <p:nvPr/>
              </p:nvSpPr>
              <p:spPr bwMode="auto">
                <a:xfrm>
                  <a:off x="2268" y="1358"/>
                  <a:ext cx="89" cy="77"/>
                </a:xfrm>
                <a:custGeom>
                  <a:avLst/>
                  <a:gdLst>
                    <a:gd name="T0" fmla="*/ 0 w 21707"/>
                    <a:gd name="T1" fmla="*/ 0 h 21600"/>
                    <a:gd name="T2" fmla="*/ 0 w 21707"/>
                    <a:gd name="T3" fmla="*/ 0 h 21600"/>
                    <a:gd name="T4" fmla="*/ 0 w 2170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7" h="21600" fill="none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86" y="0"/>
                        <a:pt x="21635" y="9592"/>
                        <a:pt x="21706" y="21471"/>
                      </a:cubicBezTo>
                    </a:path>
                    <a:path w="21707" h="21600" stroke="0" extrusionOk="0">
                      <a:moveTo>
                        <a:pt x="0" y="0"/>
                      </a:moveTo>
                      <a:cubicBezTo>
                        <a:pt x="35" y="0"/>
                        <a:pt x="71" y="-1"/>
                        <a:pt x="107" y="0"/>
                      </a:cubicBezTo>
                      <a:cubicBezTo>
                        <a:pt x="11986" y="0"/>
                        <a:pt x="21635" y="9592"/>
                        <a:pt x="21706" y="21471"/>
                      </a:cubicBezTo>
                      <a:lnTo>
                        <a:pt x="107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36" name="Arc 259"/>
                <p:cNvSpPr>
                  <a:spLocks/>
                </p:cNvSpPr>
                <p:nvPr/>
              </p:nvSpPr>
              <p:spPr bwMode="auto">
                <a:xfrm>
                  <a:off x="2180" y="1358"/>
                  <a:ext cx="88" cy="30"/>
                </a:xfrm>
                <a:custGeom>
                  <a:avLst/>
                  <a:gdLst>
                    <a:gd name="T0" fmla="*/ 0 w 21597"/>
                    <a:gd name="T1" fmla="*/ 0 h 21600"/>
                    <a:gd name="T2" fmla="*/ 0 w 21597"/>
                    <a:gd name="T3" fmla="*/ 0 h 21600"/>
                    <a:gd name="T4" fmla="*/ 0 w 21597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597" h="21600" fill="none" extrusionOk="0">
                      <a:moveTo>
                        <a:pt x="0" y="21214"/>
                      </a:moveTo>
                      <a:cubicBezTo>
                        <a:pt x="210" y="9472"/>
                        <a:pt x="9763" y="49"/>
                        <a:pt x="21507" y="0"/>
                      </a:cubicBezTo>
                    </a:path>
                    <a:path w="21597" h="21600" stroke="0" extrusionOk="0">
                      <a:moveTo>
                        <a:pt x="0" y="21214"/>
                      </a:moveTo>
                      <a:cubicBezTo>
                        <a:pt x="210" y="9472"/>
                        <a:pt x="9763" y="49"/>
                        <a:pt x="21507" y="0"/>
                      </a:cubicBezTo>
                      <a:lnTo>
                        <a:pt x="21597" y="21600"/>
                      </a:lnTo>
                      <a:lnTo>
                        <a:pt x="0" y="21214"/>
                      </a:lnTo>
                      <a:close/>
                    </a:path>
                  </a:pathLst>
                </a:custGeom>
                <a:noFill/>
                <a:ln w="381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229" name="Arc 260"/>
            <p:cNvSpPr>
              <a:spLocks/>
            </p:cNvSpPr>
            <p:nvPr/>
          </p:nvSpPr>
          <p:spPr bwMode="auto">
            <a:xfrm>
              <a:off x="2268" y="1275"/>
              <a:ext cx="89" cy="77"/>
            </a:xfrm>
            <a:custGeom>
              <a:avLst/>
              <a:gdLst>
                <a:gd name="T0" fmla="*/ 0 w 21707"/>
                <a:gd name="T1" fmla="*/ 0 h 21600"/>
                <a:gd name="T2" fmla="*/ 0 w 21707"/>
                <a:gd name="T3" fmla="*/ 0 h 21600"/>
                <a:gd name="T4" fmla="*/ 0 w 21707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707" h="21600" fill="none" extrusionOk="0">
                  <a:moveTo>
                    <a:pt x="0" y="0"/>
                  </a:moveTo>
                  <a:cubicBezTo>
                    <a:pt x="35" y="0"/>
                    <a:pt x="71" y="-1"/>
                    <a:pt x="107" y="0"/>
                  </a:cubicBezTo>
                  <a:cubicBezTo>
                    <a:pt x="11986" y="0"/>
                    <a:pt x="21635" y="9592"/>
                    <a:pt x="21706" y="21471"/>
                  </a:cubicBezTo>
                </a:path>
                <a:path w="21707" h="21600" stroke="0" extrusionOk="0">
                  <a:moveTo>
                    <a:pt x="0" y="0"/>
                  </a:moveTo>
                  <a:cubicBezTo>
                    <a:pt x="35" y="0"/>
                    <a:pt x="71" y="-1"/>
                    <a:pt x="107" y="0"/>
                  </a:cubicBezTo>
                  <a:cubicBezTo>
                    <a:pt x="11986" y="0"/>
                    <a:pt x="21635" y="9592"/>
                    <a:pt x="21706" y="21471"/>
                  </a:cubicBezTo>
                  <a:lnTo>
                    <a:pt x="107" y="2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0" name="Arc 261"/>
            <p:cNvSpPr>
              <a:spLocks/>
            </p:cNvSpPr>
            <p:nvPr/>
          </p:nvSpPr>
          <p:spPr bwMode="auto">
            <a:xfrm>
              <a:off x="2268" y="1847"/>
              <a:ext cx="89" cy="77"/>
            </a:xfrm>
            <a:custGeom>
              <a:avLst/>
              <a:gdLst>
                <a:gd name="T0" fmla="*/ 0 w 21710"/>
                <a:gd name="T1" fmla="*/ 0 h 21750"/>
                <a:gd name="T2" fmla="*/ 0 w 21710"/>
                <a:gd name="T3" fmla="*/ 0 h 21750"/>
                <a:gd name="T4" fmla="*/ 0 w 21710"/>
                <a:gd name="T5" fmla="*/ 0 h 2175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710" h="21750" fill="none" extrusionOk="0">
                  <a:moveTo>
                    <a:pt x="21709" y="-1"/>
                  </a:moveTo>
                  <a:cubicBezTo>
                    <a:pt x="21709" y="49"/>
                    <a:pt x="21710" y="99"/>
                    <a:pt x="21710" y="150"/>
                  </a:cubicBezTo>
                  <a:cubicBezTo>
                    <a:pt x="21710" y="12079"/>
                    <a:pt x="12039" y="21750"/>
                    <a:pt x="110" y="21750"/>
                  </a:cubicBezTo>
                  <a:cubicBezTo>
                    <a:pt x="73" y="21750"/>
                    <a:pt x="36" y="21749"/>
                    <a:pt x="0" y="21749"/>
                  </a:cubicBezTo>
                </a:path>
                <a:path w="21710" h="21750" stroke="0" extrusionOk="0">
                  <a:moveTo>
                    <a:pt x="21709" y="-1"/>
                  </a:moveTo>
                  <a:cubicBezTo>
                    <a:pt x="21709" y="49"/>
                    <a:pt x="21710" y="99"/>
                    <a:pt x="21710" y="150"/>
                  </a:cubicBezTo>
                  <a:cubicBezTo>
                    <a:pt x="21710" y="12079"/>
                    <a:pt x="12039" y="21750"/>
                    <a:pt x="110" y="21750"/>
                  </a:cubicBezTo>
                  <a:cubicBezTo>
                    <a:pt x="73" y="21750"/>
                    <a:pt x="36" y="21749"/>
                    <a:pt x="0" y="21749"/>
                  </a:cubicBezTo>
                  <a:lnTo>
                    <a:pt x="110" y="150"/>
                  </a:lnTo>
                  <a:lnTo>
                    <a:pt x="21709" y="-1"/>
                  </a:lnTo>
                  <a:close/>
                </a:path>
              </a:pathLst>
            </a:cu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1" name="Line 262"/>
            <p:cNvSpPr>
              <a:spLocks noChangeShapeType="1"/>
            </p:cNvSpPr>
            <p:nvPr/>
          </p:nvSpPr>
          <p:spPr bwMode="auto">
            <a:xfrm flipV="1">
              <a:off x="2262" y="1204"/>
              <a:ext cx="1" cy="7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2" name="Line 263"/>
            <p:cNvSpPr>
              <a:spLocks noChangeShapeType="1"/>
            </p:cNvSpPr>
            <p:nvPr/>
          </p:nvSpPr>
          <p:spPr bwMode="auto">
            <a:xfrm flipV="1">
              <a:off x="2262" y="1924"/>
              <a:ext cx="1" cy="59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69" name="Line 264"/>
          <p:cNvSpPr>
            <a:spLocks noChangeShapeType="1"/>
          </p:cNvSpPr>
          <p:nvPr/>
        </p:nvSpPr>
        <p:spPr bwMode="auto">
          <a:xfrm>
            <a:off x="10127127" y="2015128"/>
            <a:ext cx="368300" cy="11112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0" name="Line 265"/>
          <p:cNvSpPr>
            <a:spLocks noChangeShapeType="1"/>
          </p:cNvSpPr>
          <p:nvPr/>
        </p:nvSpPr>
        <p:spPr bwMode="auto">
          <a:xfrm flipV="1">
            <a:off x="7341065" y="2024653"/>
            <a:ext cx="371475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1" name="Line 266"/>
          <p:cNvSpPr>
            <a:spLocks noChangeShapeType="1"/>
          </p:cNvSpPr>
          <p:nvPr/>
        </p:nvSpPr>
        <p:spPr bwMode="auto">
          <a:xfrm flipV="1">
            <a:off x="8561852" y="2026240"/>
            <a:ext cx="371475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2" name="Text Box 267"/>
          <p:cNvSpPr txBox="1">
            <a:spLocks noChangeArrowheads="1"/>
          </p:cNvSpPr>
          <p:nvPr/>
        </p:nvSpPr>
        <p:spPr bwMode="auto">
          <a:xfrm>
            <a:off x="5263027" y="2056403"/>
            <a:ext cx="3365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0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73" name="Text Box 268"/>
          <p:cNvSpPr txBox="1">
            <a:spLocks noChangeArrowheads="1"/>
          </p:cNvSpPr>
          <p:nvPr/>
        </p:nvSpPr>
        <p:spPr bwMode="auto">
          <a:xfrm>
            <a:off x="6493340" y="3391490"/>
            <a:ext cx="3365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274" name="Text Box 269"/>
          <p:cNvSpPr txBox="1">
            <a:spLocks noChangeArrowheads="1"/>
          </p:cNvSpPr>
          <p:nvPr/>
        </p:nvSpPr>
        <p:spPr bwMode="auto">
          <a:xfrm>
            <a:off x="7523627" y="1469028"/>
            <a:ext cx="3365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0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275" name="Text Box 270"/>
          <p:cNvSpPr txBox="1">
            <a:spLocks noChangeArrowheads="1"/>
          </p:cNvSpPr>
          <p:nvPr/>
        </p:nvSpPr>
        <p:spPr bwMode="auto">
          <a:xfrm>
            <a:off x="8734890" y="1480140"/>
            <a:ext cx="36353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latin typeface="Times New Roman" panose="02020603050405020304" pitchFamily="18" charset="0"/>
              </a:rPr>
              <a:t>i</a:t>
            </a:r>
            <a:r>
              <a:rPr lang="fr-FR" altLang="fr-FR" sz="2000" b="1" baseline="-25000"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276" name="Oval 276"/>
          <p:cNvSpPr>
            <a:spLocks noChangeArrowheads="1"/>
          </p:cNvSpPr>
          <p:nvPr/>
        </p:nvSpPr>
        <p:spPr bwMode="auto">
          <a:xfrm>
            <a:off x="5145552" y="1851615"/>
            <a:ext cx="828675" cy="866775"/>
          </a:xfrm>
          <a:prstGeom prst="ellipse">
            <a:avLst/>
          </a:prstGeom>
          <a:noFill/>
          <a:ln w="158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7" name="Oval 277"/>
          <p:cNvSpPr>
            <a:spLocks noChangeArrowheads="1"/>
          </p:cNvSpPr>
          <p:nvPr/>
        </p:nvSpPr>
        <p:spPr bwMode="auto">
          <a:xfrm>
            <a:off x="6013915" y="3034303"/>
            <a:ext cx="828675" cy="866775"/>
          </a:xfrm>
          <a:prstGeom prst="ellipse">
            <a:avLst/>
          </a:prstGeom>
          <a:noFill/>
          <a:ln w="1587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8" name="Oval 278"/>
          <p:cNvSpPr>
            <a:spLocks noChangeArrowheads="1"/>
          </p:cNvSpPr>
          <p:nvPr/>
        </p:nvSpPr>
        <p:spPr bwMode="auto">
          <a:xfrm>
            <a:off x="7082302" y="1502365"/>
            <a:ext cx="971550" cy="1009650"/>
          </a:xfrm>
          <a:prstGeom prst="ellipse">
            <a:avLst/>
          </a:prstGeom>
          <a:noFill/>
          <a:ln w="158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79" name="Group 271"/>
          <p:cNvGrpSpPr>
            <a:grpSpLocks/>
          </p:cNvGrpSpPr>
          <p:nvPr/>
        </p:nvGrpSpPr>
        <p:grpSpPr bwMode="auto">
          <a:xfrm>
            <a:off x="4193052" y="5388565"/>
            <a:ext cx="6019800" cy="914400"/>
            <a:chOff x="876" y="3234"/>
            <a:chExt cx="3792" cy="576"/>
          </a:xfrm>
        </p:grpSpPr>
        <p:sp>
          <p:nvSpPr>
            <p:cNvPr id="280" name="Rectangle 272"/>
            <p:cNvSpPr>
              <a:spLocks noChangeArrowheads="1"/>
            </p:cNvSpPr>
            <p:nvPr/>
          </p:nvSpPr>
          <p:spPr bwMode="auto">
            <a:xfrm>
              <a:off x="876" y="3234"/>
              <a:ext cx="3792" cy="57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83" name="Object 275"/>
            <p:cNvGraphicFramePr>
              <a:graphicFrameLocks noChangeAspect="1"/>
            </p:cNvGraphicFramePr>
            <p:nvPr/>
          </p:nvGraphicFramePr>
          <p:xfrm>
            <a:off x="1346" y="3255"/>
            <a:ext cx="2982" cy="5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5364" name="Equation" r:id="rId3" imgW="1612900" imgH="292100" progId="Equation.3">
                    <p:embed/>
                  </p:oleObj>
                </mc:Choice>
                <mc:Fallback>
                  <p:oleObj name="Equation" r:id="rId3" imgW="1612900" imgH="292100" progId="Equation.3">
                    <p:embed/>
                    <p:pic>
                      <p:nvPicPr>
                        <p:cNvPr id="37962" name="Object 27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46" y="3255"/>
                          <a:ext cx="2982" cy="54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81" name="ZoneTexte 280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Principle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4674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0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4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8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26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" grpId="0" animBg="1"/>
      <p:bldP spid="276" grpId="1" animBg="1"/>
      <p:bldP spid="277" grpId="0" animBg="1"/>
      <p:bldP spid="277" grpId="1" animBg="1"/>
      <p:bldP spid="278" grpId="0" animBg="1"/>
      <p:bldP spid="278" grpId="1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Continuous mode study: i</a:t>
            </a:r>
            <a:r>
              <a:rPr lang="en-US" sz="2000" baseline="-25000" dirty="0" smtClean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 &gt; 0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2476857" y="3398102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" name="Text Box 5"/>
          <p:cNvSpPr txBox="1">
            <a:spLocks noChangeArrowheads="1"/>
          </p:cNvSpPr>
          <p:nvPr/>
        </p:nvSpPr>
        <p:spPr bwMode="auto">
          <a:xfrm>
            <a:off x="4137382" y="1243864"/>
            <a:ext cx="651973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latin typeface="Times New Roman" panose="02020603050405020304" pitchFamily="18" charset="0"/>
              </a:rPr>
              <a:t>At least </a:t>
            </a:r>
            <a:r>
              <a:rPr lang="en-CA" altLang="fr-FR" sz="2400" b="1" i="1" dirty="0" smtClean="0">
                <a:latin typeface="Times New Roman" panose="02020603050405020304" pitchFamily="18" charset="0"/>
              </a:rPr>
              <a:t>one of 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the two diodes D</a:t>
            </a:r>
            <a:r>
              <a:rPr lang="en-CA" altLang="fr-FR" sz="2400" b="1" i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and D</a:t>
            </a:r>
            <a:r>
              <a:rPr lang="en-CA" altLang="fr-FR" sz="2400" b="1" i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forwards.</a:t>
            </a:r>
          </a:p>
        </p:txBody>
      </p:sp>
      <p:sp>
        <p:nvSpPr>
          <p:cNvPr id="12" name="AutoShape 6"/>
          <p:cNvSpPr>
            <a:spLocks noChangeArrowheads="1"/>
          </p:cNvSpPr>
          <p:nvPr/>
        </p:nvSpPr>
        <p:spPr bwMode="auto">
          <a:xfrm>
            <a:off x="2943582" y="1288314"/>
            <a:ext cx="1019175" cy="438150"/>
          </a:xfrm>
          <a:prstGeom prst="rightArrow">
            <a:avLst>
              <a:gd name="adj1" fmla="val 50000"/>
              <a:gd name="adj2" fmla="val 58152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" name="Group 7"/>
          <p:cNvGrpSpPr>
            <a:grpSpLocks/>
          </p:cNvGrpSpPr>
          <p:nvPr/>
        </p:nvGrpSpPr>
        <p:grpSpPr bwMode="auto">
          <a:xfrm>
            <a:off x="2592745" y="2431314"/>
            <a:ext cx="5116512" cy="2552700"/>
            <a:chOff x="511" y="1590"/>
            <a:chExt cx="4317" cy="2154"/>
          </a:xfrm>
        </p:grpSpPr>
        <p:grpSp>
          <p:nvGrpSpPr>
            <p:cNvPr id="14" name="Group 8"/>
            <p:cNvGrpSpPr>
              <a:grpSpLocks/>
            </p:cNvGrpSpPr>
            <p:nvPr/>
          </p:nvGrpSpPr>
          <p:grpSpPr bwMode="auto">
            <a:xfrm>
              <a:off x="1490" y="2177"/>
              <a:ext cx="178" cy="779"/>
              <a:chOff x="2179" y="1204"/>
              <a:chExt cx="178" cy="779"/>
            </a:xfrm>
          </p:grpSpPr>
          <p:grpSp>
            <p:nvGrpSpPr>
              <p:cNvPr id="238" name="Group 9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78" name="Group 10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82" name="Arc 11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3" name="Arc 12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9" name="Group 13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80" name="Arc 14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1" name="Arc 15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9" name="Group 16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72" name="Group 17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76" name="Arc 18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7" name="Arc 19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3" name="Group 20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74" name="Arc 21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5" name="Arc 22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0" name="Group 23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66" name="Group 24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70" name="Arc 25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1" name="Arc 26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7" name="Group 27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68" name="Arc 28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9" name="Arc 29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1" name="Group 30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60" name="Group 31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64" name="Arc 32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5" name="Arc 33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1" name="Group 34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62" name="Arc 35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3" name="Arc 36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2" name="Group 37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54" name="Group 38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58" name="Arc 39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9" name="Arc 40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5" name="Group 41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56" name="Arc 42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7" name="Arc 43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3" name="Group 44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48" name="Group 45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52" name="Arc 46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3" name="Arc 47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9" name="Group 48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50" name="Arc 49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1" name="Arc 50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44" name="Arc 51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5" name="Arc 52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6" name="Line 53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7" name="Line 54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" name="Line 55"/>
            <p:cNvSpPr>
              <a:spLocks noChangeShapeType="1"/>
            </p:cNvSpPr>
            <p:nvPr/>
          </p:nvSpPr>
          <p:spPr bwMode="auto">
            <a:xfrm flipV="1">
              <a:off x="2506" y="1939"/>
              <a:ext cx="1" cy="9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6" name="Group 56"/>
            <p:cNvGrpSpPr>
              <a:grpSpLocks/>
            </p:cNvGrpSpPr>
            <p:nvPr/>
          </p:nvGrpSpPr>
          <p:grpSpPr bwMode="auto">
            <a:xfrm>
              <a:off x="2423" y="2009"/>
              <a:ext cx="166" cy="779"/>
              <a:chOff x="3112" y="1204"/>
              <a:chExt cx="166" cy="779"/>
            </a:xfrm>
          </p:grpSpPr>
          <p:grpSp>
            <p:nvGrpSpPr>
              <p:cNvPr id="192" name="Group 57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232" name="Group 58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236" name="Arc 59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7" name="Arc 60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3" name="Group 61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234" name="Arc 62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5" name="Arc 63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3" name="Group 64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226" name="Group 65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230" name="Arc 66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1" name="Arc 67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7" name="Group 68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228" name="Arc 69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9" name="Arc 70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4" name="Group 71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220" name="Group 72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224" name="Arc 73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5" name="Arc 74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1" name="Group 75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222" name="Arc 76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3" name="Arc 77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5" name="Group 78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214" name="Group 79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218" name="Arc 80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9" name="Arc 81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5" name="Group 82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216" name="Arc 83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7" name="Arc 84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6" name="Group 85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208" name="Group 86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212" name="Arc 87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3" name="Arc 88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9" name="Group 89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210" name="Arc 90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1" name="Arc 91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7" name="Group 92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202" name="Group 93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206" name="Arc 94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7" name="Arc 95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3" name="Group 96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204" name="Arc 97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5" name="Arc 98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98" name="Arc 99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9" name="Arc 100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0" name="Line 101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1" name="Line 102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7" name="Line 103"/>
            <p:cNvSpPr>
              <a:spLocks noChangeShapeType="1"/>
            </p:cNvSpPr>
            <p:nvPr/>
          </p:nvSpPr>
          <p:spPr bwMode="auto">
            <a:xfrm>
              <a:off x="2317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04"/>
            <p:cNvSpPr>
              <a:spLocks noChangeShapeType="1"/>
            </p:cNvSpPr>
            <p:nvPr/>
          </p:nvSpPr>
          <p:spPr bwMode="auto">
            <a:xfrm flipV="1">
              <a:off x="1573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05"/>
            <p:cNvSpPr>
              <a:spLocks noChangeShapeType="1"/>
            </p:cNvSpPr>
            <p:nvPr/>
          </p:nvSpPr>
          <p:spPr bwMode="auto">
            <a:xfrm flipV="1">
              <a:off x="2506" y="2764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06"/>
            <p:cNvSpPr>
              <a:spLocks noChangeShapeType="1"/>
            </p:cNvSpPr>
            <p:nvPr/>
          </p:nvSpPr>
          <p:spPr bwMode="auto">
            <a:xfrm flipV="1">
              <a:off x="1573" y="2957"/>
              <a:ext cx="1" cy="10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Oval 107"/>
            <p:cNvSpPr>
              <a:spLocks noChangeArrowheads="1"/>
            </p:cNvSpPr>
            <p:nvPr/>
          </p:nvSpPr>
          <p:spPr bwMode="auto">
            <a:xfrm>
              <a:off x="511" y="2741"/>
              <a:ext cx="259" cy="259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2" name="Group 108"/>
            <p:cNvGrpSpPr>
              <a:grpSpLocks/>
            </p:cNvGrpSpPr>
            <p:nvPr/>
          </p:nvGrpSpPr>
          <p:grpSpPr bwMode="auto">
            <a:xfrm>
              <a:off x="849" y="2711"/>
              <a:ext cx="83" cy="259"/>
              <a:chOff x="1022" y="1936"/>
              <a:chExt cx="83" cy="259"/>
            </a:xfrm>
          </p:grpSpPr>
          <p:sp>
            <p:nvSpPr>
              <p:cNvPr id="190" name="Freeform 109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1" name="Line 110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3" name="Rectangle 111"/>
            <p:cNvSpPr>
              <a:spLocks noChangeArrowheads="1"/>
            </p:cNvSpPr>
            <p:nvPr/>
          </p:nvSpPr>
          <p:spPr bwMode="auto">
            <a:xfrm>
              <a:off x="953" y="2867"/>
              <a:ext cx="12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Line 112"/>
            <p:cNvSpPr>
              <a:spLocks noChangeShapeType="1"/>
            </p:cNvSpPr>
            <p:nvPr/>
          </p:nvSpPr>
          <p:spPr bwMode="auto">
            <a:xfrm flipH="1">
              <a:off x="1413" y="3069"/>
              <a:ext cx="166" cy="1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5" name="Group 113"/>
            <p:cNvGrpSpPr>
              <a:grpSpLocks/>
            </p:cNvGrpSpPr>
            <p:nvPr/>
          </p:nvGrpSpPr>
          <p:grpSpPr bwMode="auto">
            <a:xfrm>
              <a:off x="1437" y="3434"/>
              <a:ext cx="212" cy="177"/>
              <a:chOff x="2144" y="2419"/>
              <a:chExt cx="212" cy="177"/>
            </a:xfrm>
          </p:grpSpPr>
          <p:sp>
            <p:nvSpPr>
              <p:cNvPr id="188" name="Freeform 114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9" name="Line 115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6" name="Line 116"/>
            <p:cNvSpPr>
              <a:spLocks noChangeShapeType="1"/>
            </p:cNvSpPr>
            <p:nvPr/>
          </p:nvSpPr>
          <p:spPr bwMode="auto">
            <a:xfrm>
              <a:off x="1425" y="3081"/>
              <a:ext cx="1" cy="542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17"/>
            <p:cNvSpPr>
              <a:spLocks noChangeShapeType="1"/>
            </p:cNvSpPr>
            <p:nvPr/>
          </p:nvSpPr>
          <p:spPr bwMode="auto">
            <a:xfrm>
              <a:off x="2517" y="2871"/>
              <a:ext cx="2113" cy="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118"/>
            <p:cNvSpPr>
              <a:spLocks noChangeShapeType="1"/>
            </p:cNvSpPr>
            <p:nvPr/>
          </p:nvSpPr>
          <p:spPr bwMode="auto">
            <a:xfrm>
              <a:off x="640" y="1939"/>
              <a:ext cx="1" cy="80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119"/>
            <p:cNvSpPr>
              <a:spLocks noChangeShapeType="1"/>
            </p:cNvSpPr>
            <p:nvPr/>
          </p:nvSpPr>
          <p:spPr bwMode="auto">
            <a:xfrm>
              <a:off x="1645" y="3581"/>
              <a:ext cx="0" cy="1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120"/>
            <p:cNvSpPr>
              <a:spLocks noChangeShapeType="1"/>
            </p:cNvSpPr>
            <p:nvPr/>
          </p:nvSpPr>
          <p:spPr bwMode="auto">
            <a:xfrm>
              <a:off x="1077" y="3352"/>
              <a:ext cx="331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1" name="Group 121"/>
            <p:cNvGrpSpPr>
              <a:grpSpLocks/>
            </p:cNvGrpSpPr>
            <p:nvPr/>
          </p:nvGrpSpPr>
          <p:grpSpPr bwMode="auto">
            <a:xfrm>
              <a:off x="1124" y="3127"/>
              <a:ext cx="284" cy="245"/>
              <a:chOff x="1813" y="2112"/>
              <a:chExt cx="284" cy="245"/>
            </a:xfrm>
          </p:grpSpPr>
          <p:sp>
            <p:nvSpPr>
              <p:cNvPr id="186" name="Rectangle 122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122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7" name="Rectangle 123"/>
              <p:cNvSpPr>
                <a:spLocks noChangeArrowheads="1"/>
              </p:cNvSpPr>
              <p:nvPr/>
            </p:nvSpPr>
            <p:spPr bwMode="auto">
              <a:xfrm>
                <a:off x="1931" y="2125"/>
                <a:ext cx="166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2" name="Oval 124"/>
            <p:cNvSpPr>
              <a:spLocks noChangeArrowheads="1"/>
            </p:cNvSpPr>
            <p:nvPr/>
          </p:nvSpPr>
          <p:spPr bwMode="auto">
            <a:xfrm>
              <a:off x="1414" y="2225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3" name="Oval 125"/>
            <p:cNvSpPr>
              <a:spLocks noChangeArrowheads="1"/>
            </p:cNvSpPr>
            <p:nvPr/>
          </p:nvSpPr>
          <p:spPr bwMode="auto">
            <a:xfrm>
              <a:off x="2559" y="2039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4" name="Group 126"/>
            <p:cNvGrpSpPr>
              <a:grpSpLocks/>
            </p:cNvGrpSpPr>
            <p:nvPr/>
          </p:nvGrpSpPr>
          <p:grpSpPr bwMode="auto">
            <a:xfrm>
              <a:off x="3011" y="1726"/>
              <a:ext cx="272" cy="413"/>
              <a:chOff x="3478" y="921"/>
              <a:chExt cx="272" cy="413"/>
            </a:xfrm>
          </p:grpSpPr>
          <p:sp>
            <p:nvSpPr>
              <p:cNvPr id="182" name="Line 127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3" name="Line 128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4" name="Line 129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5" name="Line 130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5" name="Line 131"/>
            <p:cNvSpPr>
              <a:spLocks noChangeShapeType="1"/>
            </p:cNvSpPr>
            <p:nvPr/>
          </p:nvSpPr>
          <p:spPr bwMode="auto">
            <a:xfrm>
              <a:off x="2499" y="1933"/>
              <a:ext cx="512" cy="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132"/>
            <p:cNvSpPr>
              <a:spLocks noChangeShapeType="1"/>
            </p:cNvSpPr>
            <p:nvPr/>
          </p:nvSpPr>
          <p:spPr bwMode="auto">
            <a:xfrm>
              <a:off x="3294" y="1939"/>
              <a:ext cx="41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7" name="Group 133"/>
            <p:cNvGrpSpPr>
              <a:grpSpLocks/>
            </p:cNvGrpSpPr>
            <p:nvPr/>
          </p:nvGrpSpPr>
          <p:grpSpPr bwMode="auto">
            <a:xfrm>
              <a:off x="4517" y="2022"/>
              <a:ext cx="82" cy="802"/>
              <a:chOff x="4576" y="1193"/>
              <a:chExt cx="82" cy="802"/>
            </a:xfrm>
          </p:grpSpPr>
          <p:sp>
            <p:nvSpPr>
              <p:cNvPr id="180" name="Freeform 134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1" name="Line 135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8" name="Group 136"/>
            <p:cNvGrpSpPr>
              <a:grpSpLocks/>
            </p:cNvGrpSpPr>
            <p:nvPr/>
          </p:nvGrpSpPr>
          <p:grpSpPr bwMode="auto">
            <a:xfrm>
              <a:off x="4635" y="2310"/>
              <a:ext cx="193" cy="286"/>
              <a:chOff x="4682" y="1523"/>
              <a:chExt cx="193" cy="286"/>
            </a:xfrm>
          </p:grpSpPr>
          <p:sp>
            <p:nvSpPr>
              <p:cNvPr id="178" name="Rectangle 137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62" cy="27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9" name="Rectangle 138"/>
              <p:cNvSpPr>
                <a:spLocks noChangeArrowheads="1"/>
              </p:cNvSpPr>
              <p:nvPr/>
            </p:nvSpPr>
            <p:spPr bwMode="auto">
              <a:xfrm>
                <a:off x="4812" y="1616"/>
                <a:ext cx="63" cy="1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9" name="Rectangle 139"/>
            <p:cNvSpPr>
              <a:spLocks noChangeArrowheads="1"/>
            </p:cNvSpPr>
            <p:nvPr/>
          </p:nvSpPr>
          <p:spPr bwMode="auto">
            <a:xfrm>
              <a:off x="1350" y="2396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0" name="Rectangle 140"/>
            <p:cNvSpPr>
              <a:spLocks noChangeArrowheads="1"/>
            </p:cNvSpPr>
            <p:nvPr/>
          </p:nvSpPr>
          <p:spPr bwMode="auto">
            <a:xfrm>
              <a:off x="1419" y="2479"/>
              <a:ext cx="70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1" name="Rectangle 141"/>
            <p:cNvSpPr>
              <a:spLocks noChangeArrowheads="1"/>
            </p:cNvSpPr>
            <p:nvPr/>
          </p:nvSpPr>
          <p:spPr bwMode="auto">
            <a:xfrm>
              <a:off x="2636" y="2127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2" name="Rectangle 142"/>
            <p:cNvSpPr>
              <a:spLocks noChangeArrowheads="1"/>
            </p:cNvSpPr>
            <p:nvPr/>
          </p:nvSpPr>
          <p:spPr bwMode="auto">
            <a:xfrm>
              <a:off x="2707" y="2210"/>
              <a:ext cx="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3" name="Group 143"/>
            <p:cNvGrpSpPr>
              <a:grpSpLocks/>
            </p:cNvGrpSpPr>
            <p:nvPr/>
          </p:nvGrpSpPr>
          <p:grpSpPr bwMode="auto">
            <a:xfrm>
              <a:off x="1963" y="2009"/>
              <a:ext cx="166" cy="779"/>
              <a:chOff x="2652" y="1204"/>
              <a:chExt cx="166" cy="779"/>
            </a:xfrm>
          </p:grpSpPr>
          <p:grpSp>
            <p:nvGrpSpPr>
              <p:cNvPr id="132" name="Group 144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72" name="Group 145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76" name="Arc 146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7" name="Arc 147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3" name="Group 148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74" name="Arc 149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5" name="Arc 150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3" name="Group 151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66" name="Group 152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70" name="Arc 153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1" name="Arc 154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7" name="Group 155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68" name="Arc 156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9" name="Arc 157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4" name="Group 158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60" name="Group 159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64" name="Arc 160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5" name="Arc 161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1" name="Group 162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62" name="Arc 163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3" name="Arc 164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5" name="Group 165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54" name="Group 166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58" name="Arc 167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9" name="Arc 168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5" name="Group 169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56" name="Arc 170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7" name="Arc 171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6" name="Group 172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48" name="Group 173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52" name="Arc 174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3" name="Arc 175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9" name="Group 176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50" name="Arc 177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1" name="Arc 178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7" name="Group 179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42" name="Group 180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46" name="Arc 181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7" name="Arc 182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3" name="Group 183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44" name="Arc 184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5" name="Arc 185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38" name="Arc 186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Arc 187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188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189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4" name="Line 190"/>
            <p:cNvSpPr>
              <a:spLocks noChangeShapeType="1"/>
            </p:cNvSpPr>
            <p:nvPr/>
          </p:nvSpPr>
          <p:spPr bwMode="auto">
            <a:xfrm flipV="1">
              <a:off x="2045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91"/>
            <p:cNvSpPr>
              <a:spLocks noChangeShapeType="1"/>
            </p:cNvSpPr>
            <p:nvPr/>
          </p:nvSpPr>
          <p:spPr bwMode="auto">
            <a:xfrm flipV="1">
              <a:off x="2045" y="2753"/>
              <a:ext cx="1" cy="3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Oval 192"/>
            <p:cNvSpPr>
              <a:spLocks noChangeArrowheads="1"/>
            </p:cNvSpPr>
            <p:nvPr/>
          </p:nvSpPr>
          <p:spPr bwMode="auto">
            <a:xfrm>
              <a:off x="1886" y="2711"/>
              <a:ext cx="70" cy="59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7" name="Rectangle 193"/>
            <p:cNvSpPr>
              <a:spLocks noChangeArrowheads="1"/>
            </p:cNvSpPr>
            <p:nvPr/>
          </p:nvSpPr>
          <p:spPr bwMode="auto">
            <a:xfrm>
              <a:off x="1821" y="2162"/>
              <a:ext cx="97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8" name="Rectangle 194"/>
            <p:cNvSpPr>
              <a:spLocks noChangeArrowheads="1"/>
            </p:cNvSpPr>
            <p:nvPr/>
          </p:nvSpPr>
          <p:spPr bwMode="auto">
            <a:xfrm>
              <a:off x="1892" y="2245"/>
              <a:ext cx="70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9" name="Group 195"/>
            <p:cNvGrpSpPr>
              <a:grpSpLocks/>
            </p:cNvGrpSpPr>
            <p:nvPr/>
          </p:nvGrpSpPr>
          <p:grpSpPr bwMode="auto">
            <a:xfrm>
              <a:off x="1844" y="3142"/>
              <a:ext cx="402" cy="260"/>
              <a:chOff x="2533" y="2337"/>
              <a:chExt cx="402" cy="260"/>
            </a:xfrm>
          </p:grpSpPr>
          <p:sp>
            <p:nvSpPr>
              <p:cNvPr id="128" name="Line 196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197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198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199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0" name="Line 200"/>
            <p:cNvSpPr>
              <a:spLocks noChangeShapeType="1"/>
            </p:cNvSpPr>
            <p:nvPr/>
          </p:nvSpPr>
          <p:spPr bwMode="auto">
            <a:xfrm>
              <a:off x="640" y="3000"/>
              <a:ext cx="1" cy="74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201"/>
            <p:cNvSpPr>
              <a:spLocks noChangeShapeType="1"/>
            </p:cNvSpPr>
            <p:nvPr/>
          </p:nvSpPr>
          <p:spPr bwMode="auto">
            <a:xfrm>
              <a:off x="652" y="3743"/>
              <a:ext cx="1405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202"/>
            <p:cNvSpPr>
              <a:spLocks noChangeShapeType="1"/>
            </p:cNvSpPr>
            <p:nvPr/>
          </p:nvSpPr>
          <p:spPr bwMode="auto">
            <a:xfrm>
              <a:off x="2045" y="3401"/>
              <a:ext cx="1" cy="34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203"/>
            <p:cNvSpPr>
              <a:spLocks noChangeShapeType="1"/>
            </p:cNvSpPr>
            <p:nvPr/>
          </p:nvSpPr>
          <p:spPr bwMode="auto">
            <a:xfrm>
              <a:off x="628" y="1939"/>
              <a:ext cx="1429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204"/>
            <p:cNvSpPr>
              <a:spLocks noChangeShapeType="1"/>
            </p:cNvSpPr>
            <p:nvPr/>
          </p:nvSpPr>
          <p:spPr bwMode="auto">
            <a:xfrm>
              <a:off x="2246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5" name="Group 205"/>
            <p:cNvGrpSpPr>
              <a:grpSpLocks/>
            </p:cNvGrpSpPr>
            <p:nvPr/>
          </p:nvGrpSpPr>
          <p:grpSpPr bwMode="auto">
            <a:xfrm>
              <a:off x="3249" y="2269"/>
              <a:ext cx="402" cy="272"/>
              <a:chOff x="3938" y="1464"/>
              <a:chExt cx="402" cy="272"/>
            </a:xfrm>
          </p:grpSpPr>
          <p:sp>
            <p:nvSpPr>
              <p:cNvPr id="124" name="Line 206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207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208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209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6" name="Line 210"/>
            <p:cNvSpPr>
              <a:spLocks noChangeShapeType="1"/>
            </p:cNvSpPr>
            <p:nvPr/>
          </p:nvSpPr>
          <p:spPr bwMode="auto">
            <a:xfrm>
              <a:off x="3450" y="2540"/>
              <a:ext cx="1" cy="33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211"/>
            <p:cNvSpPr>
              <a:spLocks noChangeShapeType="1"/>
            </p:cNvSpPr>
            <p:nvPr/>
          </p:nvSpPr>
          <p:spPr bwMode="auto">
            <a:xfrm>
              <a:off x="3450" y="1939"/>
              <a:ext cx="1" cy="33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Rectangle 212"/>
            <p:cNvSpPr>
              <a:spLocks noChangeArrowheads="1"/>
            </p:cNvSpPr>
            <p:nvPr/>
          </p:nvSpPr>
          <p:spPr bwMode="auto">
            <a:xfrm>
              <a:off x="2518" y="1619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213"/>
            <p:cNvSpPr>
              <a:spLocks noChangeArrowheads="1"/>
            </p:cNvSpPr>
            <p:nvPr/>
          </p:nvSpPr>
          <p:spPr bwMode="auto">
            <a:xfrm>
              <a:off x="2658" y="1715"/>
              <a:ext cx="8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214"/>
            <p:cNvSpPr>
              <a:spLocks noChangeArrowheads="1"/>
            </p:cNvSpPr>
            <p:nvPr/>
          </p:nvSpPr>
          <p:spPr bwMode="auto">
            <a:xfrm>
              <a:off x="3072" y="2517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215"/>
            <p:cNvSpPr>
              <a:spLocks noChangeArrowheads="1"/>
            </p:cNvSpPr>
            <p:nvPr/>
          </p:nvSpPr>
          <p:spPr bwMode="auto">
            <a:xfrm>
              <a:off x="3226" y="2611"/>
              <a:ext cx="81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Rectangle 216"/>
            <p:cNvSpPr>
              <a:spLocks noChangeArrowheads="1"/>
            </p:cNvSpPr>
            <p:nvPr/>
          </p:nvSpPr>
          <p:spPr bwMode="auto">
            <a:xfrm>
              <a:off x="2116" y="3425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3" name="Rectangle 217"/>
            <p:cNvSpPr>
              <a:spLocks noChangeArrowheads="1"/>
            </p:cNvSpPr>
            <p:nvPr/>
          </p:nvSpPr>
          <p:spPr bwMode="auto">
            <a:xfrm>
              <a:off x="2293" y="3519"/>
              <a:ext cx="80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4" name="Line 218"/>
            <p:cNvSpPr>
              <a:spLocks noChangeShapeType="1"/>
            </p:cNvSpPr>
            <p:nvPr/>
          </p:nvSpPr>
          <p:spPr bwMode="auto">
            <a:xfrm>
              <a:off x="1574" y="1998"/>
              <a:ext cx="0" cy="19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219"/>
            <p:cNvSpPr>
              <a:spLocks noChangeShapeType="1"/>
            </p:cNvSpPr>
            <p:nvPr/>
          </p:nvSpPr>
          <p:spPr bwMode="auto">
            <a:xfrm flipV="1">
              <a:off x="2043" y="2869"/>
              <a:ext cx="0" cy="1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66" name="Group 220"/>
            <p:cNvGrpSpPr>
              <a:grpSpLocks/>
            </p:cNvGrpSpPr>
            <p:nvPr/>
          </p:nvGrpSpPr>
          <p:grpSpPr bwMode="auto">
            <a:xfrm rot="-5400000">
              <a:off x="3975" y="1542"/>
              <a:ext cx="178" cy="779"/>
              <a:chOff x="2179" y="1204"/>
              <a:chExt cx="178" cy="779"/>
            </a:xfrm>
          </p:grpSpPr>
          <p:grpSp>
            <p:nvGrpSpPr>
              <p:cNvPr id="78" name="Group 221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118" name="Group 222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122" name="Arc 223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3" name="Arc 224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9" name="Group 225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120" name="Arc 226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1" name="Arc 227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9" name="Group 228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112" name="Group 229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116" name="Arc 230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7" name="Arc 231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3" name="Group 232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114" name="Arc 233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5" name="Arc 234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0" name="Group 235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106" name="Group 236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110" name="Arc 237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1" name="Arc 238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7" name="Group 239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108" name="Arc 240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9" name="Arc 241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1" name="Group 242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100" name="Group 243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104" name="Arc 244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" name="Arc 245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1" name="Group 246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102" name="Arc 247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3" name="Arc 248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2" name="Group 249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94" name="Group 250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98" name="Arc 251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9" name="Arc 252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5" name="Group 253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96" name="Arc 254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7" name="Arc 255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3" name="Group 256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88" name="Group 257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92" name="Arc 258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3" name="Arc 259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9" name="Group 260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90" name="Arc 261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1" name="Arc 262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84" name="Arc 263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Arc 264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265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266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7" name="Line 267"/>
            <p:cNvSpPr>
              <a:spLocks noChangeShapeType="1"/>
            </p:cNvSpPr>
            <p:nvPr/>
          </p:nvSpPr>
          <p:spPr bwMode="auto">
            <a:xfrm>
              <a:off x="4399" y="1934"/>
              <a:ext cx="232" cy="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268"/>
            <p:cNvSpPr>
              <a:spLocks noChangeShapeType="1"/>
            </p:cNvSpPr>
            <p:nvPr/>
          </p:nvSpPr>
          <p:spPr bwMode="auto">
            <a:xfrm flipV="1">
              <a:off x="2644" y="1940"/>
              <a:ext cx="23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269"/>
            <p:cNvSpPr>
              <a:spLocks noChangeShapeType="1"/>
            </p:cNvSpPr>
            <p:nvPr/>
          </p:nvSpPr>
          <p:spPr bwMode="auto">
            <a:xfrm flipV="1">
              <a:off x="3413" y="1941"/>
              <a:ext cx="23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Text Box 270"/>
            <p:cNvSpPr txBox="1">
              <a:spLocks noChangeArrowheads="1"/>
            </p:cNvSpPr>
            <p:nvPr/>
          </p:nvSpPr>
          <p:spPr bwMode="auto">
            <a:xfrm>
              <a:off x="1335" y="196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71" name="Text Box 271"/>
            <p:cNvSpPr txBox="1">
              <a:spLocks noChangeArrowheads="1"/>
            </p:cNvSpPr>
            <p:nvPr/>
          </p:nvSpPr>
          <p:spPr bwMode="auto">
            <a:xfrm>
              <a:off x="2110" y="2801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72" name="Text Box 272"/>
            <p:cNvSpPr txBox="1">
              <a:spLocks noChangeArrowheads="1"/>
            </p:cNvSpPr>
            <p:nvPr/>
          </p:nvSpPr>
          <p:spPr bwMode="auto">
            <a:xfrm>
              <a:off x="2759" y="159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3" name="Text Box 273"/>
            <p:cNvSpPr txBox="1">
              <a:spLocks noChangeArrowheads="1"/>
            </p:cNvSpPr>
            <p:nvPr/>
          </p:nvSpPr>
          <p:spPr bwMode="auto">
            <a:xfrm>
              <a:off x="3522" y="1597"/>
              <a:ext cx="307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  <p:grpSp>
          <p:nvGrpSpPr>
            <p:cNvPr id="74" name="Group 274"/>
            <p:cNvGrpSpPr>
              <a:grpSpLocks/>
            </p:cNvGrpSpPr>
            <p:nvPr/>
          </p:nvGrpSpPr>
          <p:grpSpPr bwMode="auto">
            <a:xfrm>
              <a:off x="2736" y="2023"/>
              <a:ext cx="82" cy="802"/>
              <a:chOff x="4576" y="1193"/>
              <a:chExt cx="82" cy="802"/>
            </a:xfrm>
          </p:grpSpPr>
          <p:sp>
            <p:nvSpPr>
              <p:cNvPr id="76" name="Freeform 275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276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8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5" name="Text Box 277"/>
            <p:cNvSpPr txBox="1">
              <a:spLocks noChangeArrowheads="1"/>
            </p:cNvSpPr>
            <p:nvPr/>
          </p:nvSpPr>
          <p:spPr bwMode="auto">
            <a:xfrm>
              <a:off x="2803" y="2289"/>
              <a:ext cx="332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8000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2000" b="1" baseline="-25000">
                  <a:solidFill>
                    <a:srgbClr val="008000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</p:grpSp>
      <p:grpSp>
        <p:nvGrpSpPr>
          <p:cNvPr id="284" name="Group 278"/>
          <p:cNvGrpSpPr>
            <a:grpSpLocks/>
          </p:cNvGrpSpPr>
          <p:nvPr/>
        </p:nvGrpSpPr>
        <p:grpSpPr bwMode="auto">
          <a:xfrm>
            <a:off x="8480782" y="1970939"/>
            <a:ext cx="1506538" cy="925513"/>
            <a:chOff x="3998" y="1348"/>
            <a:chExt cx="949" cy="583"/>
          </a:xfrm>
        </p:grpSpPr>
        <p:sp>
          <p:nvSpPr>
            <p:cNvPr id="285" name="Text Box 279"/>
            <p:cNvSpPr txBox="1">
              <a:spLocks noChangeArrowheads="1"/>
            </p:cNvSpPr>
            <p:nvPr/>
          </p:nvSpPr>
          <p:spPr bwMode="auto">
            <a:xfrm>
              <a:off x="4034" y="1348"/>
              <a:ext cx="913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24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0 &lt; t &lt; </a:t>
              </a:r>
              <a:r>
                <a:rPr lang="en-CA" altLang="fr-FR" sz="2400" b="1" i="1">
                  <a:solidFill>
                    <a:srgbClr val="FF3300"/>
                  </a:solidFill>
                  <a:latin typeface="Symbol" panose="05050102010706020507" pitchFamily="18" charset="2"/>
                </a:rPr>
                <a:t>a</a:t>
              </a:r>
              <a:r>
                <a:rPr lang="en-CA" altLang="fr-FR" sz="24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286" name="Text Box 280"/>
            <p:cNvSpPr txBox="1">
              <a:spLocks noChangeArrowheads="1"/>
            </p:cNvSpPr>
            <p:nvPr/>
          </p:nvSpPr>
          <p:spPr bwMode="auto">
            <a:xfrm>
              <a:off x="3998" y="1698"/>
              <a:ext cx="84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latin typeface="Times New Roman" panose="02020603050405020304" pitchFamily="18" charset="0"/>
                </a:rPr>
                <a:t>T</a:t>
              </a:r>
              <a:r>
                <a:rPr lang="en-CA" altLang="fr-FR" sz="1800" b="1" baseline="-25000">
                  <a:latin typeface="Times New Roman" panose="02020603050405020304" pitchFamily="18" charset="0"/>
                </a:rPr>
                <a:t>p</a:t>
              </a:r>
              <a:r>
                <a:rPr lang="en-CA" altLang="fr-FR" sz="1800" b="1">
                  <a:latin typeface="Times New Roman" panose="02020603050405020304" pitchFamily="18" charset="0"/>
                </a:rPr>
                <a:t> forward.</a:t>
              </a:r>
            </a:p>
          </p:txBody>
        </p:sp>
      </p:grpSp>
      <p:sp>
        <p:nvSpPr>
          <p:cNvPr id="287" name="Line 281"/>
          <p:cNvSpPr>
            <a:spLocks noChangeShapeType="1"/>
          </p:cNvSpPr>
          <p:nvPr/>
        </p:nvSpPr>
        <p:spPr bwMode="auto">
          <a:xfrm>
            <a:off x="4096107" y="3088539"/>
            <a:ext cx="0" cy="857250"/>
          </a:xfrm>
          <a:prstGeom prst="line">
            <a:avLst/>
          </a:prstGeom>
          <a:noFill/>
          <a:ln w="15875">
            <a:solidFill>
              <a:srgbClr val="0000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88" name="Group 282"/>
          <p:cNvGrpSpPr>
            <a:grpSpLocks/>
          </p:cNvGrpSpPr>
          <p:nvPr/>
        </p:nvGrpSpPr>
        <p:grpSpPr bwMode="auto">
          <a:xfrm>
            <a:off x="8183920" y="3009164"/>
            <a:ext cx="2713037" cy="1279525"/>
            <a:chOff x="3595" y="1804"/>
            <a:chExt cx="1709" cy="806"/>
          </a:xfrm>
        </p:grpSpPr>
        <p:grpSp>
          <p:nvGrpSpPr>
            <p:cNvPr id="289" name="Group 283"/>
            <p:cNvGrpSpPr>
              <a:grpSpLocks/>
            </p:cNvGrpSpPr>
            <p:nvPr/>
          </p:nvGrpSpPr>
          <p:grpSpPr bwMode="auto">
            <a:xfrm>
              <a:off x="3756" y="1804"/>
              <a:ext cx="1548" cy="806"/>
              <a:chOff x="3840" y="1960"/>
              <a:chExt cx="1548" cy="806"/>
            </a:xfrm>
          </p:grpSpPr>
          <p:graphicFrame>
            <p:nvGraphicFramePr>
              <p:cNvPr id="291" name="Object 284"/>
              <p:cNvGraphicFramePr>
                <a:graphicFrameLocks noChangeAspect="1"/>
              </p:cNvGraphicFramePr>
              <p:nvPr/>
            </p:nvGraphicFramePr>
            <p:xfrm>
              <a:off x="3840" y="1960"/>
              <a:ext cx="1409" cy="43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18451" name="Equation" r:id="rId3" imgW="1244600" imgH="381000" progId="Equation.3">
                      <p:embed/>
                    </p:oleObj>
                  </mc:Choice>
                  <mc:Fallback>
                    <p:oleObj name="Equation" r:id="rId3" imgW="1244600" imgH="381000" progId="Equation.3">
                      <p:embed/>
                      <p:pic>
                        <p:nvPicPr>
                          <p:cNvPr id="38945" name="Object 28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40" y="1960"/>
                            <a:ext cx="1409" cy="432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92" name="Text Box 285"/>
              <p:cNvSpPr txBox="1">
                <a:spLocks noChangeArrowheads="1"/>
              </p:cNvSpPr>
              <p:nvPr/>
            </p:nvSpPr>
            <p:spPr bwMode="auto">
              <a:xfrm>
                <a:off x="3861" y="2359"/>
                <a:ext cx="1527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latin typeface="Times New Roman" panose="02020603050405020304" pitchFamily="18" charset="0"/>
                  </a:rPr>
                  <a:t>D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1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forward, D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2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reverse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latin typeface="Times New Roman" panose="02020603050405020304" pitchFamily="18" charset="0"/>
                  </a:rPr>
                  <a:t>i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2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= i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L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&gt; 0</a:t>
                </a:r>
              </a:p>
            </p:txBody>
          </p:sp>
        </p:grpSp>
        <p:sp>
          <p:nvSpPr>
            <p:cNvPr id="290" name="AutoShape 286"/>
            <p:cNvSpPr>
              <a:spLocks noChangeArrowheads="1"/>
            </p:cNvSpPr>
            <p:nvPr/>
          </p:nvSpPr>
          <p:spPr bwMode="auto">
            <a:xfrm>
              <a:off x="3595" y="2371"/>
              <a:ext cx="132" cy="174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93" name="Group 287"/>
          <p:cNvGrpSpPr>
            <a:grpSpLocks/>
          </p:cNvGrpSpPr>
          <p:nvPr/>
        </p:nvGrpSpPr>
        <p:grpSpPr bwMode="auto">
          <a:xfrm>
            <a:off x="8223607" y="4468077"/>
            <a:ext cx="2454275" cy="974725"/>
            <a:chOff x="3650" y="2723"/>
            <a:chExt cx="1546" cy="614"/>
          </a:xfrm>
        </p:grpSpPr>
        <p:sp>
          <p:nvSpPr>
            <p:cNvPr id="294" name="AutoShape 288"/>
            <p:cNvSpPr>
              <a:spLocks noChangeArrowheads="1"/>
            </p:cNvSpPr>
            <p:nvPr/>
          </p:nvSpPr>
          <p:spPr bwMode="auto">
            <a:xfrm>
              <a:off x="3650" y="3122"/>
              <a:ext cx="132" cy="174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95" name="Group 289"/>
            <p:cNvGrpSpPr>
              <a:grpSpLocks/>
            </p:cNvGrpSpPr>
            <p:nvPr/>
          </p:nvGrpSpPr>
          <p:grpSpPr bwMode="auto">
            <a:xfrm>
              <a:off x="3787" y="2723"/>
              <a:ext cx="1409" cy="614"/>
              <a:chOff x="3805" y="3041"/>
              <a:chExt cx="1409" cy="614"/>
            </a:xfrm>
          </p:grpSpPr>
          <p:graphicFrame>
            <p:nvGraphicFramePr>
              <p:cNvPr id="296" name="Object 290"/>
              <p:cNvGraphicFramePr>
                <a:graphicFrameLocks noChangeAspect="1"/>
              </p:cNvGraphicFramePr>
              <p:nvPr/>
            </p:nvGraphicFramePr>
            <p:xfrm>
              <a:off x="3805" y="3041"/>
              <a:ext cx="1409" cy="43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18452" name="Equation" r:id="rId5" imgW="1244600" imgH="381000" progId="Equation.3">
                      <p:embed/>
                    </p:oleObj>
                  </mc:Choice>
                  <mc:Fallback>
                    <p:oleObj name="Equation" r:id="rId5" imgW="1244600" imgH="381000" progId="Equation.3">
                      <p:embed/>
                      <p:pic>
                        <p:nvPicPr>
                          <p:cNvPr id="38941" name="Object 29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05" y="3041"/>
                            <a:ext cx="1409" cy="432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97" name="Text Box 291"/>
              <p:cNvSpPr txBox="1">
                <a:spLocks noChangeArrowheads="1"/>
              </p:cNvSpPr>
              <p:nvPr/>
            </p:nvSpPr>
            <p:spPr bwMode="auto">
              <a:xfrm>
                <a:off x="3886" y="3422"/>
                <a:ext cx="756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latin typeface="Times New Roman" panose="02020603050405020304" pitchFamily="18" charset="0"/>
                  </a:rPr>
                  <a:t>D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3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reverse</a:t>
                </a:r>
              </a:p>
            </p:txBody>
          </p:sp>
        </p:grpSp>
      </p:grpSp>
      <p:grpSp>
        <p:nvGrpSpPr>
          <p:cNvPr id="298" name="Group 292"/>
          <p:cNvGrpSpPr>
            <a:grpSpLocks/>
          </p:cNvGrpSpPr>
          <p:nvPr/>
        </p:nvGrpSpPr>
        <p:grpSpPr bwMode="auto">
          <a:xfrm>
            <a:off x="2826107" y="2972652"/>
            <a:ext cx="3844925" cy="1906587"/>
            <a:chOff x="220" y="1781"/>
            <a:chExt cx="2422" cy="1201"/>
          </a:xfrm>
        </p:grpSpPr>
        <p:sp>
          <p:nvSpPr>
            <p:cNvPr id="299" name="Arc 293"/>
            <p:cNvSpPr>
              <a:spLocks/>
            </p:cNvSpPr>
            <p:nvPr/>
          </p:nvSpPr>
          <p:spPr bwMode="auto">
            <a:xfrm>
              <a:off x="220" y="1914"/>
              <a:ext cx="609" cy="1068"/>
            </a:xfrm>
            <a:custGeom>
              <a:avLst/>
              <a:gdLst>
                <a:gd name="T0" fmla="*/ 0 w 43001"/>
                <a:gd name="T1" fmla="*/ 0 h 43200"/>
                <a:gd name="T2" fmla="*/ 0 w 43001"/>
                <a:gd name="T3" fmla="*/ 0 h 43200"/>
                <a:gd name="T4" fmla="*/ 0 w 43001"/>
                <a:gd name="T5" fmla="*/ 0 h 432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001" h="43200" fill="none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</a:path>
                <a:path w="43001" h="43200" stroke="0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  <a:lnTo>
                    <a:pt x="21401" y="21600"/>
                  </a:lnTo>
                  <a:lnTo>
                    <a:pt x="-1" y="1867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0" name="Arc 294"/>
            <p:cNvSpPr>
              <a:spLocks/>
            </p:cNvSpPr>
            <p:nvPr/>
          </p:nvSpPr>
          <p:spPr bwMode="auto">
            <a:xfrm rot="-5522256">
              <a:off x="1952" y="1506"/>
              <a:ext cx="415" cy="965"/>
            </a:xfrm>
            <a:custGeom>
              <a:avLst/>
              <a:gdLst>
                <a:gd name="T0" fmla="*/ 0 w 22171"/>
                <a:gd name="T1" fmla="*/ 0 h 24056"/>
                <a:gd name="T2" fmla="*/ 0 w 22171"/>
                <a:gd name="T3" fmla="*/ 0 h 24056"/>
                <a:gd name="T4" fmla="*/ 0 w 22171"/>
                <a:gd name="T5" fmla="*/ 0 h 24056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2171" h="24056" fill="none" extrusionOk="0">
                  <a:moveTo>
                    <a:pt x="-1" y="7"/>
                  </a:moveTo>
                  <a:cubicBezTo>
                    <a:pt x="190" y="2"/>
                    <a:pt x="380" y="-1"/>
                    <a:pt x="571" y="0"/>
                  </a:cubicBezTo>
                  <a:cubicBezTo>
                    <a:pt x="12500" y="0"/>
                    <a:pt x="22171" y="9670"/>
                    <a:pt x="22171" y="21600"/>
                  </a:cubicBezTo>
                  <a:cubicBezTo>
                    <a:pt x="22171" y="22420"/>
                    <a:pt x="22124" y="23240"/>
                    <a:pt x="22030" y="24055"/>
                  </a:cubicBezTo>
                </a:path>
                <a:path w="22171" h="24056" stroke="0" extrusionOk="0">
                  <a:moveTo>
                    <a:pt x="-1" y="7"/>
                  </a:moveTo>
                  <a:cubicBezTo>
                    <a:pt x="190" y="2"/>
                    <a:pt x="380" y="-1"/>
                    <a:pt x="571" y="0"/>
                  </a:cubicBezTo>
                  <a:cubicBezTo>
                    <a:pt x="12500" y="0"/>
                    <a:pt x="22171" y="9670"/>
                    <a:pt x="22171" y="21600"/>
                  </a:cubicBezTo>
                  <a:cubicBezTo>
                    <a:pt x="22171" y="22420"/>
                    <a:pt x="22124" y="23240"/>
                    <a:pt x="22030" y="24055"/>
                  </a:cubicBezTo>
                  <a:lnTo>
                    <a:pt x="571" y="21600"/>
                  </a:lnTo>
                  <a:lnTo>
                    <a:pt x="-1" y="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graphicFrame>
        <p:nvGraphicFramePr>
          <p:cNvPr id="301" name="Object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3022402"/>
              </p:ext>
            </p:extLst>
          </p:nvPr>
        </p:nvGraphicFramePr>
        <p:xfrm>
          <a:off x="8190270" y="5603139"/>
          <a:ext cx="3057525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53" name="Equation" r:id="rId7" imgW="977900" imgH="190500" progId="Equation.3">
                  <p:embed/>
                </p:oleObj>
              </mc:Choice>
              <mc:Fallback>
                <p:oleObj name="Equation" r:id="rId7" imgW="977900" imgH="190500" progId="Equation.3">
                  <p:embed/>
                  <p:pic>
                    <p:nvPicPr>
                      <p:cNvPr id="284967" name="Object 29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90270" y="5603139"/>
                        <a:ext cx="3057525" cy="595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02" name="Group 296"/>
          <p:cNvGrpSpPr>
            <a:grpSpLocks/>
          </p:cNvGrpSpPr>
          <p:nvPr/>
        </p:nvGrpSpPr>
        <p:grpSpPr bwMode="auto">
          <a:xfrm>
            <a:off x="3300770" y="5228489"/>
            <a:ext cx="3152775" cy="590550"/>
            <a:chOff x="741" y="3382"/>
            <a:chExt cx="1986" cy="372"/>
          </a:xfrm>
        </p:grpSpPr>
        <p:graphicFrame>
          <p:nvGraphicFramePr>
            <p:cNvPr id="303" name="Object 297"/>
            <p:cNvGraphicFramePr>
              <a:graphicFrameLocks noChangeAspect="1"/>
            </p:cNvGraphicFramePr>
            <p:nvPr/>
          </p:nvGraphicFramePr>
          <p:xfrm>
            <a:off x="741" y="3382"/>
            <a:ext cx="854" cy="3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8454" name="Equation" r:id="rId9" imgW="787058" imgH="342751" progId="Equation.3">
                    <p:embed/>
                  </p:oleObj>
                </mc:Choice>
                <mc:Fallback>
                  <p:oleObj name="Equation" r:id="rId9" imgW="787058" imgH="342751" progId="Equation.3">
                    <p:embed/>
                    <p:pic>
                      <p:nvPicPr>
                        <p:cNvPr id="38935" name="Object 29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1" y="3382"/>
                          <a:ext cx="854" cy="37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04" name="Text Box 298"/>
            <p:cNvSpPr txBox="1">
              <a:spLocks noChangeArrowheads="1"/>
            </p:cNvSpPr>
            <p:nvPr/>
          </p:nvSpPr>
          <p:spPr bwMode="auto">
            <a:xfrm>
              <a:off x="1762" y="3440"/>
              <a:ext cx="96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magnetization</a:t>
              </a:r>
            </a:p>
          </p:txBody>
        </p:sp>
      </p:grpSp>
      <p:sp>
        <p:nvSpPr>
          <p:cNvPr id="305" name="Line 299"/>
          <p:cNvSpPr>
            <a:spLocks noChangeShapeType="1"/>
          </p:cNvSpPr>
          <p:nvPr/>
        </p:nvSpPr>
        <p:spPr bwMode="auto">
          <a:xfrm flipV="1">
            <a:off x="3535720" y="2966302"/>
            <a:ext cx="0" cy="1028700"/>
          </a:xfrm>
          <a:prstGeom prst="line">
            <a:avLst/>
          </a:prstGeom>
          <a:noFill/>
          <a:ln w="158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6" name="Text Box 300"/>
          <p:cNvSpPr txBox="1">
            <a:spLocks noChangeArrowheads="1"/>
          </p:cNvSpPr>
          <p:nvPr/>
        </p:nvSpPr>
        <p:spPr bwMode="auto">
          <a:xfrm>
            <a:off x="3172182" y="3374289"/>
            <a:ext cx="438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307" name="Text Box 301"/>
          <p:cNvSpPr txBox="1">
            <a:spLocks noChangeArrowheads="1"/>
          </p:cNvSpPr>
          <p:nvPr/>
        </p:nvSpPr>
        <p:spPr bwMode="auto">
          <a:xfrm>
            <a:off x="3916720" y="3871177"/>
            <a:ext cx="438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00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0000FF"/>
                </a:solidFill>
                <a:latin typeface="Times New Roman" panose="02020603050405020304" pitchFamily="18" charset="0"/>
              </a:rPr>
              <a:t>3</a:t>
            </a:r>
          </a:p>
        </p:txBody>
      </p:sp>
      <p:grpSp>
        <p:nvGrpSpPr>
          <p:cNvPr id="308" name="Group 306"/>
          <p:cNvGrpSpPr>
            <a:grpSpLocks/>
          </p:cNvGrpSpPr>
          <p:nvPr/>
        </p:nvGrpSpPr>
        <p:grpSpPr bwMode="auto">
          <a:xfrm>
            <a:off x="3361095" y="5841264"/>
            <a:ext cx="2312987" cy="628650"/>
            <a:chOff x="557" y="3588"/>
            <a:chExt cx="1457" cy="396"/>
          </a:xfrm>
        </p:grpSpPr>
        <p:graphicFrame>
          <p:nvGraphicFramePr>
            <p:cNvPr id="309" name="Object 303"/>
            <p:cNvGraphicFramePr>
              <a:graphicFrameLocks noChangeAspect="1"/>
            </p:cNvGraphicFramePr>
            <p:nvPr/>
          </p:nvGraphicFramePr>
          <p:xfrm>
            <a:off x="557" y="3599"/>
            <a:ext cx="647" cy="3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8455" name="Equation" r:id="rId11" imgW="596641" imgH="355446" progId="Equation.3">
                    <p:embed/>
                  </p:oleObj>
                </mc:Choice>
                <mc:Fallback>
                  <p:oleObj name="Equation" r:id="rId11" imgW="596641" imgH="355446" progId="Equation.3">
                    <p:embed/>
                    <p:pic>
                      <p:nvPicPr>
                        <p:cNvPr id="38933" name="Object 30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7" y="3599"/>
                          <a:ext cx="647" cy="3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0" name="Object 305"/>
            <p:cNvGraphicFramePr>
              <a:graphicFrameLocks noChangeAspect="1"/>
            </p:cNvGraphicFramePr>
            <p:nvPr/>
          </p:nvGraphicFramePr>
          <p:xfrm>
            <a:off x="1381" y="3588"/>
            <a:ext cx="633" cy="3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8456" name="Equation" r:id="rId13" imgW="583947" imgH="355446" progId="Equation.3">
                    <p:embed/>
                  </p:oleObj>
                </mc:Choice>
                <mc:Fallback>
                  <p:oleObj name="Equation" r:id="rId13" imgW="583947" imgH="355446" progId="Equation.3">
                    <p:embed/>
                    <p:pic>
                      <p:nvPicPr>
                        <p:cNvPr id="38934" name="Object 30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81" y="3588"/>
                          <a:ext cx="633" cy="3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11" name="ZoneTexte 310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3611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34" dur="20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743200" y="3691199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1" name="Group 6"/>
          <p:cNvGrpSpPr>
            <a:grpSpLocks/>
          </p:cNvGrpSpPr>
          <p:nvPr/>
        </p:nvGrpSpPr>
        <p:grpSpPr bwMode="auto">
          <a:xfrm>
            <a:off x="2479964" y="1714761"/>
            <a:ext cx="5552786" cy="2870200"/>
            <a:chOff x="511" y="1590"/>
            <a:chExt cx="4317" cy="2154"/>
          </a:xfrm>
        </p:grpSpPr>
        <p:grpSp>
          <p:nvGrpSpPr>
            <p:cNvPr id="12" name="Group 7"/>
            <p:cNvGrpSpPr>
              <a:grpSpLocks/>
            </p:cNvGrpSpPr>
            <p:nvPr/>
          </p:nvGrpSpPr>
          <p:grpSpPr bwMode="auto">
            <a:xfrm>
              <a:off x="1490" y="2177"/>
              <a:ext cx="178" cy="779"/>
              <a:chOff x="2179" y="1204"/>
              <a:chExt cx="178" cy="779"/>
            </a:xfrm>
          </p:grpSpPr>
          <p:grpSp>
            <p:nvGrpSpPr>
              <p:cNvPr id="236" name="Group 8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76" name="Group 9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80" name="Arc 10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1" name="Arc 11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7" name="Group 12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78" name="Arc 13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9" name="Arc 14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7" name="Group 15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70" name="Group 16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74" name="Arc 17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5" name="Arc 18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1" name="Group 19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72" name="Arc 20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3" name="Arc 21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8" name="Group 22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64" name="Group 23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68" name="Arc 24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9" name="Arc 25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5" name="Group 26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66" name="Arc 27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7" name="Arc 28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9" name="Group 29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58" name="Group 30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62" name="Arc 31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3" name="Arc 32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9" name="Group 33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60" name="Arc 34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1" name="Arc 35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0" name="Group 36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52" name="Group 37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56" name="Arc 38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7" name="Arc 39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3" name="Group 40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54" name="Arc 41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5" name="Arc 42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1" name="Group 43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46" name="Group 44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50" name="Arc 45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1" name="Arc 46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7" name="Group 47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48" name="Arc 48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9" name="Arc 49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42" name="Arc 50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3" name="Arc 51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4" name="Line 52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5" name="Line 53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Line 54"/>
            <p:cNvSpPr>
              <a:spLocks noChangeShapeType="1"/>
            </p:cNvSpPr>
            <p:nvPr/>
          </p:nvSpPr>
          <p:spPr bwMode="auto">
            <a:xfrm flipV="1">
              <a:off x="2506" y="1939"/>
              <a:ext cx="1" cy="9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4" name="Group 55"/>
            <p:cNvGrpSpPr>
              <a:grpSpLocks/>
            </p:cNvGrpSpPr>
            <p:nvPr/>
          </p:nvGrpSpPr>
          <p:grpSpPr bwMode="auto">
            <a:xfrm>
              <a:off x="2423" y="2009"/>
              <a:ext cx="166" cy="779"/>
              <a:chOff x="3112" y="1204"/>
              <a:chExt cx="166" cy="779"/>
            </a:xfrm>
          </p:grpSpPr>
          <p:grpSp>
            <p:nvGrpSpPr>
              <p:cNvPr id="190" name="Group 56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230" name="Group 57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234" name="Arc 58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5" name="Arc 59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1" name="Group 60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232" name="Arc 61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3" name="Arc 62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1" name="Group 63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224" name="Group 64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228" name="Arc 65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9" name="Arc 66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5" name="Group 67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226" name="Arc 68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7" name="Arc 69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2" name="Group 70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218" name="Group 71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222" name="Arc 72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3" name="Arc 73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9" name="Group 74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220" name="Arc 75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1" name="Arc 76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3" name="Group 77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212" name="Group 78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216" name="Arc 79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7" name="Arc 80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3" name="Group 81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214" name="Arc 82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5" name="Arc 83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4" name="Group 84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206" name="Group 85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210" name="Arc 86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1" name="Arc 87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7" name="Group 88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208" name="Arc 89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9" name="Arc 90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5" name="Group 91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200" name="Group 92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204" name="Arc 93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5" name="Arc 94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1" name="Group 95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202" name="Arc 96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3" name="Arc 97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96" name="Arc 98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7" name="Arc 99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8" name="Line 100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9" name="Line 101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" name="Line 102"/>
            <p:cNvSpPr>
              <a:spLocks noChangeShapeType="1"/>
            </p:cNvSpPr>
            <p:nvPr/>
          </p:nvSpPr>
          <p:spPr bwMode="auto">
            <a:xfrm>
              <a:off x="2317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03"/>
            <p:cNvSpPr>
              <a:spLocks noChangeShapeType="1"/>
            </p:cNvSpPr>
            <p:nvPr/>
          </p:nvSpPr>
          <p:spPr bwMode="auto">
            <a:xfrm flipV="1">
              <a:off x="1573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04"/>
            <p:cNvSpPr>
              <a:spLocks noChangeShapeType="1"/>
            </p:cNvSpPr>
            <p:nvPr/>
          </p:nvSpPr>
          <p:spPr bwMode="auto">
            <a:xfrm flipV="1">
              <a:off x="2506" y="2764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05"/>
            <p:cNvSpPr>
              <a:spLocks noChangeShapeType="1"/>
            </p:cNvSpPr>
            <p:nvPr/>
          </p:nvSpPr>
          <p:spPr bwMode="auto">
            <a:xfrm flipV="1">
              <a:off x="1573" y="2957"/>
              <a:ext cx="1" cy="10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Oval 106"/>
            <p:cNvSpPr>
              <a:spLocks noChangeArrowheads="1"/>
            </p:cNvSpPr>
            <p:nvPr/>
          </p:nvSpPr>
          <p:spPr bwMode="auto">
            <a:xfrm>
              <a:off x="511" y="2741"/>
              <a:ext cx="259" cy="259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0" name="Group 107"/>
            <p:cNvGrpSpPr>
              <a:grpSpLocks/>
            </p:cNvGrpSpPr>
            <p:nvPr/>
          </p:nvGrpSpPr>
          <p:grpSpPr bwMode="auto">
            <a:xfrm>
              <a:off x="849" y="2711"/>
              <a:ext cx="83" cy="259"/>
              <a:chOff x="1022" y="1936"/>
              <a:chExt cx="83" cy="259"/>
            </a:xfrm>
          </p:grpSpPr>
          <p:sp>
            <p:nvSpPr>
              <p:cNvPr id="188" name="Freeform 108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9" name="Line 109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1" name="Rectangle 110"/>
            <p:cNvSpPr>
              <a:spLocks noChangeArrowheads="1"/>
            </p:cNvSpPr>
            <p:nvPr/>
          </p:nvSpPr>
          <p:spPr bwMode="auto">
            <a:xfrm>
              <a:off x="953" y="2867"/>
              <a:ext cx="12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Line 111"/>
            <p:cNvSpPr>
              <a:spLocks noChangeShapeType="1"/>
            </p:cNvSpPr>
            <p:nvPr/>
          </p:nvSpPr>
          <p:spPr bwMode="auto">
            <a:xfrm flipH="1">
              <a:off x="1413" y="3069"/>
              <a:ext cx="166" cy="1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3" name="Group 112"/>
            <p:cNvGrpSpPr>
              <a:grpSpLocks/>
            </p:cNvGrpSpPr>
            <p:nvPr/>
          </p:nvGrpSpPr>
          <p:grpSpPr bwMode="auto">
            <a:xfrm>
              <a:off x="1437" y="3434"/>
              <a:ext cx="212" cy="177"/>
              <a:chOff x="2144" y="2419"/>
              <a:chExt cx="212" cy="177"/>
            </a:xfrm>
          </p:grpSpPr>
          <p:sp>
            <p:nvSpPr>
              <p:cNvPr id="186" name="Freeform 113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7" name="Line 114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4" name="Line 115"/>
            <p:cNvSpPr>
              <a:spLocks noChangeShapeType="1"/>
            </p:cNvSpPr>
            <p:nvPr/>
          </p:nvSpPr>
          <p:spPr bwMode="auto">
            <a:xfrm>
              <a:off x="1425" y="3081"/>
              <a:ext cx="1" cy="542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16"/>
            <p:cNvSpPr>
              <a:spLocks noChangeShapeType="1"/>
            </p:cNvSpPr>
            <p:nvPr/>
          </p:nvSpPr>
          <p:spPr bwMode="auto">
            <a:xfrm>
              <a:off x="2517" y="2871"/>
              <a:ext cx="2113" cy="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117"/>
            <p:cNvSpPr>
              <a:spLocks noChangeShapeType="1"/>
            </p:cNvSpPr>
            <p:nvPr/>
          </p:nvSpPr>
          <p:spPr bwMode="auto">
            <a:xfrm>
              <a:off x="640" y="1939"/>
              <a:ext cx="1" cy="80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18"/>
            <p:cNvSpPr>
              <a:spLocks noChangeShapeType="1"/>
            </p:cNvSpPr>
            <p:nvPr/>
          </p:nvSpPr>
          <p:spPr bwMode="auto">
            <a:xfrm>
              <a:off x="1645" y="3581"/>
              <a:ext cx="0" cy="1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119"/>
            <p:cNvSpPr>
              <a:spLocks noChangeShapeType="1"/>
            </p:cNvSpPr>
            <p:nvPr/>
          </p:nvSpPr>
          <p:spPr bwMode="auto">
            <a:xfrm>
              <a:off x="1077" y="3352"/>
              <a:ext cx="331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9" name="Group 120"/>
            <p:cNvGrpSpPr>
              <a:grpSpLocks/>
            </p:cNvGrpSpPr>
            <p:nvPr/>
          </p:nvGrpSpPr>
          <p:grpSpPr bwMode="auto">
            <a:xfrm>
              <a:off x="1124" y="3127"/>
              <a:ext cx="284" cy="245"/>
              <a:chOff x="1813" y="2112"/>
              <a:chExt cx="284" cy="245"/>
            </a:xfrm>
          </p:grpSpPr>
          <p:sp>
            <p:nvSpPr>
              <p:cNvPr id="184" name="Rectangle 121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122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5" name="Rectangle 122"/>
              <p:cNvSpPr>
                <a:spLocks noChangeArrowheads="1"/>
              </p:cNvSpPr>
              <p:nvPr/>
            </p:nvSpPr>
            <p:spPr bwMode="auto">
              <a:xfrm>
                <a:off x="1931" y="2125"/>
                <a:ext cx="166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0" name="Oval 123"/>
            <p:cNvSpPr>
              <a:spLocks noChangeArrowheads="1"/>
            </p:cNvSpPr>
            <p:nvPr/>
          </p:nvSpPr>
          <p:spPr bwMode="auto">
            <a:xfrm>
              <a:off x="1414" y="2225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Oval 124"/>
            <p:cNvSpPr>
              <a:spLocks noChangeArrowheads="1"/>
            </p:cNvSpPr>
            <p:nvPr/>
          </p:nvSpPr>
          <p:spPr bwMode="auto">
            <a:xfrm>
              <a:off x="2559" y="2039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2" name="Group 125"/>
            <p:cNvGrpSpPr>
              <a:grpSpLocks/>
            </p:cNvGrpSpPr>
            <p:nvPr/>
          </p:nvGrpSpPr>
          <p:grpSpPr bwMode="auto">
            <a:xfrm>
              <a:off x="3011" y="1726"/>
              <a:ext cx="272" cy="413"/>
              <a:chOff x="3478" y="921"/>
              <a:chExt cx="272" cy="413"/>
            </a:xfrm>
          </p:grpSpPr>
          <p:sp>
            <p:nvSpPr>
              <p:cNvPr id="180" name="Line 126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1" name="Line 127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2" name="Line 128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3" name="Line 129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3" name="Line 130"/>
            <p:cNvSpPr>
              <a:spLocks noChangeShapeType="1"/>
            </p:cNvSpPr>
            <p:nvPr/>
          </p:nvSpPr>
          <p:spPr bwMode="auto">
            <a:xfrm>
              <a:off x="2499" y="1933"/>
              <a:ext cx="512" cy="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131"/>
            <p:cNvSpPr>
              <a:spLocks noChangeShapeType="1"/>
            </p:cNvSpPr>
            <p:nvPr/>
          </p:nvSpPr>
          <p:spPr bwMode="auto">
            <a:xfrm>
              <a:off x="3294" y="1939"/>
              <a:ext cx="41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5" name="Group 132"/>
            <p:cNvGrpSpPr>
              <a:grpSpLocks/>
            </p:cNvGrpSpPr>
            <p:nvPr/>
          </p:nvGrpSpPr>
          <p:grpSpPr bwMode="auto">
            <a:xfrm>
              <a:off x="4517" y="2022"/>
              <a:ext cx="82" cy="802"/>
              <a:chOff x="4576" y="1193"/>
              <a:chExt cx="82" cy="802"/>
            </a:xfrm>
          </p:grpSpPr>
          <p:sp>
            <p:nvSpPr>
              <p:cNvPr id="178" name="Freeform 133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9" name="Line 134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6" name="Group 135"/>
            <p:cNvGrpSpPr>
              <a:grpSpLocks/>
            </p:cNvGrpSpPr>
            <p:nvPr/>
          </p:nvGrpSpPr>
          <p:grpSpPr bwMode="auto">
            <a:xfrm>
              <a:off x="4635" y="2310"/>
              <a:ext cx="193" cy="286"/>
              <a:chOff x="4682" y="1523"/>
              <a:chExt cx="193" cy="286"/>
            </a:xfrm>
          </p:grpSpPr>
          <p:sp>
            <p:nvSpPr>
              <p:cNvPr id="176" name="Rectangle 136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62" cy="27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7" name="Rectangle 137"/>
              <p:cNvSpPr>
                <a:spLocks noChangeArrowheads="1"/>
              </p:cNvSpPr>
              <p:nvPr/>
            </p:nvSpPr>
            <p:spPr bwMode="auto">
              <a:xfrm>
                <a:off x="4812" y="1616"/>
                <a:ext cx="63" cy="1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7" name="Rectangle 138"/>
            <p:cNvSpPr>
              <a:spLocks noChangeArrowheads="1"/>
            </p:cNvSpPr>
            <p:nvPr/>
          </p:nvSpPr>
          <p:spPr bwMode="auto">
            <a:xfrm>
              <a:off x="1350" y="2396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139"/>
            <p:cNvSpPr>
              <a:spLocks noChangeArrowheads="1"/>
            </p:cNvSpPr>
            <p:nvPr/>
          </p:nvSpPr>
          <p:spPr bwMode="auto">
            <a:xfrm>
              <a:off x="1419" y="2479"/>
              <a:ext cx="70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Rectangle 140"/>
            <p:cNvSpPr>
              <a:spLocks noChangeArrowheads="1"/>
            </p:cNvSpPr>
            <p:nvPr/>
          </p:nvSpPr>
          <p:spPr bwMode="auto">
            <a:xfrm>
              <a:off x="2636" y="2127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0" name="Rectangle 141"/>
            <p:cNvSpPr>
              <a:spLocks noChangeArrowheads="1"/>
            </p:cNvSpPr>
            <p:nvPr/>
          </p:nvSpPr>
          <p:spPr bwMode="auto">
            <a:xfrm>
              <a:off x="2707" y="2210"/>
              <a:ext cx="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1" name="Group 142"/>
            <p:cNvGrpSpPr>
              <a:grpSpLocks/>
            </p:cNvGrpSpPr>
            <p:nvPr/>
          </p:nvGrpSpPr>
          <p:grpSpPr bwMode="auto">
            <a:xfrm>
              <a:off x="1963" y="2009"/>
              <a:ext cx="166" cy="779"/>
              <a:chOff x="2652" y="1204"/>
              <a:chExt cx="166" cy="779"/>
            </a:xfrm>
          </p:grpSpPr>
          <p:grpSp>
            <p:nvGrpSpPr>
              <p:cNvPr id="130" name="Group 143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70" name="Group 144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74" name="Arc 145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5" name="Arc 146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1" name="Group 147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72" name="Arc 148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3" name="Arc 149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1" name="Group 150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64" name="Group 151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68" name="Arc 152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9" name="Arc 153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5" name="Group 154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66" name="Arc 155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7" name="Arc 156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2" name="Group 157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58" name="Group 158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62" name="Arc 159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3" name="Arc 160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9" name="Group 161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60" name="Arc 162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1" name="Arc 163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3" name="Group 164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52" name="Group 165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56" name="Arc 166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7" name="Arc 167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3" name="Group 168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54" name="Arc 169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5" name="Arc 170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4" name="Group 171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46" name="Group 172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50" name="Arc 173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1" name="Arc 174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7" name="Group 175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48" name="Arc 176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9" name="Arc 177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5" name="Group 178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40" name="Group 179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44" name="Arc 180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5" name="Arc 181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1" name="Group 182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42" name="Arc 183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3" name="Arc 184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36" name="Arc 185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Arc 186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187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188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2" name="Line 189"/>
            <p:cNvSpPr>
              <a:spLocks noChangeShapeType="1"/>
            </p:cNvSpPr>
            <p:nvPr/>
          </p:nvSpPr>
          <p:spPr bwMode="auto">
            <a:xfrm flipV="1">
              <a:off x="2045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190"/>
            <p:cNvSpPr>
              <a:spLocks noChangeShapeType="1"/>
            </p:cNvSpPr>
            <p:nvPr/>
          </p:nvSpPr>
          <p:spPr bwMode="auto">
            <a:xfrm flipV="1">
              <a:off x="2045" y="2753"/>
              <a:ext cx="1" cy="3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Oval 191"/>
            <p:cNvSpPr>
              <a:spLocks noChangeArrowheads="1"/>
            </p:cNvSpPr>
            <p:nvPr/>
          </p:nvSpPr>
          <p:spPr bwMode="auto">
            <a:xfrm>
              <a:off x="1886" y="2711"/>
              <a:ext cx="70" cy="59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5" name="Rectangle 192"/>
            <p:cNvSpPr>
              <a:spLocks noChangeArrowheads="1"/>
            </p:cNvSpPr>
            <p:nvPr/>
          </p:nvSpPr>
          <p:spPr bwMode="auto">
            <a:xfrm>
              <a:off x="1821" y="2162"/>
              <a:ext cx="97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6" name="Rectangle 193"/>
            <p:cNvSpPr>
              <a:spLocks noChangeArrowheads="1"/>
            </p:cNvSpPr>
            <p:nvPr/>
          </p:nvSpPr>
          <p:spPr bwMode="auto">
            <a:xfrm>
              <a:off x="1892" y="2245"/>
              <a:ext cx="70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7" name="Group 194"/>
            <p:cNvGrpSpPr>
              <a:grpSpLocks/>
            </p:cNvGrpSpPr>
            <p:nvPr/>
          </p:nvGrpSpPr>
          <p:grpSpPr bwMode="auto">
            <a:xfrm>
              <a:off x="1844" y="3142"/>
              <a:ext cx="402" cy="260"/>
              <a:chOff x="2533" y="2337"/>
              <a:chExt cx="402" cy="260"/>
            </a:xfrm>
          </p:grpSpPr>
          <p:sp>
            <p:nvSpPr>
              <p:cNvPr id="126" name="Line 195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196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197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198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8" name="Line 199"/>
            <p:cNvSpPr>
              <a:spLocks noChangeShapeType="1"/>
            </p:cNvSpPr>
            <p:nvPr/>
          </p:nvSpPr>
          <p:spPr bwMode="auto">
            <a:xfrm>
              <a:off x="640" y="3000"/>
              <a:ext cx="1" cy="74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200"/>
            <p:cNvSpPr>
              <a:spLocks noChangeShapeType="1"/>
            </p:cNvSpPr>
            <p:nvPr/>
          </p:nvSpPr>
          <p:spPr bwMode="auto">
            <a:xfrm>
              <a:off x="652" y="3743"/>
              <a:ext cx="1405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201"/>
            <p:cNvSpPr>
              <a:spLocks noChangeShapeType="1"/>
            </p:cNvSpPr>
            <p:nvPr/>
          </p:nvSpPr>
          <p:spPr bwMode="auto">
            <a:xfrm>
              <a:off x="2045" y="3401"/>
              <a:ext cx="1" cy="34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202"/>
            <p:cNvSpPr>
              <a:spLocks noChangeShapeType="1"/>
            </p:cNvSpPr>
            <p:nvPr/>
          </p:nvSpPr>
          <p:spPr bwMode="auto">
            <a:xfrm>
              <a:off x="628" y="1939"/>
              <a:ext cx="1429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203"/>
            <p:cNvSpPr>
              <a:spLocks noChangeShapeType="1"/>
            </p:cNvSpPr>
            <p:nvPr/>
          </p:nvSpPr>
          <p:spPr bwMode="auto">
            <a:xfrm>
              <a:off x="2246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3" name="Group 204"/>
            <p:cNvGrpSpPr>
              <a:grpSpLocks/>
            </p:cNvGrpSpPr>
            <p:nvPr/>
          </p:nvGrpSpPr>
          <p:grpSpPr bwMode="auto">
            <a:xfrm>
              <a:off x="3249" y="2269"/>
              <a:ext cx="402" cy="272"/>
              <a:chOff x="3938" y="1464"/>
              <a:chExt cx="402" cy="272"/>
            </a:xfrm>
          </p:grpSpPr>
          <p:sp>
            <p:nvSpPr>
              <p:cNvPr id="122" name="Line 205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206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207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208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4" name="Line 209"/>
            <p:cNvSpPr>
              <a:spLocks noChangeShapeType="1"/>
            </p:cNvSpPr>
            <p:nvPr/>
          </p:nvSpPr>
          <p:spPr bwMode="auto">
            <a:xfrm>
              <a:off x="3450" y="2540"/>
              <a:ext cx="1" cy="33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210"/>
            <p:cNvSpPr>
              <a:spLocks noChangeShapeType="1"/>
            </p:cNvSpPr>
            <p:nvPr/>
          </p:nvSpPr>
          <p:spPr bwMode="auto">
            <a:xfrm>
              <a:off x="3450" y="1939"/>
              <a:ext cx="1" cy="33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Rectangle 211"/>
            <p:cNvSpPr>
              <a:spLocks noChangeArrowheads="1"/>
            </p:cNvSpPr>
            <p:nvPr/>
          </p:nvSpPr>
          <p:spPr bwMode="auto">
            <a:xfrm>
              <a:off x="2518" y="1619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212"/>
            <p:cNvSpPr>
              <a:spLocks noChangeArrowheads="1"/>
            </p:cNvSpPr>
            <p:nvPr/>
          </p:nvSpPr>
          <p:spPr bwMode="auto">
            <a:xfrm>
              <a:off x="2658" y="1715"/>
              <a:ext cx="8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213"/>
            <p:cNvSpPr>
              <a:spLocks noChangeArrowheads="1"/>
            </p:cNvSpPr>
            <p:nvPr/>
          </p:nvSpPr>
          <p:spPr bwMode="auto">
            <a:xfrm>
              <a:off x="3072" y="2517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214"/>
            <p:cNvSpPr>
              <a:spLocks noChangeArrowheads="1"/>
            </p:cNvSpPr>
            <p:nvPr/>
          </p:nvSpPr>
          <p:spPr bwMode="auto">
            <a:xfrm>
              <a:off x="3226" y="2611"/>
              <a:ext cx="81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215"/>
            <p:cNvSpPr>
              <a:spLocks noChangeArrowheads="1"/>
            </p:cNvSpPr>
            <p:nvPr/>
          </p:nvSpPr>
          <p:spPr bwMode="auto">
            <a:xfrm>
              <a:off x="2116" y="3425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216"/>
            <p:cNvSpPr>
              <a:spLocks noChangeArrowheads="1"/>
            </p:cNvSpPr>
            <p:nvPr/>
          </p:nvSpPr>
          <p:spPr bwMode="auto">
            <a:xfrm>
              <a:off x="2293" y="3519"/>
              <a:ext cx="80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Line 217"/>
            <p:cNvSpPr>
              <a:spLocks noChangeShapeType="1"/>
            </p:cNvSpPr>
            <p:nvPr/>
          </p:nvSpPr>
          <p:spPr bwMode="auto">
            <a:xfrm>
              <a:off x="1574" y="1998"/>
              <a:ext cx="0" cy="19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218"/>
            <p:cNvSpPr>
              <a:spLocks noChangeShapeType="1"/>
            </p:cNvSpPr>
            <p:nvPr/>
          </p:nvSpPr>
          <p:spPr bwMode="auto">
            <a:xfrm flipV="1">
              <a:off x="2043" y="2869"/>
              <a:ext cx="0" cy="1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64" name="Group 219"/>
            <p:cNvGrpSpPr>
              <a:grpSpLocks/>
            </p:cNvGrpSpPr>
            <p:nvPr/>
          </p:nvGrpSpPr>
          <p:grpSpPr bwMode="auto">
            <a:xfrm rot="-5400000">
              <a:off x="3975" y="1542"/>
              <a:ext cx="178" cy="779"/>
              <a:chOff x="2179" y="1204"/>
              <a:chExt cx="178" cy="779"/>
            </a:xfrm>
          </p:grpSpPr>
          <p:grpSp>
            <p:nvGrpSpPr>
              <p:cNvPr id="76" name="Group 220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116" name="Group 221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120" name="Arc 222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1" name="Arc 223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7" name="Group 224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118" name="Arc 225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9" name="Arc 226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7" name="Group 227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110" name="Group 228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114" name="Arc 229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5" name="Arc 230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1" name="Group 231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112" name="Arc 232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3" name="Arc 233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8" name="Group 234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104" name="Group 235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108" name="Arc 236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9" name="Arc 237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5" name="Group 238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106" name="Arc 239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7" name="Arc 240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9" name="Group 241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98" name="Group 242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102" name="Arc 243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3" name="Arc 244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9" name="Group 245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100" name="Arc 246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1" name="Arc 247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0" name="Group 248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92" name="Group 249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96" name="Arc 250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7" name="Arc 251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3" name="Group 252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94" name="Arc 253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5" name="Arc 254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1" name="Group 255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86" name="Group 256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90" name="Arc 257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1" name="Arc 258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7" name="Group 259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88" name="Arc 260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9" name="Arc 261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82" name="Arc 262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Arc 263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264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265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5" name="Line 266"/>
            <p:cNvSpPr>
              <a:spLocks noChangeShapeType="1"/>
            </p:cNvSpPr>
            <p:nvPr/>
          </p:nvSpPr>
          <p:spPr bwMode="auto">
            <a:xfrm>
              <a:off x="4399" y="1934"/>
              <a:ext cx="232" cy="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267"/>
            <p:cNvSpPr>
              <a:spLocks noChangeShapeType="1"/>
            </p:cNvSpPr>
            <p:nvPr/>
          </p:nvSpPr>
          <p:spPr bwMode="auto">
            <a:xfrm flipV="1">
              <a:off x="2644" y="1940"/>
              <a:ext cx="23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268"/>
            <p:cNvSpPr>
              <a:spLocks noChangeShapeType="1"/>
            </p:cNvSpPr>
            <p:nvPr/>
          </p:nvSpPr>
          <p:spPr bwMode="auto">
            <a:xfrm flipV="1">
              <a:off x="3413" y="1941"/>
              <a:ext cx="23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Text Box 269"/>
            <p:cNvSpPr txBox="1">
              <a:spLocks noChangeArrowheads="1"/>
            </p:cNvSpPr>
            <p:nvPr/>
          </p:nvSpPr>
          <p:spPr bwMode="auto">
            <a:xfrm>
              <a:off x="1335" y="196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69" name="Text Box 270"/>
            <p:cNvSpPr txBox="1">
              <a:spLocks noChangeArrowheads="1"/>
            </p:cNvSpPr>
            <p:nvPr/>
          </p:nvSpPr>
          <p:spPr bwMode="auto">
            <a:xfrm>
              <a:off x="2110" y="2801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 dirty="0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 dirty="0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70" name="Text Box 271"/>
            <p:cNvSpPr txBox="1">
              <a:spLocks noChangeArrowheads="1"/>
            </p:cNvSpPr>
            <p:nvPr/>
          </p:nvSpPr>
          <p:spPr bwMode="auto">
            <a:xfrm>
              <a:off x="2759" y="159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1" name="Text Box 272"/>
            <p:cNvSpPr txBox="1">
              <a:spLocks noChangeArrowheads="1"/>
            </p:cNvSpPr>
            <p:nvPr/>
          </p:nvSpPr>
          <p:spPr bwMode="auto">
            <a:xfrm>
              <a:off x="3522" y="1597"/>
              <a:ext cx="307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  <p:grpSp>
          <p:nvGrpSpPr>
            <p:cNvPr id="72" name="Group 273"/>
            <p:cNvGrpSpPr>
              <a:grpSpLocks/>
            </p:cNvGrpSpPr>
            <p:nvPr/>
          </p:nvGrpSpPr>
          <p:grpSpPr bwMode="auto">
            <a:xfrm>
              <a:off x="2736" y="2023"/>
              <a:ext cx="82" cy="802"/>
              <a:chOff x="4576" y="1193"/>
              <a:chExt cx="82" cy="802"/>
            </a:xfrm>
          </p:grpSpPr>
          <p:sp>
            <p:nvSpPr>
              <p:cNvPr id="74" name="Freeform 274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275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3" name="Text Box 276"/>
            <p:cNvSpPr txBox="1">
              <a:spLocks noChangeArrowheads="1"/>
            </p:cNvSpPr>
            <p:nvPr/>
          </p:nvSpPr>
          <p:spPr bwMode="auto">
            <a:xfrm>
              <a:off x="2803" y="2289"/>
              <a:ext cx="332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v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</p:grpSp>
      <p:sp>
        <p:nvSpPr>
          <p:cNvPr id="282" name="Text Box 277"/>
          <p:cNvSpPr txBox="1">
            <a:spLocks noChangeArrowheads="1"/>
          </p:cNvSpPr>
          <p:nvPr/>
        </p:nvSpPr>
        <p:spPr bwMode="auto">
          <a:xfrm>
            <a:off x="8842375" y="2029086"/>
            <a:ext cx="207962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T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p</a:t>
            </a:r>
            <a:r>
              <a:rPr lang="en-CA" altLang="fr-FR" sz="1800" b="1" i="1">
                <a:latin typeface="Times New Roman" panose="02020603050405020304" pitchFamily="18" charset="0"/>
              </a:rPr>
              <a:t> opened =&gt;  i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1</a:t>
            </a:r>
            <a:r>
              <a:rPr lang="en-CA" altLang="fr-FR" sz="1800" b="1" i="1">
                <a:latin typeface="Times New Roman" panose="02020603050405020304" pitchFamily="18" charset="0"/>
              </a:rPr>
              <a:t> = 0</a:t>
            </a:r>
          </a:p>
        </p:txBody>
      </p:sp>
      <p:grpSp>
        <p:nvGrpSpPr>
          <p:cNvPr id="283" name="Group 278"/>
          <p:cNvGrpSpPr>
            <a:grpSpLocks/>
          </p:cNvGrpSpPr>
          <p:nvPr/>
        </p:nvGrpSpPr>
        <p:grpSpPr bwMode="auto">
          <a:xfrm>
            <a:off x="8382000" y="3326074"/>
            <a:ext cx="2897188" cy="369887"/>
            <a:chOff x="3552" y="1819"/>
            <a:chExt cx="1825" cy="233"/>
          </a:xfrm>
        </p:grpSpPr>
        <p:sp>
          <p:nvSpPr>
            <p:cNvPr id="284" name="Text Box 279"/>
            <p:cNvSpPr txBox="1">
              <a:spLocks noChangeArrowheads="1"/>
            </p:cNvSpPr>
            <p:nvPr/>
          </p:nvSpPr>
          <p:spPr bwMode="auto">
            <a:xfrm>
              <a:off x="3837" y="1819"/>
              <a:ext cx="154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i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3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&gt; 0    =&gt;  D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3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forward</a:t>
              </a:r>
            </a:p>
          </p:txBody>
        </p:sp>
        <p:sp>
          <p:nvSpPr>
            <p:cNvPr id="285" name="AutoShape 280"/>
            <p:cNvSpPr>
              <a:spLocks noChangeArrowheads="1"/>
            </p:cNvSpPr>
            <p:nvPr/>
          </p:nvSpPr>
          <p:spPr bwMode="auto">
            <a:xfrm>
              <a:off x="3552" y="1842"/>
              <a:ext cx="162" cy="192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86" name="Group 282"/>
          <p:cNvGrpSpPr>
            <a:grpSpLocks/>
          </p:cNvGrpSpPr>
          <p:nvPr/>
        </p:nvGrpSpPr>
        <p:grpSpPr bwMode="auto">
          <a:xfrm>
            <a:off x="8137525" y="3921386"/>
            <a:ext cx="3457575" cy="590550"/>
            <a:chOff x="3398" y="2194"/>
            <a:chExt cx="2178" cy="372"/>
          </a:xfrm>
        </p:grpSpPr>
        <p:graphicFrame>
          <p:nvGraphicFramePr>
            <p:cNvPr id="287" name="Object 283"/>
            <p:cNvGraphicFramePr>
              <a:graphicFrameLocks noChangeAspect="1"/>
            </p:cNvGraphicFramePr>
            <p:nvPr/>
          </p:nvGraphicFramePr>
          <p:xfrm>
            <a:off x="3398" y="2194"/>
            <a:ext cx="964" cy="3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133" name="Equation" r:id="rId3" imgW="888614" imgH="342751" progId="Equation.3">
                    <p:embed/>
                  </p:oleObj>
                </mc:Choice>
                <mc:Fallback>
                  <p:oleObj name="Equation" r:id="rId3" imgW="888614" imgH="342751" progId="Equation.3">
                    <p:embed/>
                    <p:pic>
                      <p:nvPicPr>
                        <p:cNvPr id="39958" name="Object 28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98" y="2194"/>
                          <a:ext cx="964" cy="37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88" name="Text Box 284"/>
            <p:cNvSpPr txBox="1">
              <a:spLocks noChangeArrowheads="1"/>
            </p:cNvSpPr>
            <p:nvPr/>
          </p:nvSpPr>
          <p:spPr bwMode="auto">
            <a:xfrm>
              <a:off x="4474" y="2252"/>
              <a:ext cx="110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demagnetization</a:t>
              </a:r>
            </a:p>
          </p:txBody>
        </p:sp>
      </p:grpSp>
      <p:graphicFrame>
        <p:nvGraphicFramePr>
          <p:cNvPr id="289" name="Object 2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419870"/>
              </p:ext>
            </p:extLst>
          </p:nvPr>
        </p:nvGraphicFramePr>
        <p:xfrm>
          <a:off x="6629400" y="5388236"/>
          <a:ext cx="1158875" cy="569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4" name="Equation" r:id="rId5" imgW="698197" imgH="342751" progId="Equation.3">
                  <p:embed/>
                </p:oleObj>
              </mc:Choice>
              <mc:Fallback>
                <p:oleObj name="Equation" r:id="rId5" imgW="698197" imgH="342751" progId="Equation.3">
                  <p:embed/>
                  <p:pic>
                    <p:nvPicPr>
                      <p:cNvPr id="285981" name="Object 28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9400" y="5388236"/>
                        <a:ext cx="1158875" cy="569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90" name="Group 286"/>
          <p:cNvGrpSpPr>
            <a:grpSpLocks/>
          </p:cNvGrpSpPr>
          <p:nvPr/>
        </p:nvGrpSpPr>
        <p:grpSpPr bwMode="auto">
          <a:xfrm>
            <a:off x="6594475" y="4670686"/>
            <a:ext cx="4816475" cy="631825"/>
            <a:chOff x="2426" y="2666"/>
            <a:chExt cx="3034" cy="398"/>
          </a:xfrm>
        </p:grpSpPr>
        <p:graphicFrame>
          <p:nvGraphicFramePr>
            <p:cNvPr id="291" name="Object 287"/>
            <p:cNvGraphicFramePr>
              <a:graphicFrameLocks noChangeAspect="1"/>
            </p:cNvGraphicFramePr>
            <p:nvPr/>
          </p:nvGraphicFramePr>
          <p:xfrm>
            <a:off x="2426" y="2666"/>
            <a:ext cx="664" cy="39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135" name="Equation" r:id="rId7" imgW="634725" imgH="380835" progId="Equation.3">
                    <p:embed/>
                  </p:oleObj>
                </mc:Choice>
                <mc:Fallback>
                  <p:oleObj name="Equation" r:id="rId7" imgW="634725" imgH="380835" progId="Equation.3">
                    <p:embed/>
                    <p:pic>
                      <p:nvPicPr>
                        <p:cNvPr id="39955" name="Object 28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26" y="2666"/>
                          <a:ext cx="664" cy="39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92" name="Text Box 288"/>
            <p:cNvSpPr txBox="1">
              <a:spLocks noChangeArrowheads="1"/>
            </p:cNvSpPr>
            <p:nvPr/>
          </p:nvSpPr>
          <p:spPr bwMode="auto">
            <a:xfrm>
              <a:off x="3250" y="2750"/>
              <a:ext cx="1473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D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1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reverse, D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2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forward</a:t>
              </a:r>
            </a:p>
          </p:txBody>
        </p:sp>
        <p:sp>
          <p:nvSpPr>
            <p:cNvPr id="293" name="Text Box 289"/>
            <p:cNvSpPr txBox="1">
              <a:spLocks noChangeArrowheads="1"/>
            </p:cNvSpPr>
            <p:nvPr/>
          </p:nvSpPr>
          <p:spPr bwMode="auto">
            <a:xfrm>
              <a:off x="4794" y="2768"/>
              <a:ext cx="66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=&gt;   i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2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=0</a:t>
              </a:r>
            </a:p>
          </p:txBody>
        </p:sp>
      </p:grpSp>
      <p:graphicFrame>
        <p:nvGraphicFramePr>
          <p:cNvPr id="294" name="Object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2751715"/>
              </p:ext>
            </p:extLst>
          </p:nvPr>
        </p:nvGraphicFramePr>
        <p:xfrm>
          <a:off x="8550275" y="2625986"/>
          <a:ext cx="2687638" cy="449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6" name="Equation" r:id="rId9" imgW="1143000" imgH="190500" progId="Equation.3">
                  <p:embed/>
                </p:oleObj>
              </mc:Choice>
              <mc:Fallback>
                <p:oleObj name="Equation" r:id="rId9" imgW="1143000" imgH="190500" progId="Equation.3">
                  <p:embed/>
                  <p:pic>
                    <p:nvPicPr>
                      <p:cNvPr id="285986" name="Object 2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50275" y="2625986"/>
                        <a:ext cx="2687638" cy="449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95" name="Group 291"/>
          <p:cNvGrpSpPr>
            <a:grpSpLocks/>
          </p:cNvGrpSpPr>
          <p:nvPr/>
        </p:nvGrpSpPr>
        <p:grpSpPr bwMode="auto">
          <a:xfrm>
            <a:off x="2873372" y="2314841"/>
            <a:ext cx="4740290" cy="2000250"/>
            <a:chOff x="82" y="1182"/>
            <a:chExt cx="2986" cy="1260"/>
          </a:xfrm>
        </p:grpSpPr>
        <p:sp>
          <p:nvSpPr>
            <p:cNvPr id="296" name="Arc 292"/>
            <p:cNvSpPr>
              <a:spLocks/>
            </p:cNvSpPr>
            <p:nvPr/>
          </p:nvSpPr>
          <p:spPr bwMode="auto">
            <a:xfrm flipV="1">
              <a:off x="82" y="1182"/>
              <a:ext cx="945" cy="1260"/>
            </a:xfrm>
            <a:custGeom>
              <a:avLst/>
              <a:gdLst>
                <a:gd name="T0" fmla="*/ 0 w 43001"/>
                <a:gd name="T1" fmla="*/ 0 h 43200"/>
                <a:gd name="T2" fmla="*/ 0 w 43001"/>
                <a:gd name="T3" fmla="*/ 0 h 43200"/>
                <a:gd name="T4" fmla="*/ 0 w 43001"/>
                <a:gd name="T5" fmla="*/ 0 h 432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001" h="43200" fill="none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</a:path>
                <a:path w="43001" h="43200" stroke="0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  <a:lnTo>
                    <a:pt x="21401" y="21600"/>
                  </a:lnTo>
                  <a:lnTo>
                    <a:pt x="-1" y="1867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97" name="Arc 293"/>
            <p:cNvSpPr>
              <a:spLocks/>
            </p:cNvSpPr>
            <p:nvPr/>
          </p:nvSpPr>
          <p:spPr bwMode="auto">
            <a:xfrm rot="16077744">
              <a:off x="2437" y="1200"/>
              <a:ext cx="603" cy="658"/>
            </a:xfrm>
            <a:custGeom>
              <a:avLst/>
              <a:gdLst>
                <a:gd name="T0" fmla="*/ 0 w 43115"/>
                <a:gd name="T1" fmla="*/ 0 h 24056"/>
                <a:gd name="T2" fmla="*/ 0 w 43115"/>
                <a:gd name="T3" fmla="*/ 0 h 24056"/>
                <a:gd name="T4" fmla="*/ 0 w 43115"/>
                <a:gd name="T5" fmla="*/ 0 h 24056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115" h="24056" fill="none" extrusionOk="0">
                  <a:moveTo>
                    <a:pt x="-1" y="19687"/>
                  </a:moveTo>
                  <a:cubicBezTo>
                    <a:pt x="990" y="8543"/>
                    <a:pt x="10326" y="-1"/>
                    <a:pt x="21515" y="0"/>
                  </a:cubicBezTo>
                  <a:cubicBezTo>
                    <a:pt x="33444" y="0"/>
                    <a:pt x="43115" y="9670"/>
                    <a:pt x="43115" y="21600"/>
                  </a:cubicBezTo>
                  <a:cubicBezTo>
                    <a:pt x="43115" y="22420"/>
                    <a:pt x="43068" y="23240"/>
                    <a:pt x="42974" y="24055"/>
                  </a:cubicBezTo>
                </a:path>
                <a:path w="43115" h="24056" stroke="0" extrusionOk="0">
                  <a:moveTo>
                    <a:pt x="-1" y="19687"/>
                  </a:moveTo>
                  <a:cubicBezTo>
                    <a:pt x="990" y="8543"/>
                    <a:pt x="10326" y="-1"/>
                    <a:pt x="21515" y="0"/>
                  </a:cubicBezTo>
                  <a:cubicBezTo>
                    <a:pt x="33444" y="0"/>
                    <a:pt x="43115" y="9670"/>
                    <a:pt x="43115" y="21600"/>
                  </a:cubicBezTo>
                  <a:cubicBezTo>
                    <a:pt x="43115" y="22420"/>
                    <a:pt x="43068" y="23240"/>
                    <a:pt x="42974" y="24055"/>
                  </a:cubicBezTo>
                  <a:lnTo>
                    <a:pt x="21515" y="21600"/>
                  </a:lnTo>
                  <a:lnTo>
                    <a:pt x="-1" y="1968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298" name="Line 295"/>
          <p:cNvSpPr>
            <a:spLocks noChangeShapeType="1"/>
          </p:cNvSpPr>
          <p:nvPr/>
        </p:nvSpPr>
        <p:spPr bwMode="auto">
          <a:xfrm>
            <a:off x="4164965" y="2371318"/>
            <a:ext cx="0" cy="857250"/>
          </a:xfrm>
          <a:prstGeom prst="line">
            <a:avLst/>
          </a:prstGeom>
          <a:noFill/>
          <a:ln w="15875">
            <a:solidFill>
              <a:srgbClr val="0000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9" name="Text Box 296"/>
          <p:cNvSpPr txBox="1">
            <a:spLocks noChangeArrowheads="1"/>
          </p:cNvSpPr>
          <p:nvPr/>
        </p:nvSpPr>
        <p:spPr bwMode="auto">
          <a:xfrm>
            <a:off x="4015130" y="3154624"/>
            <a:ext cx="438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300" name="ZoneTexte 29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0596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3434411" y="1966912"/>
            <a:ext cx="733425" cy="666750"/>
            <a:chOff x="246" y="1164"/>
            <a:chExt cx="462" cy="420"/>
          </a:xfrm>
        </p:grpSpPr>
        <p:sp>
          <p:nvSpPr>
            <p:cNvPr id="11" name="Freeform 3" descr="blanc)"/>
            <p:cNvSpPr>
              <a:spLocks/>
            </p:cNvSpPr>
            <p:nvPr/>
          </p:nvSpPr>
          <p:spPr bwMode="auto">
            <a:xfrm flipH="1">
              <a:off x="246" y="1164"/>
              <a:ext cx="462" cy="420"/>
            </a:xfrm>
            <a:custGeom>
              <a:avLst/>
              <a:gdLst>
                <a:gd name="T0" fmla="*/ 0 w 906"/>
                <a:gd name="T1" fmla="*/ 390 h 426"/>
                <a:gd name="T2" fmla="*/ 0 w 906"/>
                <a:gd name="T3" fmla="*/ 0 h 426"/>
                <a:gd name="T4" fmla="*/ 16 w 906"/>
                <a:gd name="T5" fmla="*/ 150 h 426"/>
                <a:gd name="T6" fmla="*/ 16 w 906"/>
                <a:gd name="T7" fmla="*/ 390 h 426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906" h="426">
                  <a:moveTo>
                    <a:pt x="0" y="426"/>
                  </a:moveTo>
                  <a:lnTo>
                    <a:pt x="0" y="0"/>
                  </a:lnTo>
                  <a:lnTo>
                    <a:pt x="906" y="162"/>
                  </a:lnTo>
                  <a:lnTo>
                    <a:pt x="906" y="426"/>
                  </a:lnTo>
                </a:path>
              </a:pathLst>
            </a:custGeom>
            <a:blipFill dpi="0" rotWithShape="0">
              <a:blip r:embed="rId3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 Box 4"/>
            <p:cNvSpPr txBox="1">
              <a:spLocks noChangeArrowheads="1"/>
            </p:cNvSpPr>
            <p:nvPr/>
          </p:nvSpPr>
          <p:spPr bwMode="auto">
            <a:xfrm>
              <a:off x="405" y="1282"/>
              <a:ext cx="212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</p:grpSp>
      <p:sp>
        <p:nvSpPr>
          <p:cNvPr id="13" name="Freeform 5" descr="noir)"/>
          <p:cNvSpPr>
            <a:spLocks/>
          </p:cNvSpPr>
          <p:nvPr/>
        </p:nvSpPr>
        <p:spPr bwMode="auto">
          <a:xfrm>
            <a:off x="3443936" y="3548062"/>
            <a:ext cx="714375" cy="485775"/>
          </a:xfrm>
          <a:custGeom>
            <a:avLst/>
            <a:gdLst>
              <a:gd name="T0" fmla="*/ 0 w 450"/>
              <a:gd name="T1" fmla="*/ 2147483646 h 306"/>
              <a:gd name="T2" fmla="*/ 2147483646 w 450"/>
              <a:gd name="T3" fmla="*/ 0 h 306"/>
              <a:gd name="T4" fmla="*/ 2147483646 w 450"/>
              <a:gd name="T5" fmla="*/ 2147483646 h 306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50" h="306">
                <a:moveTo>
                  <a:pt x="0" y="306"/>
                </a:moveTo>
                <a:lnTo>
                  <a:pt x="450" y="0"/>
                </a:lnTo>
                <a:lnTo>
                  <a:pt x="450" y="150"/>
                </a:lnTo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Freeform 6" descr="noir)"/>
          <p:cNvSpPr>
            <a:spLocks/>
          </p:cNvSpPr>
          <p:nvPr/>
        </p:nvSpPr>
        <p:spPr bwMode="auto">
          <a:xfrm>
            <a:off x="4148786" y="3976687"/>
            <a:ext cx="790575" cy="238125"/>
          </a:xfrm>
          <a:custGeom>
            <a:avLst/>
            <a:gdLst>
              <a:gd name="T0" fmla="*/ 0 w 498"/>
              <a:gd name="T1" fmla="*/ 2147483646 h 150"/>
              <a:gd name="T2" fmla="*/ 2147483646 w 498"/>
              <a:gd name="T3" fmla="*/ 0 h 150"/>
              <a:gd name="T4" fmla="*/ 2147483646 w 498"/>
              <a:gd name="T5" fmla="*/ 2147483646 h 15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98" h="150">
                <a:moveTo>
                  <a:pt x="0" y="150"/>
                </a:moveTo>
                <a:lnTo>
                  <a:pt x="6" y="0"/>
                </a:lnTo>
                <a:lnTo>
                  <a:pt x="498" y="126"/>
                </a:lnTo>
              </a:path>
            </a:pathLst>
          </a:custGeom>
          <a:blipFill dpi="0" rotWithShape="0">
            <a:blip r:embed="rId5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9" name="Group 11"/>
          <p:cNvGrpSpPr>
            <a:grpSpLocks/>
          </p:cNvGrpSpPr>
          <p:nvPr/>
        </p:nvGrpSpPr>
        <p:grpSpPr bwMode="auto">
          <a:xfrm>
            <a:off x="3402661" y="334962"/>
            <a:ext cx="76200" cy="1219200"/>
            <a:chOff x="226" y="136"/>
            <a:chExt cx="48" cy="768"/>
          </a:xfrm>
        </p:grpSpPr>
        <p:sp>
          <p:nvSpPr>
            <p:cNvPr id="20" name="Freeform 12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3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" name="Group 14"/>
          <p:cNvGrpSpPr>
            <a:grpSpLocks/>
          </p:cNvGrpSpPr>
          <p:nvPr/>
        </p:nvGrpSpPr>
        <p:grpSpPr bwMode="auto">
          <a:xfrm>
            <a:off x="3377261" y="1439862"/>
            <a:ext cx="3883025" cy="76200"/>
            <a:chOff x="210" y="832"/>
            <a:chExt cx="2446" cy="48"/>
          </a:xfrm>
        </p:grpSpPr>
        <p:sp>
          <p:nvSpPr>
            <p:cNvPr id="23" name="Freeform 15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6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5" name="Line 17"/>
          <p:cNvSpPr>
            <a:spLocks noChangeShapeType="1"/>
          </p:cNvSpPr>
          <p:nvPr/>
        </p:nvSpPr>
        <p:spPr bwMode="auto">
          <a:xfrm flipV="1">
            <a:off x="3440761" y="976312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18"/>
          <p:cNvSpPr>
            <a:spLocks noChangeShapeType="1"/>
          </p:cNvSpPr>
          <p:nvPr/>
        </p:nvSpPr>
        <p:spPr bwMode="auto">
          <a:xfrm>
            <a:off x="4163074" y="976312"/>
            <a:ext cx="977900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19"/>
          <p:cNvSpPr>
            <a:spLocks noChangeShapeType="1"/>
          </p:cNvSpPr>
          <p:nvPr/>
        </p:nvSpPr>
        <p:spPr bwMode="auto">
          <a:xfrm flipV="1">
            <a:off x="5607699" y="966787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Rectangle 20"/>
          <p:cNvSpPr>
            <a:spLocks noChangeArrowheads="1"/>
          </p:cNvSpPr>
          <p:nvPr/>
        </p:nvSpPr>
        <p:spPr bwMode="auto">
          <a:xfrm>
            <a:off x="3212161" y="246062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9" name="Rectangle 21"/>
          <p:cNvSpPr>
            <a:spLocks noChangeArrowheads="1"/>
          </p:cNvSpPr>
          <p:nvPr/>
        </p:nvSpPr>
        <p:spPr bwMode="auto">
          <a:xfrm>
            <a:off x="3250261" y="334962"/>
            <a:ext cx="11430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0" name="Rectangle 22"/>
          <p:cNvSpPr>
            <a:spLocks noChangeArrowheads="1"/>
          </p:cNvSpPr>
          <p:nvPr/>
        </p:nvSpPr>
        <p:spPr bwMode="auto">
          <a:xfrm>
            <a:off x="4050361" y="1541462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1" name="Rectangle 23"/>
          <p:cNvSpPr>
            <a:spLocks noChangeArrowheads="1"/>
          </p:cNvSpPr>
          <p:nvPr/>
        </p:nvSpPr>
        <p:spPr bwMode="auto">
          <a:xfrm>
            <a:off x="5496574" y="1477962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2" name="Rectangle 24"/>
          <p:cNvSpPr>
            <a:spLocks noChangeArrowheads="1"/>
          </p:cNvSpPr>
          <p:nvPr/>
        </p:nvSpPr>
        <p:spPr bwMode="auto">
          <a:xfrm>
            <a:off x="3910661" y="1528762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33" name="Group 25"/>
          <p:cNvGrpSpPr>
            <a:grpSpLocks/>
          </p:cNvGrpSpPr>
          <p:nvPr/>
        </p:nvGrpSpPr>
        <p:grpSpPr bwMode="auto">
          <a:xfrm>
            <a:off x="4163074" y="614362"/>
            <a:ext cx="1587" cy="5756275"/>
            <a:chOff x="705" y="312"/>
            <a:chExt cx="1" cy="3626"/>
          </a:xfrm>
        </p:grpSpPr>
        <p:sp>
          <p:nvSpPr>
            <p:cNvPr id="34" name="Line 26"/>
            <p:cNvSpPr>
              <a:spLocks noChangeShapeType="1"/>
            </p:cNvSpPr>
            <p:nvPr/>
          </p:nvSpPr>
          <p:spPr bwMode="auto">
            <a:xfrm>
              <a:off x="705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7"/>
            <p:cNvSpPr>
              <a:spLocks noChangeShapeType="1"/>
            </p:cNvSpPr>
            <p:nvPr/>
          </p:nvSpPr>
          <p:spPr bwMode="auto">
            <a:xfrm>
              <a:off x="705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8"/>
            <p:cNvSpPr>
              <a:spLocks noChangeShapeType="1"/>
            </p:cNvSpPr>
            <p:nvPr/>
          </p:nvSpPr>
          <p:spPr bwMode="auto">
            <a:xfrm>
              <a:off x="705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29"/>
            <p:cNvSpPr>
              <a:spLocks noChangeShapeType="1"/>
            </p:cNvSpPr>
            <p:nvPr/>
          </p:nvSpPr>
          <p:spPr bwMode="auto">
            <a:xfrm>
              <a:off x="705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0"/>
            <p:cNvSpPr>
              <a:spLocks noChangeShapeType="1"/>
            </p:cNvSpPr>
            <p:nvPr/>
          </p:nvSpPr>
          <p:spPr bwMode="auto">
            <a:xfrm>
              <a:off x="705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1"/>
            <p:cNvSpPr>
              <a:spLocks noChangeShapeType="1"/>
            </p:cNvSpPr>
            <p:nvPr/>
          </p:nvSpPr>
          <p:spPr bwMode="auto">
            <a:xfrm>
              <a:off x="705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2"/>
            <p:cNvSpPr>
              <a:spLocks noChangeShapeType="1"/>
            </p:cNvSpPr>
            <p:nvPr/>
          </p:nvSpPr>
          <p:spPr bwMode="auto">
            <a:xfrm>
              <a:off x="705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3"/>
            <p:cNvSpPr>
              <a:spLocks noChangeShapeType="1"/>
            </p:cNvSpPr>
            <p:nvPr/>
          </p:nvSpPr>
          <p:spPr bwMode="auto">
            <a:xfrm>
              <a:off x="705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4"/>
            <p:cNvSpPr>
              <a:spLocks noChangeShapeType="1"/>
            </p:cNvSpPr>
            <p:nvPr/>
          </p:nvSpPr>
          <p:spPr bwMode="auto">
            <a:xfrm>
              <a:off x="705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5"/>
            <p:cNvSpPr>
              <a:spLocks noChangeShapeType="1"/>
            </p:cNvSpPr>
            <p:nvPr/>
          </p:nvSpPr>
          <p:spPr bwMode="auto">
            <a:xfrm>
              <a:off x="705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6"/>
            <p:cNvSpPr>
              <a:spLocks noChangeShapeType="1"/>
            </p:cNvSpPr>
            <p:nvPr/>
          </p:nvSpPr>
          <p:spPr bwMode="auto">
            <a:xfrm>
              <a:off x="705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37"/>
            <p:cNvSpPr>
              <a:spLocks noChangeShapeType="1"/>
            </p:cNvSpPr>
            <p:nvPr/>
          </p:nvSpPr>
          <p:spPr bwMode="auto">
            <a:xfrm>
              <a:off x="705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8"/>
            <p:cNvSpPr>
              <a:spLocks noChangeShapeType="1"/>
            </p:cNvSpPr>
            <p:nvPr/>
          </p:nvSpPr>
          <p:spPr bwMode="auto">
            <a:xfrm>
              <a:off x="705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39"/>
            <p:cNvSpPr>
              <a:spLocks noChangeShapeType="1"/>
            </p:cNvSpPr>
            <p:nvPr/>
          </p:nvSpPr>
          <p:spPr bwMode="auto">
            <a:xfrm>
              <a:off x="705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0"/>
            <p:cNvSpPr>
              <a:spLocks noChangeShapeType="1"/>
            </p:cNvSpPr>
            <p:nvPr/>
          </p:nvSpPr>
          <p:spPr bwMode="auto">
            <a:xfrm>
              <a:off x="705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1"/>
            <p:cNvSpPr>
              <a:spLocks noChangeShapeType="1"/>
            </p:cNvSpPr>
            <p:nvPr/>
          </p:nvSpPr>
          <p:spPr bwMode="auto">
            <a:xfrm>
              <a:off x="705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2"/>
            <p:cNvSpPr>
              <a:spLocks noChangeShapeType="1"/>
            </p:cNvSpPr>
            <p:nvPr/>
          </p:nvSpPr>
          <p:spPr bwMode="auto">
            <a:xfrm>
              <a:off x="705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3"/>
            <p:cNvSpPr>
              <a:spLocks noChangeShapeType="1"/>
            </p:cNvSpPr>
            <p:nvPr/>
          </p:nvSpPr>
          <p:spPr bwMode="auto">
            <a:xfrm>
              <a:off x="705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4"/>
            <p:cNvSpPr>
              <a:spLocks noChangeShapeType="1"/>
            </p:cNvSpPr>
            <p:nvPr/>
          </p:nvSpPr>
          <p:spPr bwMode="auto">
            <a:xfrm>
              <a:off x="705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5"/>
            <p:cNvSpPr>
              <a:spLocks noChangeShapeType="1"/>
            </p:cNvSpPr>
            <p:nvPr/>
          </p:nvSpPr>
          <p:spPr bwMode="auto">
            <a:xfrm>
              <a:off x="705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6"/>
            <p:cNvSpPr>
              <a:spLocks noChangeShapeType="1"/>
            </p:cNvSpPr>
            <p:nvPr/>
          </p:nvSpPr>
          <p:spPr bwMode="auto">
            <a:xfrm>
              <a:off x="705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47"/>
            <p:cNvSpPr>
              <a:spLocks noChangeShapeType="1"/>
            </p:cNvSpPr>
            <p:nvPr/>
          </p:nvSpPr>
          <p:spPr bwMode="auto">
            <a:xfrm>
              <a:off x="705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48"/>
            <p:cNvSpPr>
              <a:spLocks noChangeShapeType="1"/>
            </p:cNvSpPr>
            <p:nvPr/>
          </p:nvSpPr>
          <p:spPr bwMode="auto">
            <a:xfrm>
              <a:off x="705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49"/>
            <p:cNvSpPr>
              <a:spLocks noChangeShapeType="1"/>
            </p:cNvSpPr>
            <p:nvPr/>
          </p:nvSpPr>
          <p:spPr bwMode="auto">
            <a:xfrm>
              <a:off x="705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0"/>
            <p:cNvSpPr>
              <a:spLocks noChangeShapeType="1"/>
            </p:cNvSpPr>
            <p:nvPr/>
          </p:nvSpPr>
          <p:spPr bwMode="auto">
            <a:xfrm>
              <a:off x="705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1"/>
            <p:cNvSpPr>
              <a:spLocks noChangeShapeType="1"/>
            </p:cNvSpPr>
            <p:nvPr/>
          </p:nvSpPr>
          <p:spPr bwMode="auto">
            <a:xfrm>
              <a:off x="705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2"/>
            <p:cNvSpPr>
              <a:spLocks noChangeShapeType="1"/>
            </p:cNvSpPr>
            <p:nvPr/>
          </p:nvSpPr>
          <p:spPr bwMode="auto">
            <a:xfrm>
              <a:off x="705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3"/>
            <p:cNvSpPr>
              <a:spLocks noChangeShapeType="1"/>
            </p:cNvSpPr>
            <p:nvPr/>
          </p:nvSpPr>
          <p:spPr bwMode="auto">
            <a:xfrm>
              <a:off x="705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4"/>
            <p:cNvSpPr>
              <a:spLocks noChangeShapeType="1"/>
            </p:cNvSpPr>
            <p:nvPr/>
          </p:nvSpPr>
          <p:spPr bwMode="auto">
            <a:xfrm>
              <a:off x="705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5"/>
            <p:cNvSpPr>
              <a:spLocks noChangeShapeType="1"/>
            </p:cNvSpPr>
            <p:nvPr/>
          </p:nvSpPr>
          <p:spPr bwMode="auto">
            <a:xfrm>
              <a:off x="705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6"/>
            <p:cNvSpPr>
              <a:spLocks noChangeShapeType="1"/>
            </p:cNvSpPr>
            <p:nvPr/>
          </p:nvSpPr>
          <p:spPr bwMode="auto">
            <a:xfrm>
              <a:off x="705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57"/>
            <p:cNvSpPr>
              <a:spLocks noChangeShapeType="1"/>
            </p:cNvSpPr>
            <p:nvPr/>
          </p:nvSpPr>
          <p:spPr bwMode="auto">
            <a:xfrm>
              <a:off x="705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58"/>
            <p:cNvSpPr>
              <a:spLocks noChangeShapeType="1"/>
            </p:cNvSpPr>
            <p:nvPr/>
          </p:nvSpPr>
          <p:spPr bwMode="auto">
            <a:xfrm>
              <a:off x="705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59"/>
            <p:cNvSpPr>
              <a:spLocks noChangeShapeType="1"/>
            </p:cNvSpPr>
            <p:nvPr/>
          </p:nvSpPr>
          <p:spPr bwMode="auto">
            <a:xfrm>
              <a:off x="705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0"/>
            <p:cNvSpPr>
              <a:spLocks noChangeShapeType="1"/>
            </p:cNvSpPr>
            <p:nvPr/>
          </p:nvSpPr>
          <p:spPr bwMode="auto">
            <a:xfrm>
              <a:off x="705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1"/>
            <p:cNvSpPr>
              <a:spLocks noChangeShapeType="1"/>
            </p:cNvSpPr>
            <p:nvPr/>
          </p:nvSpPr>
          <p:spPr bwMode="auto">
            <a:xfrm>
              <a:off x="705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2"/>
            <p:cNvSpPr>
              <a:spLocks noChangeShapeType="1"/>
            </p:cNvSpPr>
            <p:nvPr/>
          </p:nvSpPr>
          <p:spPr bwMode="auto">
            <a:xfrm>
              <a:off x="705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3"/>
            <p:cNvSpPr>
              <a:spLocks noChangeShapeType="1"/>
            </p:cNvSpPr>
            <p:nvPr/>
          </p:nvSpPr>
          <p:spPr bwMode="auto">
            <a:xfrm>
              <a:off x="705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4"/>
            <p:cNvSpPr>
              <a:spLocks noChangeShapeType="1"/>
            </p:cNvSpPr>
            <p:nvPr/>
          </p:nvSpPr>
          <p:spPr bwMode="auto">
            <a:xfrm>
              <a:off x="705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5"/>
            <p:cNvSpPr>
              <a:spLocks noChangeShapeType="1"/>
            </p:cNvSpPr>
            <p:nvPr/>
          </p:nvSpPr>
          <p:spPr bwMode="auto">
            <a:xfrm>
              <a:off x="705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6"/>
            <p:cNvSpPr>
              <a:spLocks noChangeShapeType="1"/>
            </p:cNvSpPr>
            <p:nvPr/>
          </p:nvSpPr>
          <p:spPr bwMode="auto">
            <a:xfrm>
              <a:off x="705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67"/>
            <p:cNvSpPr>
              <a:spLocks noChangeShapeType="1"/>
            </p:cNvSpPr>
            <p:nvPr/>
          </p:nvSpPr>
          <p:spPr bwMode="auto">
            <a:xfrm>
              <a:off x="705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68"/>
            <p:cNvSpPr>
              <a:spLocks noChangeShapeType="1"/>
            </p:cNvSpPr>
            <p:nvPr/>
          </p:nvSpPr>
          <p:spPr bwMode="auto">
            <a:xfrm>
              <a:off x="705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69"/>
            <p:cNvSpPr>
              <a:spLocks noChangeShapeType="1"/>
            </p:cNvSpPr>
            <p:nvPr/>
          </p:nvSpPr>
          <p:spPr bwMode="auto">
            <a:xfrm>
              <a:off x="705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0"/>
            <p:cNvSpPr>
              <a:spLocks noChangeShapeType="1"/>
            </p:cNvSpPr>
            <p:nvPr/>
          </p:nvSpPr>
          <p:spPr bwMode="auto">
            <a:xfrm>
              <a:off x="705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71"/>
            <p:cNvSpPr>
              <a:spLocks noChangeShapeType="1"/>
            </p:cNvSpPr>
            <p:nvPr/>
          </p:nvSpPr>
          <p:spPr bwMode="auto">
            <a:xfrm>
              <a:off x="705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72"/>
            <p:cNvSpPr>
              <a:spLocks noChangeShapeType="1"/>
            </p:cNvSpPr>
            <p:nvPr/>
          </p:nvSpPr>
          <p:spPr bwMode="auto">
            <a:xfrm>
              <a:off x="705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3"/>
            <p:cNvSpPr>
              <a:spLocks noChangeShapeType="1"/>
            </p:cNvSpPr>
            <p:nvPr/>
          </p:nvSpPr>
          <p:spPr bwMode="auto">
            <a:xfrm>
              <a:off x="705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4"/>
            <p:cNvSpPr>
              <a:spLocks noChangeShapeType="1"/>
            </p:cNvSpPr>
            <p:nvPr/>
          </p:nvSpPr>
          <p:spPr bwMode="auto">
            <a:xfrm>
              <a:off x="705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5"/>
            <p:cNvSpPr>
              <a:spLocks noChangeShapeType="1"/>
            </p:cNvSpPr>
            <p:nvPr/>
          </p:nvSpPr>
          <p:spPr bwMode="auto">
            <a:xfrm>
              <a:off x="705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6"/>
            <p:cNvSpPr>
              <a:spLocks noChangeShapeType="1"/>
            </p:cNvSpPr>
            <p:nvPr/>
          </p:nvSpPr>
          <p:spPr bwMode="auto">
            <a:xfrm>
              <a:off x="705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5" name="Group 77"/>
          <p:cNvGrpSpPr>
            <a:grpSpLocks/>
          </p:cNvGrpSpPr>
          <p:nvPr/>
        </p:nvGrpSpPr>
        <p:grpSpPr bwMode="auto">
          <a:xfrm>
            <a:off x="5598174" y="614362"/>
            <a:ext cx="1587" cy="5756275"/>
            <a:chOff x="1609" y="312"/>
            <a:chExt cx="1" cy="3626"/>
          </a:xfrm>
        </p:grpSpPr>
        <p:sp>
          <p:nvSpPr>
            <p:cNvPr id="86" name="Line 78"/>
            <p:cNvSpPr>
              <a:spLocks noChangeShapeType="1"/>
            </p:cNvSpPr>
            <p:nvPr/>
          </p:nvSpPr>
          <p:spPr bwMode="auto">
            <a:xfrm>
              <a:off x="1609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79"/>
            <p:cNvSpPr>
              <a:spLocks noChangeShapeType="1"/>
            </p:cNvSpPr>
            <p:nvPr/>
          </p:nvSpPr>
          <p:spPr bwMode="auto">
            <a:xfrm>
              <a:off x="1609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0"/>
            <p:cNvSpPr>
              <a:spLocks noChangeShapeType="1"/>
            </p:cNvSpPr>
            <p:nvPr/>
          </p:nvSpPr>
          <p:spPr bwMode="auto">
            <a:xfrm>
              <a:off x="1609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1"/>
            <p:cNvSpPr>
              <a:spLocks noChangeShapeType="1"/>
            </p:cNvSpPr>
            <p:nvPr/>
          </p:nvSpPr>
          <p:spPr bwMode="auto">
            <a:xfrm>
              <a:off x="1609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2"/>
            <p:cNvSpPr>
              <a:spLocks noChangeShapeType="1"/>
            </p:cNvSpPr>
            <p:nvPr/>
          </p:nvSpPr>
          <p:spPr bwMode="auto">
            <a:xfrm>
              <a:off x="1609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3"/>
            <p:cNvSpPr>
              <a:spLocks noChangeShapeType="1"/>
            </p:cNvSpPr>
            <p:nvPr/>
          </p:nvSpPr>
          <p:spPr bwMode="auto">
            <a:xfrm>
              <a:off x="1609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4"/>
            <p:cNvSpPr>
              <a:spLocks noChangeShapeType="1"/>
            </p:cNvSpPr>
            <p:nvPr/>
          </p:nvSpPr>
          <p:spPr bwMode="auto">
            <a:xfrm>
              <a:off x="1609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5"/>
            <p:cNvSpPr>
              <a:spLocks noChangeShapeType="1"/>
            </p:cNvSpPr>
            <p:nvPr/>
          </p:nvSpPr>
          <p:spPr bwMode="auto">
            <a:xfrm>
              <a:off x="1609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6"/>
            <p:cNvSpPr>
              <a:spLocks noChangeShapeType="1"/>
            </p:cNvSpPr>
            <p:nvPr/>
          </p:nvSpPr>
          <p:spPr bwMode="auto">
            <a:xfrm>
              <a:off x="1609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7"/>
            <p:cNvSpPr>
              <a:spLocks noChangeShapeType="1"/>
            </p:cNvSpPr>
            <p:nvPr/>
          </p:nvSpPr>
          <p:spPr bwMode="auto">
            <a:xfrm>
              <a:off x="1609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88"/>
            <p:cNvSpPr>
              <a:spLocks noChangeShapeType="1"/>
            </p:cNvSpPr>
            <p:nvPr/>
          </p:nvSpPr>
          <p:spPr bwMode="auto">
            <a:xfrm>
              <a:off x="1609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89"/>
            <p:cNvSpPr>
              <a:spLocks noChangeShapeType="1"/>
            </p:cNvSpPr>
            <p:nvPr/>
          </p:nvSpPr>
          <p:spPr bwMode="auto">
            <a:xfrm>
              <a:off x="1609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0"/>
            <p:cNvSpPr>
              <a:spLocks noChangeShapeType="1"/>
            </p:cNvSpPr>
            <p:nvPr/>
          </p:nvSpPr>
          <p:spPr bwMode="auto">
            <a:xfrm>
              <a:off x="1609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1"/>
            <p:cNvSpPr>
              <a:spLocks noChangeShapeType="1"/>
            </p:cNvSpPr>
            <p:nvPr/>
          </p:nvSpPr>
          <p:spPr bwMode="auto">
            <a:xfrm>
              <a:off x="1609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2"/>
            <p:cNvSpPr>
              <a:spLocks noChangeShapeType="1"/>
            </p:cNvSpPr>
            <p:nvPr/>
          </p:nvSpPr>
          <p:spPr bwMode="auto">
            <a:xfrm>
              <a:off x="1609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3"/>
            <p:cNvSpPr>
              <a:spLocks noChangeShapeType="1"/>
            </p:cNvSpPr>
            <p:nvPr/>
          </p:nvSpPr>
          <p:spPr bwMode="auto">
            <a:xfrm>
              <a:off x="1609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4"/>
            <p:cNvSpPr>
              <a:spLocks noChangeShapeType="1"/>
            </p:cNvSpPr>
            <p:nvPr/>
          </p:nvSpPr>
          <p:spPr bwMode="auto">
            <a:xfrm>
              <a:off x="1609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5"/>
            <p:cNvSpPr>
              <a:spLocks noChangeShapeType="1"/>
            </p:cNvSpPr>
            <p:nvPr/>
          </p:nvSpPr>
          <p:spPr bwMode="auto">
            <a:xfrm>
              <a:off x="1609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6"/>
            <p:cNvSpPr>
              <a:spLocks noChangeShapeType="1"/>
            </p:cNvSpPr>
            <p:nvPr/>
          </p:nvSpPr>
          <p:spPr bwMode="auto">
            <a:xfrm>
              <a:off x="1609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97"/>
            <p:cNvSpPr>
              <a:spLocks noChangeShapeType="1"/>
            </p:cNvSpPr>
            <p:nvPr/>
          </p:nvSpPr>
          <p:spPr bwMode="auto">
            <a:xfrm>
              <a:off x="1609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98"/>
            <p:cNvSpPr>
              <a:spLocks noChangeShapeType="1"/>
            </p:cNvSpPr>
            <p:nvPr/>
          </p:nvSpPr>
          <p:spPr bwMode="auto">
            <a:xfrm>
              <a:off x="1609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99"/>
            <p:cNvSpPr>
              <a:spLocks noChangeShapeType="1"/>
            </p:cNvSpPr>
            <p:nvPr/>
          </p:nvSpPr>
          <p:spPr bwMode="auto">
            <a:xfrm>
              <a:off x="1609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0"/>
            <p:cNvSpPr>
              <a:spLocks noChangeShapeType="1"/>
            </p:cNvSpPr>
            <p:nvPr/>
          </p:nvSpPr>
          <p:spPr bwMode="auto">
            <a:xfrm>
              <a:off x="1609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1"/>
            <p:cNvSpPr>
              <a:spLocks noChangeShapeType="1"/>
            </p:cNvSpPr>
            <p:nvPr/>
          </p:nvSpPr>
          <p:spPr bwMode="auto">
            <a:xfrm>
              <a:off x="1609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2"/>
            <p:cNvSpPr>
              <a:spLocks noChangeShapeType="1"/>
            </p:cNvSpPr>
            <p:nvPr/>
          </p:nvSpPr>
          <p:spPr bwMode="auto">
            <a:xfrm>
              <a:off x="1609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3"/>
            <p:cNvSpPr>
              <a:spLocks noChangeShapeType="1"/>
            </p:cNvSpPr>
            <p:nvPr/>
          </p:nvSpPr>
          <p:spPr bwMode="auto">
            <a:xfrm>
              <a:off x="1609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4"/>
            <p:cNvSpPr>
              <a:spLocks noChangeShapeType="1"/>
            </p:cNvSpPr>
            <p:nvPr/>
          </p:nvSpPr>
          <p:spPr bwMode="auto">
            <a:xfrm>
              <a:off x="1609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5"/>
            <p:cNvSpPr>
              <a:spLocks noChangeShapeType="1"/>
            </p:cNvSpPr>
            <p:nvPr/>
          </p:nvSpPr>
          <p:spPr bwMode="auto">
            <a:xfrm>
              <a:off x="1609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6"/>
            <p:cNvSpPr>
              <a:spLocks noChangeShapeType="1"/>
            </p:cNvSpPr>
            <p:nvPr/>
          </p:nvSpPr>
          <p:spPr bwMode="auto">
            <a:xfrm>
              <a:off x="1609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07"/>
            <p:cNvSpPr>
              <a:spLocks noChangeShapeType="1"/>
            </p:cNvSpPr>
            <p:nvPr/>
          </p:nvSpPr>
          <p:spPr bwMode="auto">
            <a:xfrm>
              <a:off x="1609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08"/>
            <p:cNvSpPr>
              <a:spLocks noChangeShapeType="1"/>
            </p:cNvSpPr>
            <p:nvPr/>
          </p:nvSpPr>
          <p:spPr bwMode="auto">
            <a:xfrm>
              <a:off x="1609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09"/>
            <p:cNvSpPr>
              <a:spLocks noChangeShapeType="1"/>
            </p:cNvSpPr>
            <p:nvPr/>
          </p:nvSpPr>
          <p:spPr bwMode="auto">
            <a:xfrm>
              <a:off x="1609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0"/>
            <p:cNvSpPr>
              <a:spLocks noChangeShapeType="1"/>
            </p:cNvSpPr>
            <p:nvPr/>
          </p:nvSpPr>
          <p:spPr bwMode="auto">
            <a:xfrm>
              <a:off x="1609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1"/>
            <p:cNvSpPr>
              <a:spLocks noChangeShapeType="1"/>
            </p:cNvSpPr>
            <p:nvPr/>
          </p:nvSpPr>
          <p:spPr bwMode="auto">
            <a:xfrm>
              <a:off x="1609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2"/>
            <p:cNvSpPr>
              <a:spLocks noChangeShapeType="1"/>
            </p:cNvSpPr>
            <p:nvPr/>
          </p:nvSpPr>
          <p:spPr bwMode="auto">
            <a:xfrm>
              <a:off x="1609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3"/>
            <p:cNvSpPr>
              <a:spLocks noChangeShapeType="1"/>
            </p:cNvSpPr>
            <p:nvPr/>
          </p:nvSpPr>
          <p:spPr bwMode="auto">
            <a:xfrm>
              <a:off x="1609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4"/>
            <p:cNvSpPr>
              <a:spLocks noChangeShapeType="1"/>
            </p:cNvSpPr>
            <p:nvPr/>
          </p:nvSpPr>
          <p:spPr bwMode="auto">
            <a:xfrm>
              <a:off x="1609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3" name="Line 115"/>
            <p:cNvSpPr>
              <a:spLocks noChangeShapeType="1"/>
            </p:cNvSpPr>
            <p:nvPr/>
          </p:nvSpPr>
          <p:spPr bwMode="auto">
            <a:xfrm>
              <a:off x="1609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4" name="Line 116"/>
            <p:cNvSpPr>
              <a:spLocks noChangeShapeType="1"/>
            </p:cNvSpPr>
            <p:nvPr/>
          </p:nvSpPr>
          <p:spPr bwMode="auto">
            <a:xfrm>
              <a:off x="1609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117"/>
            <p:cNvSpPr>
              <a:spLocks noChangeShapeType="1"/>
            </p:cNvSpPr>
            <p:nvPr/>
          </p:nvSpPr>
          <p:spPr bwMode="auto">
            <a:xfrm>
              <a:off x="1609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118"/>
            <p:cNvSpPr>
              <a:spLocks noChangeShapeType="1"/>
            </p:cNvSpPr>
            <p:nvPr/>
          </p:nvSpPr>
          <p:spPr bwMode="auto">
            <a:xfrm>
              <a:off x="1609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119"/>
            <p:cNvSpPr>
              <a:spLocks noChangeShapeType="1"/>
            </p:cNvSpPr>
            <p:nvPr/>
          </p:nvSpPr>
          <p:spPr bwMode="auto">
            <a:xfrm>
              <a:off x="1609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120"/>
            <p:cNvSpPr>
              <a:spLocks noChangeShapeType="1"/>
            </p:cNvSpPr>
            <p:nvPr/>
          </p:nvSpPr>
          <p:spPr bwMode="auto">
            <a:xfrm>
              <a:off x="1609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121"/>
            <p:cNvSpPr>
              <a:spLocks noChangeShapeType="1"/>
            </p:cNvSpPr>
            <p:nvPr/>
          </p:nvSpPr>
          <p:spPr bwMode="auto">
            <a:xfrm>
              <a:off x="1609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Line 122"/>
            <p:cNvSpPr>
              <a:spLocks noChangeShapeType="1"/>
            </p:cNvSpPr>
            <p:nvPr/>
          </p:nvSpPr>
          <p:spPr bwMode="auto">
            <a:xfrm>
              <a:off x="1609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1" name="Line 123"/>
            <p:cNvSpPr>
              <a:spLocks noChangeShapeType="1"/>
            </p:cNvSpPr>
            <p:nvPr/>
          </p:nvSpPr>
          <p:spPr bwMode="auto">
            <a:xfrm>
              <a:off x="1609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2" name="Line 124"/>
            <p:cNvSpPr>
              <a:spLocks noChangeShapeType="1"/>
            </p:cNvSpPr>
            <p:nvPr/>
          </p:nvSpPr>
          <p:spPr bwMode="auto">
            <a:xfrm>
              <a:off x="1609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3" name="Line 125"/>
            <p:cNvSpPr>
              <a:spLocks noChangeShapeType="1"/>
            </p:cNvSpPr>
            <p:nvPr/>
          </p:nvSpPr>
          <p:spPr bwMode="auto">
            <a:xfrm>
              <a:off x="1609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4" name="Line 126"/>
            <p:cNvSpPr>
              <a:spLocks noChangeShapeType="1"/>
            </p:cNvSpPr>
            <p:nvPr/>
          </p:nvSpPr>
          <p:spPr bwMode="auto">
            <a:xfrm>
              <a:off x="1609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5" name="Line 127"/>
            <p:cNvSpPr>
              <a:spLocks noChangeShapeType="1"/>
            </p:cNvSpPr>
            <p:nvPr/>
          </p:nvSpPr>
          <p:spPr bwMode="auto">
            <a:xfrm>
              <a:off x="1609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6" name="Line 128"/>
            <p:cNvSpPr>
              <a:spLocks noChangeShapeType="1"/>
            </p:cNvSpPr>
            <p:nvPr/>
          </p:nvSpPr>
          <p:spPr bwMode="auto">
            <a:xfrm>
              <a:off x="1609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7" name="Rectangle 129"/>
          <p:cNvSpPr>
            <a:spLocks noChangeArrowheads="1"/>
          </p:cNvSpPr>
          <p:nvPr/>
        </p:nvSpPr>
        <p:spPr bwMode="auto">
          <a:xfrm>
            <a:off x="7095186" y="1147762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8" name="Rectangle 130"/>
          <p:cNvSpPr>
            <a:spLocks noChangeArrowheads="1"/>
          </p:cNvSpPr>
          <p:nvPr/>
        </p:nvSpPr>
        <p:spPr bwMode="auto">
          <a:xfrm>
            <a:off x="3339161" y="1516062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9" name="Group 131"/>
          <p:cNvGrpSpPr>
            <a:grpSpLocks/>
          </p:cNvGrpSpPr>
          <p:nvPr/>
        </p:nvGrpSpPr>
        <p:grpSpPr bwMode="auto">
          <a:xfrm>
            <a:off x="3402661" y="1847850"/>
            <a:ext cx="76200" cy="1219200"/>
            <a:chOff x="226" y="1089"/>
            <a:chExt cx="48" cy="768"/>
          </a:xfrm>
        </p:grpSpPr>
        <p:sp>
          <p:nvSpPr>
            <p:cNvPr id="140" name="Freeform 132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1" name="Line 133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2" name="Group 134"/>
          <p:cNvGrpSpPr>
            <a:grpSpLocks/>
          </p:cNvGrpSpPr>
          <p:nvPr/>
        </p:nvGrpSpPr>
        <p:grpSpPr bwMode="auto">
          <a:xfrm>
            <a:off x="3377261" y="2603500"/>
            <a:ext cx="3883025" cy="63500"/>
            <a:chOff x="210" y="1793"/>
            <a:chExt cx="2446" cy="40"/>
          </a:xfrm>
        </p:grpSpPr>
        <p:sp>
          <p:nvSpPr>
            <p:cNvPr id="143" name="Freeform 135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4" name="Line 136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45" name="Line 137"/>
          <p:cNvSpPr>
            <a:spLocks noChangeShapeType="1"/>
          </p:cNvSpPr>
          <p:nvPr/>
        </p:nvSpPr>
        <p:spPr bwMode="auto">
          <a:xfrm flipV="1">
            <a:off x="3450286" y="1936750"/>
            <a:ext cx="712788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6" name="Rectangle 138"/>
          <p:cNvSpPr>
            <a:spLocks noChangeArrowheads="1"/>
          </p:cNvSpPr>
          <p:nvPr/>
        </p:nvSpPr>
        <p:spPr bwMode="auto">
          <a:xfrm>
            <a:off x="3212161" y="1758950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7" name="Rectangle 139"/>
          <p:cNvSpPr>
            <a:spLocks noChangeArrowheads="1"/>
          </p:cNvSpPr>
          <p:nvPr/>
        </p:nvSpPr>
        <p:spPr bwMode="auto">
          <a:xfrm>
            <a:off x="3275661" y="1847850"/>
            <a:ext cx="698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8" name="Rectangle 140"/>
          <p:cNvSpPr>
            <a:spLocks noChangeArrowheads="1"/>
          </p:cNvSpPr>
          <p:nvPr/>
        </p:nvSpPr>
        <p:spPr bwMode="auto">
          <a:xfrm>
            <a:off x="4050361" y="2740025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9" name="Rectangle 141"/>
          <p:cNvSpPr>
            <a:spLocks noChangeArrowheads="1"/>
          </p:cNvSpPr>
          <p:nvPr/>
        </p:nvSpPr>
        <p:spPr bwMode="auto">
          <a:xfrm>
            <a:off x="5496574" y="2676525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0" name="Rectangle 142"/>
          <p:cNvSpPr>
            <a:spLocks noChangeArrowheads="1"/>
          </p:cNvSpPr>
          <p:nvPr/>
        </p:nvSpPr>
        <p:spPr bwMode="auto">
          <a:xfrm>
            <a:off x="3910661" y="2727325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1" name="Rectangle 143"/>
          <p:cNvSpPr>
            <a:spLocks noChangeArrowheads="1"/>
          </p:cNvSpPr>
          <p:nvPr/>
        </p:nvSpPr>
        <p:spPr bwMode="auto">
          <a:xfrm>
            <a:off x="7095186" y="2298700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2" name="Rectangle 144"/>
          <p:cNvSpPr>
            <a:spLocks noChangeArrowheads="1"/>
          </p:cNvSpPr>
          <p:nvPr/>
        </p:nvSpPr>
        <p:spPr bwMode="auto">
          <a:xfrm>
            <a:off x="3339161" y="2714625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3" name="Line 145"/>
          <p:cNvSpPr>
            <a:spLocks noChangeShapeType="1"/>
          </p:cNvSpPr>
          <p:nvPr/>
        </p:nvSpPr>
        <p:spPr bwMode="auto">
          <a:xfrm>
            <a:off x="4163074" y="1946275"/>
            <a:ext cx="1430337" cy="2635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54" name="Group 146"/>
          <p:cNvGrpSpPr>
            <a:grpSpLocks/>
          </p:cNvGrpSpPr>
          <p:nvPr/>
        </p:nvGrpSpPr>
        <p:grpSpPr bwMode="auto">
          <a:xfrm>
            <a:off x="3402661" y="3159125"/>
            <a:ext cx="76200" cy="1219200"/>
            <a:chOff x="226" y="2041"/>
            <a:chExt cx="48" cy="768"/>
          </a:xfrm>
        </p:grpSpPr>
        <p:sp>
          <p:nvSpPr>
            <p:cNvPr id="155" name="Freeform 147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6" name="Line 148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7" name="Group 149"/>
          <p:cNvGrpSpPr>
            <a:grpSpLocks/>
          </p:cNvGrpSpPr>
          <p:nvPr/>
        </p:nvGrpSpPr>
        <p:grpSpPr bwMode="auto">
          <a:xfrm>
            <a:off x="3377261" y="4184650"/>
            <a:ext cx="3883025" cy="63500"/>
            <a:chOff x="210" y="2201"/>
            <a:chExt cx="2446" cy="40"/>
          </a:xfrm>
        </p:grpSpPr>
        <p:sp>
          <p:nvSpPr>
            <p:cNvPr id="158" name="Freeform 150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9" name="Line 151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60" name="Rectangle 152"/>
          <p:cNvSpPr>
            <a:spLocks noChangeArrowheads="1"/>
          </p:cNvSpPr>
          <p:nvPr/>
        </p:nvSpPr>
        <p:spPr bwMode="auto">
          <a:xfrm>
            <a:off x="4050361" y="4273550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1" name="Rectangle 153"/>
          <p:cNvSpPr>
            <a:spLocks noChangeArrowheads="1"/>
          </p:cNvSpPr>
          <p:nvPr/>
        </p:nvSpPr>
        <p:spPr bwMode="auto">
          <a:xfrm>
            <a:off x="5496574" y="4210050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2" name="Rectangle 154"/>
          <p:cNvSpPr>
            <a:spLocks noChangeArrowheads="1"/>
          </p:cNvSpPr>
          <p:nvPr/>
        </p:nvSpPr>
        <p:spPr bwMode="auto">
          <a:xfrm>
            <a:off x="3910661" y="4260850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3" name="Rectangle 155"/>
          <p:cNvSpPr>
            <a:spLocks noChangeArrowheads="1"/>
          </p:cNvSpPr>
          <p:nvPr/>
        </p:nvSpPr>
        <p:spPr bwMode="auto">
          <a:xfrm>
            <a:off x="7095186" y="3879850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4" name="Rectangle 156"/>
          <p:cNvSpPr>
            <a:spLocks noChangeArrowheads="1"/>
          </p:cNvSpPr>
          <p:nvPr/>
        </p:nvSpPr>
        <p:spPr bwMode="auto">
          <a:xfrm>
            <a:off x="3339161" y="4248150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65" name="Group 157"/>
          <p:cNvGrpSpPr>
            <a:grpSpLocks/>
          </p:cNvGrpSpPr>
          <p:nvPr/>
        </p:nvGrpSpPr>
        <p:grpSpPr bwMode="auto">
          <a:xfrm>
            <a:off x="3374086" y="4764087"/>
            <a:ext cx="125413" cy="2022475"/>
            <a:chOff x="226" y="3082"/>
            <a:chExt cx="48" cy="776"/>
          </a:xfrm>
        </p:grpSpPr>
        <p:sp>
          <p:nvSpPr>
            <p:cNvPr id="166" name="Freeform 158"/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Line 159"/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8" name="Group 160"/>
          <p:cNvGrpSpPr>
            <a:grpSpLocks/>
          </p:cNvGrpSpPr>
          <p:nvPr/>
        </p:nvGrpSpPr>
        <p:grpSpPr bwMode="auto">
          <a:xfrm>
            <a:off x="3367736" y="5919787"/>
            <a:ext cx="3883025" cy="76200"/>
            <a:chOff x="210" y="3786"/>
            <a:chExt cx="2446" cy="48"/>
          </a:xfrm>
        </p:grpSpPr>
        <p:sp>
          <p:nvSpPr>
            <p:cNvPr id="169" name="Freeform 161"/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0" name="Line 162"/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1" name="Rectangle 163"/>
          <p:cNvSpPr>
            <a:spLocks noChangeArrowheads="1"/>
          </p:cNvSpPr>
          <p:nvPr/>
        </p:nvSpPr>
        <p:spPr bwMode="auto">
          <a:xfrm>
            <a:off x="4040836" y="6021387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2" name="Rectangle 164"/>
          <p:cNvSpPr>
            <a:spLocks noChangeArrowheads="1"/>
          </p:cNvSpPr>
          <p:nvPr/>
        </p:nvSpPr>
        <p:spPr bwMode="auto">
          <a:xfrm>
            <a:off x="5487049" y="5945187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3" name="Rectangle 165"/>
          <p:cNvSpPr>
            <a:spLocks noChangeArrowheads="1"/>
          </p:cNvSpPr>
          <p:nvPr/>
        </p:nvSpPr>
        <p:spPr bwMode="auto">
          <a:xfrm>
            <a:off x="3901136" y="6008687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4" name="Rectangle 166"/>
          <p:cNvSpPr>
            <a:spLocks noChangeArrowheads="1"/>
          </p:cNvSpPr>
          <p:nvPr/>
        </p:nvSpPr>
        <p:spPr bwMode="auto">
          <a:xfrm>
            <a:off x="7085661" y="5627687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5" name="Rectangle 167"/>
          <p:cNvSpPr>
            <a:spLocks noChangeArrowheads="1"/>
          </p:cNvSpPr>
          <p:nvPr/>
        </p:nvSpPr>
        <p:spPr bwMode="auto">
          <a:xfrm>
            <a:off x="3329636" y="5983287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6" name="Text Box 168"/>
          <p:cNvSpPr txBox="1">
            <a:spLocks noChangeArrowheads="1"/>
          </p:cNvSpPr>
          <p:nvPr/>
        </p:nvSpPr>
        <p:spPr bwMode="auto">
          <a:xfrm>
            <a:off x="3456636" y="220662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179" name="Line 171"/>
          <p:cNvSpPr>
            <a:spLocks noChangeShapeType="1"/>
          </p:cNvSpPr>
          <p:nvPr/>
        </p:nvSpPr>
        <p:spPr bwMode="auto">
          <a:xfrm flipH="1" flipV="1">
            <a:off x="4948886" y="4833937"/>
            <a:ext cx="2162175" cy="19050"/>
          </a:xfrm>
          <a:prstGeom prst="line">
            <a:avLst/>
          </a:prstGeom>
          <a:noFill/>
          <a:ln w="12700">
            <a:solidFill>
              <a:srgbClr val="FF99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72"/>
          <p:cNvSpPr>
            <a:spLocks noChangeShapeType="1"/>
          </p:cNvSpPr>
          <p:nvPr/>
        </p:nvSpPr>
        <p:spPr bwMode="auto">
          <a:xfrm>
            <a:off x="3434411" y="5329237"/>
            <a:ext cx="7048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Line 173"/>
          <p:cNvSpPr>
            <a:spLocks noChangeShapeType="1"/>
          </p:cNvSpPr>
          <p:nvPr/>
        </p:nvSpPr>
        <p:spPr bwMode="auto">
          <a:xfrm>
            <a:off x="4148786" y="5329237"/>
            <a:ext cx="0" cy="128587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2" name="Line 174"/>
          <p:cNvSpPr>
            <a:spLocks noChangeShapeType="1"/>
          </p:cNvSpPr>
          <p:nvPr/>
        </p:nvSpPr>
        <p:spPr bwMode="auto">
          <a:xfrm>
            <a:off x="4129736" y="6624637"/>
            <a:ext cx="80010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3" name="Line 175"/>
          <p:cNvSpPr>
            <a:spLocks noChangeShapeType="1"/>
          </p:cNvSpPr>
          <p:nvPr/>
        </p:nvSpPr>
        <p:spPr bwMode="auto">
          <a:xfrm flipV="1">
            <a:off x="5596586" y="5319712"/>
            <a:ext cx="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4" name="Line 176"/>
          <p:cNvSpPr>
            <a:spLocks noChangeShapeType="1"/>
          </p:cNvSpPr>
          <p:nvPr/>
        </p:nvSpPr>
        <p:spPr bwMode="auto">
          <a:xfrm>
            <a:off x="5596586" y="5329237"/>
            <a:ext cx="7810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5" name="Text Box 177"/>
          <p:cNvSpPr txBox="1">
            <a:spLocks noChangeArrowheads="1"/>
          </p:cNvSpPr>
          <p:nvPr/>
        </p:nvSpPr>
        <p:spPr bwMode="auto">
          <a:xfrm>
            <a:off x="3409011" y="4957762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86" name="Text Box 178"/>
          <p:cNvSpPr txBox="1">
            <a:spLocks noChangeArrowheads="1"/>
          </p:cNvSpPr>
          <p:nvPr/>
        </p:nvSpPr>
        <p:spPr bwMode="auto">
          <a:xfrm>
            <a:off x="3162949" y="5149850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aseline="-2500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8" name="Line 180"/>
          <p:cNvSpPr>
            <a:spLocks noChangeShapeType="1"/>
          </p:cNvSpPr>
          <p:nvPr/>
        </p:nvSpPr>
        <p:spPr bwMode="auto">
          <a:xfrm flipH="1">
            <a:off x="3443936" y="6624637"/>
            <a:ext cx="170497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9" name="Line 181"/>
          <p:cNvSpPr>
            <a:spLocks noChangeShapeType="1"/>
          </p:cNvSpPr>
          <p:nvPr/>
        </p:nvSpPr>
        <p:spPr bwMode="auto">
          <a:xfrm>
            <a:off x="5133036" y="1463675"/>
            <a:ext cx="455613" cy="952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0" name="Line 182"/>
          <p:cNvSpPr>
            <a:spLocks noChangeShapeType="1"/>
          </p:cNvSpPr>
          <p:nvPr/>
        </p:nvSpPr>
        <p:spPr bwMode="auto">
          <a:xfrm flipV="1">
            <a:off x="5604524" y="1938337"/>
            <a:ext cx="712787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1" name="Line 183"/>
          <p:cNvSpPr>
            <a:spLocks noChangeShapeType="1"/>
          </p:cNvSpPr>
          <p:nvPr/>
        </p:nvSpPr>
        <p:spPr bwMode="auto">
          <a:xfrm flipV="1">
            <a:off x="3442349" y="3786187"/>
            <a:ext cx="712787" cy="266700"/>
          </a:xfrm>
          <a:prstGeom prst="line">
            <a:avLst/>
          </a:prstGeom>
          <a:noFill/>
          <a:ln w="28575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2" name="Line 184"/>
          <p:cNvSpPr>
            <a:spLocks noChangeShapeType="1"/>
          </p:cNvSpPr>
          <p:nvPr/>
        </p:nvSpPr>
        <p:spPr bwMode="auto">
          <a:xfrm flipV="1">
            <a:off x="3442349" y="3540125"/>
            <a:ext cx="722312" cy="4953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3" name="Line 185"/>
          <p:cNvSpPr>
            <a:spLocks noChangeShapeType="1"/>
          </p:cNvSpPr>
          <p:nvPr/>
        </p:nvSpPr>
        <p:spPr bwMode="auto">
          <a:xfrm flipV="1">
            <a:off x="4158311" y="3532187"/>
            <a:ext cx="7938" cy="6953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4" name="Line 186"/>
          <p:cNvSpPr>
            <a:spLocks noChangeShapeType="1"/>
          </p:cNvSpPr>
          <p:nvPr/>
        </p:nvSpPr>
        <p:spPr bwMode="auto">
          <a:xfrm flipV="1">
            <a:off x="4159899" y="4200525"/>
            <a:ext cx="144621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5" name="Line 187"/>
          <p:cNvSpPr>
            <a:spLocks noChangeShapeType="1"/>
          </p:cNvSpPr>
          <p:nvPr/>
        </p:nvSpPr>
        <p:spPr bwMode="auto">
          <a:xfrm flipV="1">
            <a:off x="5596586" y="4027487"/>
            <a:ext cx="7938" cy="1619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6" name="Line 188"/>
          <p:cNvSpPr>
            <a:spLocks noChangeShapeType="1"/>
          </p:cNvSpPr>
          <p:nvPr/>
        </p:nvSpPr>
        <p:spPr bwMode="auto">
          <a:xfrm flipV="1">
            <a:off x="5596586" y="3532187"/>
            <a:ext cx="722313" cy="4953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7" name="Text Box 189"/>
          <p:cNvSpPr txBox="1">
            <a:spLocks noChangeArrowheads="1"/>
          </p:cNvSpPr>
          <p:nvPr/>
        </p:nvSpPr>
        <p:spPr bwMode="auto">
          <a:xfrm>
            <a:off x="3532836" y="3233737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98" name="Text Box 190"/>
          <p:cNvSpPr txBox="1">
            <a:spLocks noChangeArrowheads="1"/>
          </p:cNvSpPr>
          <p:nvPr/>
        </p:nvSpPr>
        <p:spPr bwMode="auto">
          <a:xfrm>
            <a:off x="4534549" y="3635375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99" name="Line 191"/>
          <p:cNvSpPr>
            <a:spLocks noChangeShapeType="1"/>
          </p:cNvSpPr>
          <p:nvPr/>
        </p:nvSpPr>
        <p:spPr bwMode="auto">
          <a:xfrm>
            <a:off x="4164661" y="3986212"/>
            <a:ext cx="754063" cy="196850"/>
          </a:xfrm>
          <a:prstGeom prst="line">
            <a:avLst/>
          </a:prstGeom>
          <a:noFill/>
          <a:ln w="28575">
            <a:solidFill>
              <a:srgbClr val="FF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0" name="Line 192"/>
          <p:cNvSpPr>
            <a:spLocks noChangeShapeType="1"/>
          </p:cNvSpPr>
          <p:nvPr/>
        </p:nvSpPr>
        <p:spPr bwMode="auto">
          <a:xfrm>
            <a:off x="4939361" y="3986212"/>
            <a:ext cx="0" cy="24765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1" name="Line 193"/>
          <p:cNvSpPr>
            <a:spLocks noChangeShapeType="1"/>
          </p:cNvSpPr>
          <p:nvPr/>
        </p:nvSpPr>
        <p:spPr bwMode="auto">
          <a:xfrm>
            <a:off x="4931424" y="5949950"/>
            <a:ext cx="0" cy="66675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2" name="Line 194"/>
          <p:cNvSpPr>
            <a:spLocks noChangeShapeType="1"/>
          </p:cNvSpPr>
          <p:nvPr/>
        </p:nvSpPr>
        <p:spPr bwMode="auto">
          <a:xfrm>
            <a:off x="5599761" y="5332412"/>
            <a:ext cx="0" cy="63817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3" name="Line 195"/>
          <p:cNvSpPr>
            <a:spLocks noChangeShapeType="1"/>
          </p:cNvSpPr>
          <p:nvPr/>
        </p:nvSpPr>
        <p:spPr bwMode="auto">
          <a:xfrm>
            <a:off x="4940949" y="5969000"/>
            <a:ext cx="64770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204" name="Object 1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54600700"/>
              </p:ext>
            </p:extLst>
          </p:nvPr>
        </p:nvGraphicFramePr>
        <p:xfrm>
          <a:off x="5202886" y="6356350"/>
          <a:ext cx="555625" cy="501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84" name="Equation" r:id="rId6" imgW="393359" imgH="355292" progId="Equation.3">
                  <p:embed/>
                </p:oleObj>
              </mc:Choice>
              <mc:Fallback>
                <p:oleObj name="Equation" r:id="rId6" imgW="393359" imgH="355292" progId="Equation.3">
                  <p:embed/>
                  <p:pic>
                    <p:nvPicPr>
                      <p:cNvPr id="41037" name="Object 19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02886" y="6356350"/>
                        <a:ext cx="555625" cy="501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Line 197"/>
          <p:cNvSpPr>
            <a:spLocks noChangeShapeType="1"/>
          </p:cNvSpPr>
          <p:nvPr/>
        </p:nvSpPr>
        <p:spPr bwMode="auto">
          <a:xfrm>
            <a:off x="3435999" y="5959475"/>
            <a:ext cx="704850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6" name="Line 198"/>
          <p:cNvSpPr>
            <a:spLocks noChangeShapeType="1"/>
          </p:cNvSpPr>
          <p:nvPr/>
        </p:nvSpPr>
        <p:spPr bwMode="auto">
          <a:xfrm>
            <a:off x="4142436" y="4846637"/>
            <a:ext cx="809625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7" name="Line 199"/>
          <p:cNvSpPr>
            <a:spLocks noChangeShapeType="1"/>
          </p:cNvSpPr>
          <p:nvPr/>
        </p:nvSpPr>
        <p:spPr bwMode="auto">
          <a:xfrm>
            <a:off x="4944124" y="5324475"/>
            <a:ext cx="647700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8" name="Line 200"/>
          <p:cNvSpPr>
            <a:spLocks noChangeShapeType="1"/>
          </p:cNvSpPr>
          <p:nvPr/>
        </p:nvSpPr>
        <p:spPr bwMode="auto">
          <a:xfrm flipV="1">
            <a:off x="4945711" y="4821237"/>
            <a:ext cx="0" cy="485775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9" name="Line 201"/>
          <p:cNvSpPr>
            <a:spLocks noChangeShapeType="1"/>
          </p:cNvSpPr>
          <p:nvPr/>
        </p:nvSpPr>
        <p:spPr bwMode="auto">
          <a:xfrm flipV="1">
            <a:off x="4166249" y="4860925"/>
            <a:ext cx="0" cy="1095375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0" name="Text Box 202"/>
          <p:cNvSpPr txBox="1">
            <a:spLocks noChangeArrowheads="1"/>
          </p:cNvSpPr>
          <p:nvPr/>
        </p:nvSpPr>
        <p:spPr bwMode="auto">
          <a:xfrm>
            <a:off x="4315474" y="4806950"/>
            <a:ext cx="43497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66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66FF"/>
                </a:solidFill>
                <a:latin typeface="Times New Roman" panose="02020603050405020304" pitchFamily="18" charset="0"/>
              </a:rPr>
              <a:t>ce</a:t>
            </a:r>
          </a:p>
        </p:txBody>
      </p:sp>
      <p:sp>
        <p:nvSpPr>
          <p:cNvPr id="211" name="Arc 203"/>
          <p:cNvSpPr>
            <a:spLocks/>
          </p:cNvSpPr>
          <p:nvPr/>
        </p:nvSpPr>
        <p:spPr bwMode="auto">
          <a:xfrm>
            <a:off x="4053536" y="3427412"/>
            <a:ext cx="706438" cy="390525"/>
          </a:xfrm>
          <a:custGeom>
            <a:avLst/>
            <a:gdLst>
              <a:gd name="T0" fmla="*/ 0 w 24280"/>
              <a:gd name="T1" fmla="*/ 2147483646 h 21600"/>
              <a:gd name="T2" fmla="*/ 2147483646 w 24280"/>
              <a:gd name="T3" fmla="*/ 2147483646 h 21600"/>
              <a:gd name="T4" fmla="*/ 2147483646 w 24280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4280" h="21600" fill="none" extrusionOk="0">
                <a:moveTo>
                  <a:pt x="0" y="16759"/>
                </a:moveTo>
                <a:cubicBezTo>
                  <a:pt x="2256" y="6950"/>
                  <a:pt x="10986" y="-1"/>
                  <a:pt x="21051" y="0"/>
                </a:cubicBezTo>
                <a:cubicBezTo>
                  <a:pt x="22131" y="0"/>
                  <a:pt x="23211" y="81"/>
                  <a:pt x="24280" y="242"/>
                </a:cubicBezTo>
              </a:path>
              <a:path w="24280" h="21600" stroke="0" extrusionOk="0">
                <a:moveTo>
                  <a:pt x="0" y="16759"/>
                </a:moveTo>
                <a:cubicBezTo>
                  <a:pt x="2256" y="6950"/>
                  <a:pt x="10986" y="-1"/>
                  <a:pt x="21051" y="0"/>
                </a:cubicBezTo>
                <a:cubicBezTo>
                  <a:pt x="22131" y="0"/>
                  <a:pt x="23211" y="81"/>
                  <a:pt x="24280" y="242"/>
                </a:cubicBezTo>
                <a:lnTo>
                  <a:pt x="21051" y="21600"/>
                </a:lnTo>
                <a:lnTo>
                  <a:pt x="0" y="16759"/>
                </a:lnTo>
                <a:close/>
              </a:path>
            </a:pathLst>
          </a:custGeom>
          <a:noFill/>
          <a:ln w="19050">
            <a:solidFill>
              <a:schemeClr val="bg2"/>
            </a:solidFill>
            <a:round/>
            <a:headEnd type="stealth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12" name="Text Box 204"/>
          <p:cNvSpPr txBox="1">
            <a:spLocks noChangeArrowheads="1"/>
          </p:cNvSpPr>
          <p:nvPr/>
        </p:nvSpPr>
        <p:spPr bwMode="auto">
          <a:xfrm>
            <a:off x="4782199" y="3130550"/>
            <a:ext cx="4000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chemeClr val="bg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chemeClr val="bg2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213" name="Arc 205"/>
          <p:cNvSpPr>
            <a:spLocks/>
          </p:cNvSpPr>
          <p:nvPr/>
        </p:nvSpPr>
        <p:spPr bwMode="auto">
          <a:xfrm flipV="1">
            <a:off x="3740799" y="3849687"/>
            <a:ext cx="822325" cy="504825"/>
          </a:xfrm>
          <a:custGeom>
            <a:avLst/>
            <a:gdLst>
              <a:gd name="T0" fmla="*/ 0 w 21051"/>
              <a:gd name="T1" fmla="*/ 2147483646 h 21027"/>
              <a:gd name="T2" fmla="*/ 2147483646 w 21051"/>
              <a:gd name="T3" fmla="*/ 0 h 21027"/>
              <a:gd name="T4" fmla="*/ 2147483646 w 21051"/>
              <a:gd name="T5" fmla="*/ 2147483646 h 21027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051" h="21027" fill="none" extrusionOk="0">
                <a:moveTo>
                  <a:pt x="0" y="16186"/>
                </a:moveTo>
                <a:cubicBezTo>
                  <a:pt x="1845" y="8161"/>
                  <a:pt x="8093" y="1883"/>
                  <a:pt x="16108" y="-1"/>
                </a:cubicBezTo>
              </a:path>
              <a:path w="21051" h="21027" stroke="0" extrusionOk="0">
                <a:moveTo>
                  <a:pt x="0" y="16186"/>
                </a:moveTo>
                <a:cubicBezTo>
                  <a:pt x="1845" y="8161"/>
                  <a:pt x="8093" y="1883"/>
                  <a:pt x="16108" y="-1"/>
                </a:cubicBezTo>
                <a:lnTo>
                  <a:pt x="21051" y="21027"/>
                </a:lnTo>
                <a:lnTo>
                  <a:pt x="0" y="16186"/>
                </a:lnTo>
                <a:close/>
              </a:path>
            </a:pathLst>
          </a:custGeom>
          <a:noFill/>
          <a:ln w="19050">
            <a:solidFill>
              <a:srgbClr val="FF0000"/>
            </a:solidFill>
            <a:round/>
            <a:headEnd type="stealth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14" name="Text Box 206"/>
          <p:cNvSpPr txBox="1">
            <a:spLocks noChangeArrowheads="1"/>
          </p:cNvSpPr>
          <p:nvPr/>
        </p:nvSpPr>
        <p:spPr bwMode="auto">
          <a:xfrm>
            <a:off x="4315474" y="4149725"/>
            <a:ext cx="5143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mi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215" name="Rectangle 207"/>
          <p:cNvSpPr>
            <a:spLocks noChangeArrowheads="1"/>
          </p:cNvSpPr>
          <p:nvPr/>
        </p:nvSpPr>
        <p:spPr bwMode="auto">
          <a:xfrm>
            <a:off x="4983811" y="4230687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r>
              <a:rPr lang="fr-FR" altLang="fr-FR" sz="1200" baseline="-250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 baseline="-25000">
              <a:latin typeface="Times New Roman" panose="02020603050405020304" pitchFamily="18" charset="0"/>
            </a:endParaRPr>
          </a:p>
        </p:txBody>
      </p:sp>
      <p:sp>
        <p:nvSpPr>
          <p:cNvPr id="216" name="Rectangle 208"/>
          <p:cNvSpPr>
            <a:spLocks noChangeArrowheads="1"/>
          </p:cNvSpPr>
          <p:nvPr/>
        </p:nvSpPr>
        <p:spPr bwMode="auto">
          <a:xfrm>
            <a:off x="5061599" y="1546225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r>
              <a:rPr lang="fr-FR" altLang="fr-FR" sz="1200" baseline="-250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 baseline="-25000">
              <a:latin typeface="Times New Roman" panose="02020603050405020304" pitchFamily="18" charset="0"/>
            </a:endParaRPr>
          </a:p>
        </p:txBody>
      </p:sp>
      <p:grpSp>
        <p:nvGrpSpPr>
          <p:cNvPr id="217" name="Group 209"/>
          <p:cNvGrpSpPr>
            <a:grpSpLocks/>
          </p:cNvGrpSpPr>
          <p:nvPr/>
        </p:nvGrpSpPr>
        <p:grpSpPr bwMode="auto">
          <a:xfrm>
            <a:off x="7580961" y="3957637"/>
            <a:ext cx="3082925" cy="1428750"/>
            <a:chOff x="2996" y="1914"/>
            <a:chExt cx="1942" cy="900"/>
          </a:xfrm>
        </p:grpSpPr>
        <p:sp>
          <p:nvSpPr>
            <p:cNvPr id="218" name="Rectangle 210"/>
            <p:cNvSpPr>
              <a:spLocks noChangeArrowheads="1"/>
            </p:cNvSpPr>
            <p:nvPr/>
          </p:nvSpPr>
          <p:spPr bwMode="auto">
            <a:xfrm>
              <a:off x="4038" y="2292"/>
              <a:ext cx="900" cy="522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9" name="Text Box 211"/>
            <p:cNvSpPr txBox="1">
              <a:spLocks noChangeArrowheads="1"/>
            </p:cNvSpPr>
            <p:nvPr/>
          </p:nvSpPr>
          <p:spPr bwMode="auto">
            <a:xfrm>
              <a:off x="2996" y="1914"/>
              <a:ext cx="194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Full demagnetization if: t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0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&lt; T</a:t>
              </a:r>
            </a:p>
          </p:txBody>
        </p:sp>
        <p:graphicFrame>
          <p:nvGraphicFramePr>
            <p:cNvPr id="220" name="Object 212"/>
            <p:cNvGraphicFramePr>
              <a:graphicFrameLocks noChangeAspect="1"/>
            </p:cNvGraphicFramePr>
            <p:nvPr/>
          </p:nvGraphicFramePr>
          <p:xfrm>
            <a:off x="4071" y="2313"/>
            <a:ext cx="836" cy="4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185" name="Equation" r:id="rId8" imgW="749300" imgH="419100" progId="Equation.3">
                    <p:embed/>
                  </p:oleObj>
                </mc:Choice>
                <mc:Fallback>
                  <p:oleObj name="Equation" r:id="rId8" imgW="749300" imgH="419100" progId="Equation.3">
                    <p:embed/>
                    <p:pic>
                      <p:nvPicPr>
                        <p:cNvPr id="41072" name="Object 2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71" y="2313"/>
                          <a:ext cx="836" cy="4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21" name="Group 213"/>
          <p:cNvGrpSpPr>
            <a:grpSpLocks/>
          </p:cNvGrpSpPr>
          <p:nvPr/>
        </p:nvGrpSpPr>
        <p:grpSpPr bwMode="auto">
          <a:xfrm>
            <a:off x="6863411" y="4710112"/>
            <a:ext cx="4743450" cy="1704975"/>
            <a:chOff x="2574" y="2778"/>
            <a:chExt cx="2988" cy="1074"/>
          </a:xfrm>
        </p:grpSpPr>
        <p:sp>
          <p:nvSpPr>
            <p:cNvPr id="222" name="Oval 214"/>
            <p:cNvSpPr>
              <a:spLocks noChangeArrowheads="1"/>
            </p:cNvSpPr>
            <p:nvPr/>
          </p:nvSpPr>
          <p:spPr bwMode="auto">
            <a:xfrm>
              <a:off x="5040" y="3216"/>
              <a:ext cx="522" cy="636"/>
            </a:xfrm>
            <a:prstGeom prst="ellipse">
              <a:avLst/>
            </a:prstGeom>
            <a:solidFill>
              <a:schemeClr val="bg1"/>
            </a:solidFill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23" name="Group 215"/>
            <p:cNvGrpSpPr>
              <a:grpSpLocks/>
            </p:cNvGrpSpPr>
            <p:nvPr/>
          </p:nvGrpSpPr>
          <p:grpSpPr bwMode="auto">
            <a:xfrm>
              <a:off x="2574" y="2778"/>
              <a:ext cx="2892" cy="964"/>
              <a:chOff x="2574" y="2778"/>
              <a:chExt cx="2892" cy="964"/>
            </a:xfrm>
          </p:grpSpPr>
          <p:sp>
            <p:nvSpPr>
              <p:cNvPr id="224" name="Oval 216"/>
              <p:cNvSpPr>
                <a:spLocks noChangeArrowheads="1"/>
              </p:cNvSpPr>
              <p:nvPr/>
            </p:nvSpPr>
            <p:spPr bwMode="auto">
              <a:xfrm>
                <a:off x="2574" y="2778"/>
                <a:ext cx="1278" cy="444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aphicFrame>
            <p:nvGraphicFramePr>
              <p:cNvPr id="225" name="Object 217"/>
              <p:cNvGraphicFramePr>
                <a:graphicFrameLocks noChangeAspect="1"/>
              </p:cNvGraphicFramePr>
              <p:nvPr/>
            </p:nvGraphicFramePr>
            <p:xfrm>
              <a:off x="2643" y="2800"/>
              <a:ext cx="1007" cy="42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6186" name="Equation" r:id="rId10" imgW="990600" imgH="419100" progId="Equation.3">
                      <p:embed/>
                    </p:oleObj>
                  </mc:Choice>
                  <mc:Fallback>
                    <p:oleObj name="Equation" r:id="rId10" imgW="990600" imgH="419100" progId="Equation.3">
                      <p:embed/>
                      <p:pic>
                        <p:nvPicPr>
                          <p:cNvPr id="41068" name="Object 21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643" y="2800"/>
                            <a:ext cx="1007" cy="42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26" name="Object 218"/>
              <p:cNvGraphicFramePr>
                <a:graphicFrameLocks noChangeAspect="1"/>
              </p:cNvGraphicFramePr>
              <p:nvPr/>
            </p:nvGraphicFramePr>
            <p:xfrm>
              <a:off x="2922" y="3307"/>
              <a:ext cx="2544" cy="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6187" name="Equation" r:id="rId12" imgW="2006600" imgH="342900" progId="Equation.3">
                      <p:embed/>
                    </p:oleObj>
                  </mc:Choice>
                  <mc:Fallback>
                    <p:oleObj name="Equation" r:id="rId12" imgW="2006600" imgH="342900" progId="Equation.3">
                      <p:embed/>
                      <p:pic>
                        <p:nvPicPr>
                          <p:cNvPr id="41069" name="Object 21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22" y="3307"/>
                            <a:ext cx="2544" cy="43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graphicFrame>
        <p:nvGraphicFramePr>
          <p:cNvPr id="227" name="Object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0447050"/>
              </p:ext>
            </p:extLst>
          </p:nvPr>
        </p:nvGraphicFramePr>
        <p:xfrm>
          <a:off x="4520261" y="779462"/>
          <a:ext cx="679450" cy="425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88" name="Equation" r:id="rId14" imgW="609336" imgH="380835" progId="Equation.3">
                  <p:embed/>
                </p:oleObj>
              </mc:Choice>
              <mc:Fallback>
                <p:oleObj name="Equation" r:id="rId14" imgW="609336" imgH="380835" progId="Equation.3">
                  <p:embed/>
                  <p:pic>
                    <p:nvPicPr>
                      <p:cNvPr id="41052" name="Object 2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20261" y="779462"/>
                        <a:ext cx="679450" cy="425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8" name="Object 2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6741014"/>
              </p:ext>
            </p:extLst>
          </p:nvPr>
        </p:nvGraphicFramePr>
        <p:xfrm>
          <a:off x="3448699" y="663575"/>
          <a:ext cx="604837" cy="454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89" name="Equation" r:id="rId16" imgW="508000" imgH="381000" progId="Equation.3">
                  <p:embed/>
                </p:oleObj>
              </mc:Choice>
              <mc:Fallback>
                <p:oleObj name="Equation" r:id="rId16" imgW="508000" imgH="381000" progId="Equation.3">
                  <p:embed/>
                  <p:pic>
                    <p:nvPicPr>
                      <p:cNvPr id="41053" name="Object 2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48699" y="663575"/>
                        <a:ext cx="604837" cy="454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9" name="Picture 227"/>
          <p:cNvPicPr>
            <a:picLocks noChangeAspect="1" noChangeArrowheads="1"/>
          </p:cNvPicPr>
          <p:nvPr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4249" y="119062"/>
            <a:ext cx="3462337" cy="17383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30" name="Group 219"/>
          <p:cNvGrpSpPr>
            <a:grpSpLocks/>
          </p:cNvGrpSpPr>
          <p:nvPr/>
        </p:nvGrpSpPr>
        <p:grpSpPr bwMode="auto">
          <a:xfrm>
            <a:off x="9431986" y="1554162"/>
            <a:ext cx="2176463" cy="2182813"/>
            <a:chOff x="3040" y="328"/>
            <a:chExt cx="1491" cy="1495"/>
          </a:xfrm>
        </p:grpSpPr>
        <p:grpSp>
          <p:nvGrpSpPr>
            <p:cNvPr id="231" name="Group 220"/>
            <p:cNvGrpSpPr>
              <a:grpSpLocks/>
            </p:cNvGrpSpPr>
            <p:nvPr/>
          </p:nvGrpSpPr>
          <p:grpSpPr bwMode="auto">
            <a:xfrm>
              <a:off x="3040" y="328"/>
              <a:ext cx="1491" cy="968"/>
              <a:chOff x="3040" y="328"/>
              <a:chExt cx="1491" cy="968"/>
            </a:xfrm>
          </p:grpSpPr>
          <p:graphicFrame>
            <p:nvGraphicFramePr>
              <p:cNvPr id="233" name="Object 221"/>
              <p:cNvGraphicFramePr>
                <a:graphicFrameLocks noChangeAspect="1"/>
              </p:cNvGraphicFramePr>
              <p:nvPr/>
            </p:nvGraphicFramePr>
            <p:xfrm>
              <a:off x="3112" y="380"/>
              <a:ext cx="494" cy="39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6190" name="Equation" r:id="rId19" imgW="482391" imgH="380835" progId="Equation.3">
                      <p:embed/>
                    </p:oleObj>
                  </mc:Choice>
                  <mc:Fallback>
                    <p:oleObj name="Equation" r:id="rId19" imgW="482391" imgH="380835" progId="Equation.3">
                      <p:embed/>
                      <p:pic>
                        <p:nvPicPr>
                          <p:cNvPr id="41062" name="Object 22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112" y="380"/>
                            <a:ext cx="494" cy="390"/>
                          </a:xfrm>
                          <a:prstGeom prst="rect">
                            <a:avLst/>
                          </a:prstGeom>
                          <a:solidFill>
                            <a:srgbClr val="FFFFFF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34" name="Object 222"/>
              <p:cNvGraphicFramePr>
                <a:graphicFrameLocks noChangeAspect="1"/>
              </p:cNvGraphicFramePr>
              <p:nvPr/>
            </p:nvGraphicFramePr>
            <p:xfrm>
              <a:off x="3881" y="328"/>
              <a:ext cx="585" cy="50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6191" name="Equation" r:id="rId21" imgW="444307" imgH="380835" progId="Equation.3">
                      <p:embed/>
                    </p:oleObj>
                  </mc:Choice>
                  <mc:Fallback>
                    <p:oleObj name="Equation" r:id="rId21" imgW="444307" imgH="380835" progId="Equation.3">
                      <p:embed/>
                      <p:pic>
                        <p:nvPicPr>
                          <p:cNvPr id="41063" name="Object 22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81" y="328"/>
                            <a:ext cx="585" cy="501"/>
                          </a:xfrm>
                          <a:prstGeom prst="rect">
                            <a:avLst/>
                          </a:prstGeom>
                          <a:solidFill>
                            <a:srgbClr val="FFFFFF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35" name="Object 223"/>
              <p:cNvGraphicFramePr>
                <a:graphicFrameLocks noChangeAspect="1"/>
              </p:cNvGraphicFramePr>
              <p:nvPr/>
            </p:nvGraphicFramePr>
            <p:xfrm>
              <a:off x="3040" y="793"/>
              <a:ext cx="1491" cy="50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6192" name="Equation" r:id="rId23" imgW="1129810" imgH="380835" progId="Equation.3">
                      <p:embed/>
                    </p:oleObj>
                  </mc:Choice>
                  <mc:Fallback>
                    <p:oleObj name="Equation" r:id="rId23" imgW="1129810" imgH="380835" progId="Equation.3">
                      <p:embed/>
                      <p:pic>
                        <p:nvPicPr>
                          <p:cNvPr id="41064" name="Object 22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040" y="793"/>
                            <a:ext cx="1491" cy="503"/>
                          </a:xfrm>
                          <a:prstGeom prst="rect">
                            <a:avLst/>
                          </a:prstGeom>
                          <a:solidFill>
                            <a:srgbClr val="FFFFFF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232" name="Object 224"/>
            <p:cNvGraphicFramePr>
              <a:graphicFrameLocks noChangeAspect="1"/>
            </p:cNvGraphicFramePr>
            <p:nvPr/>
          </p:nvGraphicFramePr>
          <p:xfrm>
            <a:off x="3072" y="1366"/>
            <a:ext cx="1389" cy="4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193" name="Equation" r:id="rId25" imgW="1117600" imgH="368300" progId="Equation.3">
                    <p:embed/>
                  </p:oleObj>
                </mc:Choice>
                <mc:Fallback>
                  <p:oleObj name="Equation" r:id="rId25" imgW="1117600" imgH="368300" progId="Equation.3">
                    <p:embed/>
                    <p:pic>
                      <p:nvPicPr>
                        <p:cNvPr id="41061" name="Object 2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2" y="1366"/>
                          <a:ext cx="1389" cy="457"/>
                        </a:xfrm>
                        <a:prstGeom prst="rect">
                          <a:avLst/>
                        </a:prstGeom>
                        <a:solidFill>
                          <a:srgbClr val="FFFFFF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36" name="Object 2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4289745"/>
              </p:ext>
            </p:extLst>
          </p:nvPr>
        </p:nvGraphicFramePr>
        <p:xfrm>
          <a:off x="2710511" y="1706562"/>
          <a:ext cx="782638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94" name="Equation" r:id="rId27" imgW="914400" imgH="533400" progId="Equation.3">
                  <p:embed/>
                </p:oleObj>
              </mc:Choice>
              <mc:Fallback>
                <p:oleObj name="Equation" r:id="rId27" imgW="914400" imgH="533400" progId="Equation.3">
                  <p:embed/>
                  <p:pic>
                    <p:nvPicPr>
                      <p:cNvPr id="286948" name="Object 2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10511" y="1706562"/>
                        <a:ext cx="782638" cy="4572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7" name="Object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85245522"/>
              </p:ext>
            </p:extLst>
          </p:nvPr>
        </p:nvGraphicFramePr>
        <p:xfrm>
          <a:off x="4877449" y="1714500"/>
          <a:ext cx="6000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95" name="Equation" r:id="rId29" imgW="622030" imgH="355446" progId="Equation.3">
                  <p:embed/>
                </p:oleObj>
              </mc:Choice>
              <mc:Fallback>
                <p:oleObj name="Equation" r:id="rId29" imgW="622030" imgH="355446" progId="Equation.3">
                  <p:embed/>
                  <p:pic>
                    <p:nvPicPr>
                      <p:cNvPr id="286949" name="Object 2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7449" y="1714500"/>
                        <a:ext cx="600075" cy="3429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8" name="Object 2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61984329"/>
              </p:ext>
            </p:extLst>
          </p:nvPr>
        </p:nvGraphicFramePr>
        <p:xfrm>
          <a:off x="6418911" y="2308225"/>
          <a:ext cx="2608263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96" name="Equation" r:id="rId31" imgW="1257300" imgH="190500" progId="Equation.3">
                  <p:embed/>
                </p:oleObj>
              </mc:Choice>
              <mc:Fallback>
                <p:oleObj name="Equation" r:id="rId31" imgW="1257300" imgH="190500" progId="Equation.3">
                  <p:embed/>
                  <p:pic>
                    <p:nvPicPr>
                      <p:cNvPr id="286950" name="Object 2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18911" y="2308225"/>
                        <a:ext cx="2608263" cy="395287"/>
                      </a:xfrm>
                      <a:prstGeom prst="rect">
                        <a:avLst/>
                      </a:prstGeom>
                      <a:solidFill>
                        <a:srgbClr val="FFCCFF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9" name="ZoneTexte 238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6544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study: voltage transfer</a:t>
            </a: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Rectangle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9846898"/>
              </p:ext>
            </p:extLst>
          </p:nvPr>
        </p:nvGraphicFramePr>
        <p:xfrm>
          <a:off x="4440776" y="4015049"/>
          <a:ext cx="151765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Équation" r:id="rId3" imgW="571252" imgH="203112" progId="Equation.3">
                  <p:embed/>
                </p:oleObj>
              </mc:Choice>
              <mc:Fallback>
                <p:oleObj name="Équation" r:id="rId3" imgW="571252" imgH="203112" progId="Equation.3">
                  <p:embed/>
                  <p:pic>
                    <p:nvPicPr>
                      <p:cNvPr id="41988" name="Rectangle 3"/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40776" y="4015049"/>
                        <a:ext cx="1517650" cy="539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7"/>
          <p:cNvGrpSpPr>
            <a:grpSpLocks/>
          </p:cNvGrpSpPr>
          <p:nvPr/>
        </p:nvGrpSpPr>
        <p:grpSpPr bwMode="auto">
          <a:xfrm>
            <a:off x="4329651" y="2502161"/>
            <a:ext cx="76200" cy="1219200"/>
            <a:chOff x="226" y="1089"/>
            <a:chExt cx="48" cy="768"/>
          </a:xfrm>
        </p:grpSpPr>
        <p:sp>
          <p:nvSpPr>
            <p:cNvPr id="12" name="Freeform 8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9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0"/>
          <p:cNvGrpSpPr>
            <a:grpSpLocks/>
          </p:cNvGrpSpPr>
          <p:nvPr/>
        </p:nvGrpSpPr>
        <p:grpSpPr bwMode="auto">
          <a:xfrm>
            <a:off x="4304251" y="3257811"/>
            <a:ext cx="3883025" cy="63500"/>
            <a:chOff x="210" y="1793"/>
            <a:chExt cx="2446" cy="40"/>
          </a:xfrm>
        </p:grpSpPr>
        <p:sp>
          <p:nvSpPr>
            <p:cNvPr id="15" name="Freeform 11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2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" name="Line 13"/>
          <p:cNvSpPr>
            <a:spLocks noChangeShapeType="1"/>
          </p:cNvSpPr>
          <p:nvPr/>
        </p:nvSpPr>
        <p:spPr bwMode="auto">
          <a:xfrm flipV="1">
            <a:off x="4377276" y="2591061"/>
            <a:ext cx="712787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Rectangle 14"/>
          <p:cNvSpPr>
            <a:spLocks noChangeArrowheads="1"/>
          </p:cNvSpPr>
          <p:nvPr/>
        </p:nvSpPr>
        <p:spPr bwMode="auto">
          <a:xfrm>
            <a:off x="4139151" y="2413261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Rectangle 15"/>
          <p:cNvSpPr>
            <a:spLocks noChangeArrowheads="1"/>
          </p:cNvSpPr>
          <p:nvPr/>
        </p:nvSpPr>
        <p:spPr bwMode="auto">
          <a:xfrm>
            <a:off x="4202651" y="2502161"/>
            <a:ext cx="698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Rectangle 16"/>
          <p:cNvSpPr>
            <a:spLocks noChangeArrowheads="1"/>
          </p:cNvSpPr>
          <p:nvPr/>
        </p:nvSpPr>
        <p:spPr bwMode="auto">
          <a:xfrm>
            <a:off x="4977351" y="3394336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7"/>
          <p:cNvSpPr>
            <a:spLocks noChangeArrowheads="1"/>
          </p:cNvSpPr>
          <p:nvPr/>
        </p:nvSpPr>
        <p:spPr bwMode="auto">
          <a:xfrm>
            <a:off x="6423563" y="3330836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8"/>
          <p:cNvSpPr>
            <a:spLocks noChangeArrowheads="1"/>
          </p:cNvSpPr>
          <p:nvPr/>
        </p:nvSpPr>
        <p:spPr bwMode="auto">
          <a:xfrm>
            <a:off x="4837651" y="3381636"/>
            <a:ext cx="968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9"/>
          <p:cNvSpPr>
            <a:spLocks noChangeArrowheads="1"/>
          </p:cNvSpPr>
          <p:nvPr/>
        </p:nvSpPr>
        <p:spPr bwMode="auto">
          <a:xfrm>
            <a:off x="8022176" y="2953011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20"/>
          <p:cNvSpPr>
            <a:spLocks noChangeArrowheads="1"/>
          </p:cNvSpPr>
          <p:nvPr/>
        </p:nvSpPr>
        <p:spPr bwMode="auto">
          <a:xfrm>
            <a:off x="4266151" y="3368936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Line 21"/>
          <p:cNvSpPr>
            <a:spLocks noChangeShapeType="1"/>
          </p:cNvSpPr>
          <p:nvPr/>
        </p:nvSpPr>
        <p:spPr bwMode="auto">
          <a:xfrm>
            <a:off x="5090063" y="2600586"/>
            <a:ext cx="1430338" cy="2635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 flipV="1">
            <a:off x="6521988" y="2592649"/>
            <a:ext cx="712788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3"/>
          <p:cNvGrpSpPr>
            <a:grpSpLocks/>
          </p:cNvGrpSpPr>
          <p:nvPr/>
        </p:nvGrpSpPr>
        <p:grpSpPr bwMode="auto">
          <a:xfrm>
            <a:off x="6352126" y="3602299"/>
            <a:ext cx="1304925" cy="714375"/>
            <a:chOff x="1591" y="1873"/>
            <a:chExt cx="822" cy="450"/>
          </a:xfrm>
        </p:grpSpPr>
        <p:sp>
          <p:nvSpPr>
            <p:cNvPr id="28" name="AutoShape 24"/>
            <p:cNvSpPr>
              <a:spLocks/>
            </p:cNvSpPr>
            <p:nvPr/>
          </p:nvSpPr>
          <p:spPr bwMode="auto">
            <a:xfrm>
              <a:off x="1591" y="1873"/>
              <a:ext cx="822" cy="450"/>
            </a:xfrm>
            <a:prstGeom prst="borderCallout1">
              <a:avLst>
                <a:gd name="adj1" fmla="val 16000"/>
                <a:gd name="adj2" fmla="val -5838"/>
                <a:gd name="adj3" fmla="val -121333"/>
                <a:gd name="adj4" fmla="val -56204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9" name="Object 25"/>
            <p:cNvGraphicFramePr>
              <a:graphicFrameLocks noChangeAspect="1"/>
            </p:cNvGraphicFramePr>
            <p:nvPr/>
          </p:nvGraphicFramePr>
          <p:xfrm>
            <a:off x="1633" y="1895"/>
            <a:ext cx="777" cy="41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62" name="Equation" r:id="rId5" imgW="647419" imgH="342751" progId="Equation.3">
                    <p:embed/>
                  </p:oleObj>
                </mc:Choice>
                <mc:Fallback>
                  <p:oleObj name="Equation" r:id="rId5" imgW="647419" imgH="342751" progId="Equation.3">
                    <p:embed/>
                    <p:pic>
                      <p:nvPicPr>
                        <p:cNvPr id="42013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33" y="1895"/>
                          <a:ext cx="777" cy="41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30" name="Object 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1006878"/>
              </p:ext>
            </p:extLst>
          </p:nvPr>
        </p:nvGraphicFramePr>
        <p:xfrm>
          <a:off x="4775738" y="4818324"/>
          <a:ext cx="3281363" cy="67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3" name="Equation" r:id="rId7" imgW="1663700" imgH="342900" progId="Equation.3">
                  <p:embed/>
                </p:oleObj>
              </mc:Choice>
              <mc:Fallback>
                <p:oleObj name="Equation" r:id="rId7" imgW="1663700" imgH="342900" progId="Equation.3">
                  <p:embed/>
                  <p:pic>
                    <p:nvPicPr>
                      <p:cNvPr id="28777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5738" y="4818324"/>
                        <a:ext cx="3281363" cy="676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1" name="Group 27"/>
          <p:cNvGrpSpPr>
            <a:grpSpLocks/>
          </p:cNvGrpSpPr>
          <p:nvPr/>
        </p:nvGrpSpPr>
        <p:grpSpPr bwMode="auto">
          <a:xfrm>
            <a:off x="9027063" y="4705611"/>
            <a:ext cx="1733550" cy="828675"/>
            <a:chOff x="3276" y="2568"/>
            <a:chExt cx="1092" cy="522"/>
          </a:xfrm>
        </p:grpSpPr>
        <p:sp>
          <p:nvSpPr>
            <p:cNvPr id="32" name="Rectangle 28"/>
            <p:cNvSpPr>
              <a:spLocks noChangeArrowheads="1"/>
            </p:cNvSpPr>
            <p:nvPr/>
          </p:nvSpPr>
          <p:spPr bwMode="auto">
            <a:xfrm>
              <a:off x="3276" y="2568"/>
              <a:ext cx="1092" cy="522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3" name="Text Box 29"/>
            <p:cNvSpPr txBox="1">
              <a:spLocks noChangeArrowheads="1"/>
            </p:cNvSpPr>
            <p:nvPr/>
          </p:nvSpPr>
          <p:spPr bwMode="auto">
            <a:xfrm>
              <a:off x="3284" y="2674"/>
              <a:ext cx="1014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400" b="1" i="1">
                  <a:latin typeface="Times New Roman" panose="02020603050405020304" pitchFamily="18" charset="0"/>
                </a:rPr>
                <a:t>V</a:t>
              </a:r>
              <a:r>
                <a:rPr lang="fr-FR" altLang="fr-FR" sz="2400" b="1" i="1" baseline="-25000">
                  <a:latin typeface="Times New Roman" panose="02020603050405020304" pitchFamily="18" charset="0"/>
                </a:rPr>
                <a:t>S</a:t>
              </a:r>
              <a:r>
                <a:rPr lang="fr-FR" altLang="fr-FR" sz="2400" b="1" i="1">
                  <a:latin typeface="Times New Roman" panose="02020603050405020304" pitchFamily="18" charset="0"/>
                </a:rPr>
                <a:t> = </a:t>
              </a:r>
              <a:r>
                <a:rPr lang="fr-FR" altLang="fr-FR" sz="2400" b="1" i="1">
                  <a:latin typeface="Symbol" panose="05050102010706020507" pitchFamily="18" charset="2"/>
                </a:rPr>
                <a:t>a</a:t>
              </a:r>
              <a:r>
                <a:rPr lang="fr-FR" altLang="fr-FR" sz="2400" b="1" i="1">
                  <a:latin typeface="Times New Roman" panose="02020603050405020304" pitchFamily="18" charset="0"/>
                </a:rPr>
                <a:t>.m.E</a:t>
              </a:r>
            </a:p>
          </p:txBody>
        </p:sp>
      </p:grpSp>
      <p:grpSp>
        <p:nvGrpSpPr>
          <p:cNvPr id="34" name="Group 30"/>
          <p:cNvGrpSpPr>
            <a:grpSpLocks/>
          </p:cNvGrpSpPr>
          <p:nvPr/>
        </p:nvGrpSpPr>
        <p:grpSpPr bwMode="auto">
          <a:xfrm>
            <a:off x="5559963" y="1714761"/>
            <a:ext cx="1762125" cy="714375"/>
            <a:chOff x="1020" y="714"/>
            <a:chExt cx="1110" cy="450"/>
          </a:xfrm>
        </p:grpSpPr>
        <p:sp>
          <p:nvSpPr>
            <p:cNvPr id="35" name="AutoShape 31"/>
            <p:cNvSpPr>
              <a:spLocks/>
            </p:cNvSpPr>
            <p:nvPr/>
          </p:nvSpPr>
          <p:spPr bwMode="auto">
            <a:xfrm>
              <a:off x="1020" y="714"/>
              <a:ext cx="1110" cy="450"/>
            </a:xfrm>
            <a:prstGeom prst="borderCallout1">
              <a:avLst>
                <a:gd name="adj1" fmla="val 16000"/>
                <a:gd name="adj2" fmla="val -4324"/>
                <a:gd name="adj3" fmla="val 128000"/>
                <a:gd name="adj4" fmla="val -42704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36" name="Object 32"/>
            <p:cNvGraphicFramePr>
              <a:graphicFrameLocks noChangeAspect="1"/>
            </p:cNvGraphicFramePr>
            <p:nvPr/>
          </p:nvGraphicFramePr>
          <p:xfrm>
            <a:off x="1093" y="732"/>
            <a:ext cx="994" cy="42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64" name="Equation" r:id="rId9" imgW="799753" imgH="342751" progId="Equation.3">
                    <p:embed/>
                  </p:oleObj>
                </mc:Choice>
                <mc:Fallback>
                  <p:oleObj name="Equation" r:id="rId9" imgW="799753" imgH="342751" progId="Equation.3">
                    <p:embed/>
                    <p:pic>
                      <p:nvPicPr>
                        <p:cNvPr id="42009" name="Object 3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93" y="732"/>
                          <a:ext cx="994" cy="42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7" name="ZoneTexte 36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1340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0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: Components sizing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4193882" y="2151856"/>
            <a:ext cx="5521833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b="1" i="1" dirty="0">
                <a:latin typeface="Times New Roman" panose="02020603050405020304" pitchFamily="18" charset="0"/>
              </a:rPr>
              <a:t>Filtering capacitor: C</a:t>
            </a:r>
            <a:r>
              <a:rPr lang="en-CA" altLang="fr-FR" b="1" i="1" baseline="-25000" dirty="0">
                <a:latin typeface="Times New Roman" panose="02020603050405020304" pitchFamily="18" charset="0"/>
              </a:rPr>
              <a:t>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CA" altLang="fr-FR" b="1" i="1" dirty="0">
              <a:latin typeface="Times New Roman" panose="02020603050405020304" pitchFamily="18" charset="0"/>
            </a:endParaRPr>
          </a:p>
          <a:p>
            <a:pPr marL="457200" indent="-457200"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b="1" i="1" dirty="0">
                <a:latin typeface="Times New Roman" panose="02020603050405020304" pitchFamily="18" charset="0"/>
              </a:rPr>
              <a:t>Transformer =&gt; Ae.SB</a:t>
            </a:r>
            <a:br>
              <a:rPr lang="en-CA" altLang="fr-FR" b="1" i="1" dirty="0">
                <a:latin typeface="Times New Roman" panose="02020603050405020304" pitchFamily="18" charset="0"/>
              </a:rPr>
            </a:br>
            <a:endParaRPr lang="en-CA" altLang="fr-FR" b="1" i="1" dirty="0">
              <a:latin typeface="Times New Roman" panose="02020603050405020304" pitchFamily="18" charset="0"/>
            </a:endParaRPr>
          </a:p>
          <a:p>
            <a:pPr marL="457200" indent="-457200"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b="1" i="1" dirty="0">
                <a:latin typeface="Times New Roman" panose="02020603050405020304" pitchFamily="18" charset="0"/>
              </a:rPr>
              <a:t>Output inductance =&gt; Ae.SB</a:t>
            </a:r>
            <a:endParaRPr lang="en-CA" altLang="fr-FR" b="1" i="1" baseline="-25000" dirty="0">
              <a:latin typeface="Times New Roman" panose="02020603050405020304" pitchFamily="18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1815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Filtering capacitor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8854" y="1252587"/>
            <a:ext cx="1628775" cy="1808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Picture 8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2779" y="1341487"/>
            <a:ext cx="4392613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24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3179" y="3524299"/>
            <a:ext cx="3789363" cy="134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Freeform 26"/>
          <p:cNvSpPr>
            <a:spLocks/>
          </p:cNvSpPr>
          <p:nvPr/>
        </p:nvSpPr>
        <p:spPr bwMode="auto">
          <a:xfrm>
            <a:off x="8114929" y="3136949"/>
            <a:ext cx="1000125" cy="142875"/>
          </a:xfrm>
          <a:custGeom>
            <a:avLst/>
            <a:gdLst>
              <a:gd name="T0" fmla="*/ 0 w 630"/>
              <a:gd name="T1" fmla="*/ 2147483646 h 72"/>
              <a:gd name="T2" fmla="*/ 2147483646 w 630"/>
              <a:gd name="T3" fmla="*/ 0 h 72"/>
              <a:gd name="T4" fmla="*/ 2147483646 w 630"/>
              <a:gd name="T5" fmla="*/ 2147483646 h 7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30" h="72">
                <a:moveTo>
                  <a:pt x="0" y="72"/>
                </a:moveTo>
                <a:lnTo>
                  <a:pt x="198" y="0"/>
                </a:lnTo>
                <a:lnTo>
                  <a:pt x="630" y="72"/>
                </a:lnTo>
              </a:path>
            </a:pathLst>
          </a:custGeom>
          <a:solidFill>
            <a:srgbClr val="FF66FF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4" name="Group 39"/>
          <p:cNvGrpSpPr>
            <a:grpSpLocks/>
          </p:cNvGrpSpPr>
          <p:nvPr/>
        </p:nvGrpSpPr>
        <p:grpSpPr bwMode="auto">
          <a:xfrm>
            <a:off x="3452442" y="1470074"/>
            <a:ext cx="8348662" cy="4032250"/>
            <a:chOff x="429" y="864"/>
            <a:chExt cx="5259" cy="2540"/>
          </a:xfrm>
        </p:grpSpPr>
        <p:graphicFrame>
          <p:nvGraphicFramePr>
            <p:cNvPr id="15" name="Object 27"/>
            <p:cNvGraphicFramePr>
              <a:graphicFrameLocks noChangeAspect="1"/>
            </p:cNvGraphicFramePr>
            <p:nvPr/>
          </p:nvGraphicFramePr>
          <p:xfrm>
            <a:off x="429" y="3033"/>
            <a:ext cx="1622" cy="3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100" name="Equation" r:id="rId6" imgW="1497950" imgH="342751" progId="Equation.3">
                    <p:embed/>
                  </p:oleObj>
                </mc:Choice>
                <mc:Fallback>
                  <p:oleObj name="Equation" r:id="rId6" imgW="1497950" imgH="342751" progId="Equation.3">
                    <p:embed/>
                    <p:pic>
                      <p:nvPicPr>
                        <p:cNvPr id="44059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9" y="3033"/>
                          <a:ext cx="1622" cy="3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" name="Line 29"/>
            <p:cNvSpPr>
              <a:spLocks noChangeShapeType="1"/>
            </p:cNvSpPr>
            <p:nvPr/>
          </p:nvSpPr>
          <p:spPr bwMode="auto">
            <a:xfrm>
              <a:off x="3492" y="900"/>
              <a:ext cx="181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30"/>
            <p:cNvSpPr>
              <a:spLocks noChangeShapeType="1"/>
            </p:cNvSpPr>
            <p:nvPr/>
          </p:nvSpPr>
          <p:spPr bwMode="auto">
            <a:xfrm>
              <a:off x="3499" y="1081"/>
              <a:ext cx="181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31"/>
            <p:cNvSpPr>
              <a:spLocks noChangeShapeType="1"/>
            </p:cNvSpPr>
            <p:nvPr/>
          </p:nvSpPr>
          <p:spPr bwMode="auto">
            <a:xfrm>
              <a:off x="5304" y="906"/>
              <a:ext cx="0" cy="168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Box 32"/>
            <p:cNvSpPr txBox="1">
              <a:spLocks noChangeArrowheads="1"/>
            </p:cNvSpPr>
            <p:nvPr/>
          </p:nvSpPr>
          <p:spPr bwMode="auto">
            <a:xfrm>
              <a:off x="5328" y="864"/>
              <a:ext cx="3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pic>
        <p:nvPicPr>
          <p:cNvPr id="20" name="Picture 23"/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0167" y="5149899"/>
            <a:ext cx="1789112" cy="939800"/>
          </a:xfrm>
          <a:prstGeom prst="rect">
            <a:avLst/>
          </a:prstGeom>
          <a:solidFill>
            <a:srgbClr val="FFCC00"/>
          </a:solidFill>
          <a:ln w="15875">
            <a:solidFill>
              <a:srgbClr val="FF6600"/>
            </a:solidFill>
            <a:miter lim="800000"/>
            <a:headEnd/>
            <a:tailEnd/>
          </a:ln>
        </p:spPr>
      </p:pic>
      <p:sp>
        <p:nvSpPr>
          <p:cNvPr id="21" name="AutoShape 34"/>
          <p:cNvSpPr>
            <a:spLocks noChangeArrowheads="1"/>
          </p:cNvSpPr>
          <p:nvPr/>
        </p:nvSpPr>
        <p:spPr bwMode="auto">
          <a:xfrm>
            <a:off x="7016379" y="5319762"/>
            <a:ext cx="1944688" cy="792162"/>
          </a:xfrm>
          <a:prstGeom prst="rightArrow">
            <a:avLst>
              <a:gd name="adj1" fmla="val 50000"/>
              <a:gd name="adj2" fmla="val 61373"/>
            </a:avLst>
          </a:prstGeom>
          <a:solidFill>
            <a:srgbClr val="FF66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Text Box 36"/>
          <p:cNvSpPr txBox="1">
            <a:spLocks noChangeArrowheads="1"/>
          </p:cNvSpPr>
          <p:nvPr/>
        </p:nvSpPr>
        <p:spPr bwMode="auto">
          <a:xfrm>
            <a:off x="3209554" y="5832524"/>
            <a:ext cx="361950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CA" altLang="fr-FR" sz="2000" i="1" dirty="0">
                <a:latin typeface="Times New Roman" panose="02020603050405020304" pitchFamily="18" charset="0"/>
              </a:rPr>
              <a:t>Max ripple for </a:t>
            </a:r>
            <a:r>
              <a:rPr lang="en-CA" altLang="fr-FR" sz="2000" i="1" dirty="0">
                <a:latin typeface="Symbol" panose="05050102010706020507" pitchFamily="18" charset="2"/>
              </a:rPr>
              <a:t>a</a:t>
            </a:r>
            <a:r>
              <a:rPr lang="en-CA" altLang="fr-FR" sz="2000" i="1" dirty="0">
                <a:latin typeface="Times New Roman" panose="02020603050405020304" pitchFamily="18" charset="0"/>
              </a:rPr>
              <a:t> = 0.5</a:t>
            </a:r>
          </a:p>
        </p:txBody>
      </p:sp>
      <p:grpSp>
        <p:nvGrpSpPr>
          <p:cNvPr id="23" name="Group 38"/>
          <p:cNvGrpSpPr>
            <a:grpSpLocks/>
          </p:cNvGrpSpPr>
          <p:nvPr/>
        </p:nvGrpSpPr>
        <p:grpSpPr bwMode="auto">
          <a:xfrm>
            <a:off x="7070354" y="3570337"/>
            <a:ext cx="4460875" cy="1117600"/>
            <a:chOff x="2708" y="2187"/>
            <a:chExt cx="2810" cy="704"/>
          </a:xfrm>
        </p:grpSpPr>
        <p:sp>
          <p:nvSpPr>
            <p:cNvPr id="24" name="Arc 9"/>
            <p:cNvSpPr>
              <a:spLocks/>
            </p:cNvSpPr>
            <p:nvPr/>
          </p:nvSpPr>
          <p:spPr bwMode="auto">
            <a:xfrm flipV="1">
              <a:off x="3091" y="2322"/>
              <a:ext cx="486" cy="118"/>
            </a:xfrm>
            <a:custGeom>
              <a:avLst/>
              <a:gdLst>
                <a:gd name="T0" fmla="*/ 0 w 35189"/>
                <a:gd name="T1" fmla="*/ 0 h 21600"/>
                <a:gd name="T2" fmla="*/ 0 w 35189"/>
                <a:gd name="T3" fmla="*/ 0 h 21600"/>
                <a:gd name="T4" fmla="*/ 0 w 35189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5189" h="21600" fill="none" extrusionOk="0">
                  <a:moveTo>
                    <a:pt x="0" y="9838"/>
                  </a:moveTo>
                  <a:cubicBezTo>
                    <a:pt x="3983" y="3702"/>
                    <a:pt x="10801" y="-1"/>
                    <a:pt x="18117" y="0"/>
                  </a:cubicBezTo>
                  <a:cubicBezTo>
                    <a:pt x="24795" y="0"/>
                    <a:pt x="31097" y="3088"/>
                    <a:pt x="35188" y="8367"/>
                  </a:cubicBezTo>
                </a:path>
                <a:path w="35189" h="21600" stroke="0" extrusionOk="0">
                  <a:moveTo>
                    <a:pt x="0" y="9838"/>
                  </a:moveTo>
                  <a:cubicBezTo>
                    <a:pt x="3983" y="3702"/>
                    <a:pt x="10801" y="-1"/>
                    <a:pt x="18117" y="0"/>
                  </a:cubicBezTo>
                  <a:cubicBezTo>
                    <a:pt x="24795" y="0"/>
                    <a:pt x="31097" y="3088"/>
                    <a:pt x="35188" y="8367"/>
                  </a:cubicBezTo>
                  <a:lnTo>
                    <a:pt x="18117" y="21600"/>
                  </a:lnTo>
                  <a:lnTo>
                    <a:pt x="0" y="9838"/>
                  </a:lnTo>
                  <a:close/>
                </a:path>
              </a:pathLst>
            </a:custGeom>
            <a:noFill/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5" name="Line 10"/>
            <p:cNvSpPr>
              <a:spLocks noChangeShapeType="1"/>
            </p:cNvSpPr>
            <p:nvPr/>
          </p:nvSpPr>
          <p:spPr bwMode="auto">
            <a:xfrm>
              <a:off x="3095" y="2187"/>
              <a:ext cx="0" cy="68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11"/>
            <p:cNvSpPr>
              <a:spLocks noChangeShapeType="1"/>
            </p:cNvSpPr>
            <p:nvPr/>
          </p:nvSpPr>
          <p:spPr bwMode="auto">
            <a:xfrm>
              <a:off x="3026" y="2784"/>
              <a:ext cx="2492" cy="1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2"/>
            <p:cNvSpPr>
              <a:spLocks noChangeShapeType="1"/>
            </p:cNvSpPr>
            <p:nvPr/>
          </p:nvSpPr>
          <p:spPr bwMode="auto">
            <a:xfrm>
              <a:off x="3574" y="2216"/>
              <a:ext cx="12" cy="6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13"/>
            <p:cNvSpPr>
              <a:spLocks noChangeShapeType="1"/>
            </p:cNvSpPr>
            <p:nvPr/>
          </p:nvSpPr>
          <p:spPr bwMode="auto">
            <a:xfrm>
              <a:off x="4541" y="2251"/>
              <a:ext cx="12" cy="6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rc 14"/>
            <p:cNvSpPr>
              <a:spLocks/>
            </p:cNvSpPr>
            <p:nvPr/>
          </p:nvSpPr>
          <p:spPr bwMode="auto">
            <a:xfrm rot="10800000" flipV="1">
              <a:off x="3577" y="2300"/>
              <a:ext cx="965" cy="240"/>
            </a:xfrm>
            <a:custGeom>
              <a:avLst/>
              <a:gdLst>
                <a:gd name="T0" fmla="*/ 0 w 34685"/>
                <a:gd name="T1" fmla="*/ 0 h 21600"/>
                <a:gd name="T2" fmla="*/ 0 w 34685"/>
                <a:gd name="T3" fmla="*/ 0 h 21600"/>
                <a:gd name="T4" fmla="*/ 0 w 34685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4685" h="21600" fill="none" extrusionOk="0">
                  <a:moveTo>
                    <a:pt x="0" y="9096"/>
                  </a:moveTo>
                  <a:cubicBezTo>
                    <a:pt x="4051" y="3390"/>
                    <a:pt x="10615" y="-1"/>
                    <a:pt x="17613" y="0"/>
                  </a:cubicBezTo>
                  <a:cubicBezTo>
                    <a:pt x="24291" y="0"/>
                    <a:pt x="30593" y="3088"/>
                    <a:pt x="34684" y="8367"/>
                  </a:cubicBezTo>
                </a:path>
                <a:path w="34685" h="21600" stroke="0" extrusionOk="0">
                  <a:moveTo>
                    <a:pt x="0" y="9096"/>
                  </a:moveTo>
                  <a:cubicBezTo>
                    <a:pt x="4051" y="3390"/>
                    <a:pt x="10615" y="-1"/>
                    <a:pt x="17613" y="0"/>
                  </a:cubicBezTo>
                  <a:cubicBezTo>
                    <a:pt x="24291" y="0"/>
                    <a:pt x="30593" y="3088"/>
                    <a:pt x="34684" y="8367"/>
                  </a:cubicBezTo>
                  <a:lnTo>
                    <a:pt x="17613" y="21600"/>
                  </a:lnTo>
                  <a:lnTo>
                    <a:pt x="0" y="9096"/>
                  </a:lnTo>
                  <a:close/>
                </a:path>
              </a:pathLst>
            </a:custGeom>
            <a:noFill/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" name="Line 17"/>
            <p:cNvSpPr>
              <a:spLocks noChangeShapeType="1"/>
            </p:cNvSpPr>
            <p:nvPr/>
          </p:nvSpPr>
          <p:spPr bwMode="auto">
            <a:xfrm>
              <a:off x="2998" y="2292"/>
              <a:ext cx="211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18"/>
            <p:cNvSpPr>
              <a:spLocks noChangeShapeType="1"/>
            </p:cNvSpPr>
            <p:nvPr/>
          </p:nvSpPr>
          <p:spPr bwMode="auto">
            <a:xfrm>
              <a:off x="3005" y="2451"/>
              <a:ext cx="211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1"/>
            <p:cNvSpPr>
              <a:spLocks noChangeShapeType="1"/>
            </p:cNvSpPr>
            <p:nvPr/>
          </p:nvSpPr>
          <p:spPr bwMode="auto">
            <a:xfrm>
              <a:off x="3030" y="2296"/>
              <a:ext cx="0" cy="1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Text Box 22"/>
            <p:cNvSpPr txBox="1">
              <a:spLocks noChangeArrowheads="1"/>
            </p:cNvSpPr>
            <p:nvPr/>
          </p:nvSpPr>
          <p:spPr bwMode="auto">
            <a:xfrm>
              <a:off x="2708" y="2245"/>
              <a:ext cx="357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V</a:t>
              </a:r>
              <a:endParaRPr lang="fr-FR" altLang="fr-FR" sz="1800" baseline="-25000">
                <a:latin typeface="Times New Roman" panose="02020603050405020304" pitchFamily="18" charset="0"/>
              </a:endParaRPr>
            </a:p>
          </p:txBody>
        </p:sp>
        <p:sp>
          <p:nvSpPr>
            <p:cNvPr id="34" name="Arc 37"/>
            <p:cNvSpPr>
              <a:spLocks/>
            </p:cNvSpPr>
            <p:nvPr/>
          </p:nvSpPr>
          <p:spPr bwMode="auto">
            <a:xfrm flipV="1">
              <a:off x="4514" y="2323"/>
              <a:ext cx="486" cy="118"/>
            </a:xfrm>
            <a:custGeom>
              <a:avLst/>
              <a:gdLst>
                <a:gd name="T0" fmla="*/ 0 w 35189"/>
                <a:gd name="T1" fmla="*/ 0 h 21600"/>
                <a:gd name="T2" fmla="*/ 0 w 35189"/>
                <a:gd name="T3" fmla="*/ 0 h 21600"/>
                <a:gd name="T4" fmla="*/ 0 w 35189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5189" h="21600" fill="none" extrusionOk="0">
                  <a:moveTo>
                    <a:pt x="0" y="9838"/>
                  </a:moveTo>
                  <a:cubicBezTo>
                    <a:pt x="3983" y="3702"/>
                    <a:pt x="10801" y="-1"/>
                    <a:pt x="18117" y="0"/>
                  </a:cubicBezTo>
                  <a:cubicBezTo>
                    <a:pt x="24795" y="0"/>
                    <a:pt x="31097" y="3088"/>
                    <a:pt x="35188" y="8367"/>
                  </a:cubicBezTo>
                </a:path>
                <a:path w="35189" h="21600" stroke="0" extrusionOk="0">
                  <a:moveTo>
                    <a:pt x="0" y="9838"/>
                  </a:moveTo>
                  <a:cubicBezTo>
                    <a:pt x="3983" y="3702"/>
                    <a:pt x="10801" y="-1"/>
                    <a:pt x="18117" y="0"/>
                  </a:cubicBezTo>
                  <a:cubicBezTo>
                    <a:pt x="24795" y="0"/>
                    <a:pt x="31097" y="3088"/>
                    <a:pt x="35188" y="8367"/>
                  </a:cubicBezTo>
                  <a:lnTo>
                    <a:pt x="18117" y="21600"/>
                  </a:lnTo>
                  <a:lnTo>
                    <a:pt x="0" y="9838"/>
                  </a:lnTo>
                  <a:close/>
                </a:path>
              </a:pathLst>
            </a:custGeom>
            <a:noFill/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35" name="ZoneTexte 34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8564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8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1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: transformer sizing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3877653" y="5661582"/>
            <a:ext cx="4067175" cy="89535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3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96013162"/>
              </p:ext>
            </p:extLst>
          </p:nvPr>
        </p:nvGraphicFramePr>
        <p:xfrm>
          <a:off x="4784116" y="5729845"/>
          <a:ext cx="2247900" cy="747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13" name="Equation" r:id="rId3" imgW="1218671" imgH="406224" progId="Equation.3">
                  <p:embed/>
                </p:oleObj>
              </mc:Choice>
              <mc:Fallback>
                <p:oleObj name="Equation" r:id="rId3" imgW="1218671" imgH="406224" progId="Equation.3">
                  <p:embed/>
                  <p:pic>
                    <p:nvPicPr>
                      <p:cNvPr id="29390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4116" y="5729845"/>
                        <a:ext cx="2247900" cy="747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" name="Group 17"/>
          <p:cNvGrpSpPr>
            <a:grpSpLocks/>
          </p:cNvGrpSpPr>
          <p:nvPr/>
        </p:nvGrpSpPr>
        <p:grpSpPr bwMode="auto">
          <a:xfrm>
            <a:off x="8260959" y="5629662"/>
            <a:ext cx="1543050" cy="369888"/>
            <a:chOff x="4014" y="2742"/>
            <a:chExt cx="972" cy="233"/>
          </a:xfrm>
        </p:grpSpPr>
        <p:sp>
          <p:nvSpPr>
            <p:cNvPr id="15" name="AutoShape 18"/>
            <p:cNvSpPr>
              <a:spLocks noChangeArrowheads="1"/>
            </p:cNvSpPr>
            <p:nvPr/>
          </p:nvSpPr>
          <p:spPr bwMode="auto">
            <a:xfrm rot="-2474486">
              <a:off x="4014" y="2778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6" name="Text Box 19"/>
            <p:cNvSpPr txBox="1">
              <a:spLocks noChangeArrowheads="1"/>
            </p:cNvSpPr>
            <p:nvPr/>
          </p:nvSpPr>
          <p:spPr bwMode="auto">
            <a:xfrm>
              <a:off x="4406" y="2742"/>
              <a:ext cx="58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 dirty="0">
                  <a:solidFill>
                    <a:schemeClr val="folHlink"/>
                  </a:solidFill>
                  <a:latin typeface="Times New Roman" panose="02020603050405020304" pitchFamily="18" charset="0"/>
                </a:rPr>
                <a:t>With P</a:t>
              </a:r>
              <a:r>
                <a:rPr lang="en-CA" altLang="fr-FR" sz="1800" b="1" i="1" baseline="-25000" dirty="0">
                  <a:solidFill>
                    <a:schemeClr val="folHlink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17" name="Group 20"/>
          <p:cNvGrpSpPr>
            <a:grpSpLocks/>
          </p:cNvGrpSpPr>
          <p:nvPr/>
        </p:nvGrpSpPr>
        <p:grpSpPr bwMode="auto">
          <a:xfrm>
            <a:off x="8224447" y="6240850"/>
            <a:ext cx="1423987" cy="417512"/>
            <a:chOff x="3991" y="3127"/>
            <a:chExt cx="897" cy="263"/>
          </a:xfrm>
        </p:grpSpPr>
        <p:sp>
          <p:nvSpPr>
            <p:cNvPr id="18" name="AutoShape 21"/>
            <p:cNvSpPr>
              <a:spLocks noChangeArrowheads="1"/>
            </p:cNvSpPr>
            <p:nvPr/>
          </p:nvSpPr>
          <p:spPr bwMode="auto">
            <a:xfrm rot="2600802">
              <a:off x="3991" y="3127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Text Box 22"/>
            <p:cNvSpPr txBox="1">
              <a:spLocks noChangeArrowheads="1"/>
            </p:cNvSpPr>
            <p:nvPr/>
          </p:nvSpPr>
          <p:spPr bwMode="auto">
            <a:xfrm>
              <a:off x="4401" y="3157"/>
              <a:ext cx="48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9900"/>
                  </a:solidFill>
                  <a:latin typeface="Times New Roman" panose="02020603050405020304" pitchFamily="18" charset="0"/>
                </a:rPr>
                <a:t>With f</a:t>
              </a:r>
              <a:endParaRPr lang="en-CA" altLang="fr-FR" sz="1800" b="1" i="1" baseline="-25000">
                <a:solidFill>
                  <a:srgbClr val="FF99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20" name="Line 24"/>
          <p:cNvSpPr>
            <a:spLocks noChangeShapeType="1"/>
          </p:cNvSpPr>
          <p:nvPr/>
        </p:nvSpPr>
        <p:spPr bwMode="auto">
          <a:xfrm>
            <a:off x="3366697" y="1204913"/>
            <a:ext cx="0" cy="10842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25"/>
          <p:cNvSpPr>
            <a:spLocks noChangeShapeType="1"/>
          </p:cNvSpPr>
          <p:nvPr/>
        </p:nvSpPr>
        <p:spPr bwMode="auto">
          <a:xfrm>
            <a:off x="3257159" y="2152650"/>
            <a:ext cx="3956050" cy="19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26"/>
          <p:cNvSpPr>
            <a:spLocks noChangeShapeType="1"/>
          </p:cNvSpPr>
          <p:nvPr/>
        </p:nvSpPr>
        <p:spPr bwMode="auto">
          <a:xfrm>
            <a:off x="4127109" y="1250950"/>
            <a:ext cx="19050" cy="10160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27"/>
          <p:cNvSpPr>
            <a:spLocks noChangeShapeType="1"/>
          </p:cNvSpPr>
          <p:nvPr/>
        </p:nvSpPr>
        <p:spPr bwMode="auto">
          <a:xfrm>
            <a:off x="5662222" y="1306513"/>
            <a:ext cx="19050" cy="10160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8"/>
          <p:cNvSpPr>
            <a:spLocks noChangeShapeType="1"/>
          </p:cNvSpPr>
          <p:nvPr/>
        </p:nvSpPr>
        <p:spPr bwMode="auto">
          <a:xfrm>
            <a:off x="3368284" y="1533525"/>
            <a:ext cx="771525" cy="0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9"/>
          <p:cNvSpPr>
            <a:spLocks noChangeShapeType="1"/>
          </p:cNvSpPr>
          <p:nvPr/>
        </p:nvSpPr>
        <p:spPr bwMode="auto">
          <a:xfrm>
            <a:off x="4139809" y="1533525"/>
            <a:ext cx="0" cy="609600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30"/>
          <p:cNvSpPr>
            <a:spLocks noChangeShapeType="1"/>
          </p:cNvSpPr>
          <p:nvPr/>
        </p:nvSpPr>
        <p:spPr bwMode="auto">
          <a:xfrm>
            <a:off x="4139809" y="2143125"/>
            <a:ext cx="1533525" cy="9525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32"/>
          <p:cNvSpPr>
            <a:spLocks noChangeShapeType="1"/>
          </p:cNvSpPr>
          <p:nvPr/>
        </p:nvSpPr>
        <p:spPr bwMode="auto">
          <a:xfrm>
            <a:off x="5674922" y="1563688"/>
            <a:ext cx="0" cy="609600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33"/>
          <p:cNvSpPr>
            <a:spLocks noChangeShapeType="1"/>
          </p:cNvSpPr>
          <p:nvPr/>
        </p:nvSpPr>
        <p:spPr bwMode="auto">
          <a:xfrm flipV="1">
            <a:off x="5674922" y="1554163"/>
            <a:ext cx="400050" cy="9525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Text Box 34"/>
          <p:cNvSpPr txBox="1">
            <a:spLocks noChangeArrowheads="1"/>
          </p:cNvSpPr>
          <p:nvPr/>
        </p:nvSpPr>
        <p:spPr bwMode="auto">
          <a:xfrm>
            <a:off x="5762234" y="2209800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0" name="Text Box 35"/>
          <p:cNvSpPr txBox="1">
            <a:spLocks noChangeArrowheads="1"/>
          </p:cNvSpPr>
          <p:nvPr/>
        </p:nvSpPr>
        <p:spPr bwMode="auto">
          <a:xfrm>
            <a:off x="4144572" y="2216150"/>
            <a:ext cx="46831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Symbol" panose="05050102010706020507" pitchFamily="18" charset="2"/>
              </a:rPr>
              <a:t>a</a:t>
            </a:r>
            <a:r>
              <a:rPr lang="fr-FR" altLang="fr-FR" sz="1800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1" name="Text Box 36"/>
          <p:cNvSpPr txBox="1">
            <a:spLocks noChangeArrowheads="1"/>
          </p:cNvSpPr>
          <p:nvPr/>
        </p:nvSpPr>
        <p:spPr bwMode="auto">
          <a:xfrm>
            <a:off x="2944422" y="1335088"/>
            <a:ext cx="3444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32" name="Text Box 37"/>
          <p:cNvSpPr txBox="1">
            <a:spLocks noChangeArrowheads="1"/>
          </p:cNvSpPr>
          <p:nvPr/>
        </p:nvSpPr>
        <p:spPr bwMode="auto">
          <a:xfrm>
            <a:off x="7073509" y="1790700"/>
            <a:ext cx="309562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Magnetising current neglected</a:t>
            </a:r>
          </a:p>
        </p:txBody>
      </p:sp>
      <p:sp>
        <p:nvSpPr>
          <p:cNvPr id="33" name="Text Box 38"/>
          <p:cNvSpPr txBox="1">
            <a:spLocks noChangeArrowheads="1"/>
          </p:cNvSpPr>
          <p:nvPr/>
        </p:nvSpPr>
        <p:spPr bwMode="auto">
          <a:xfrm>
            <a:off x="3422259" y="984250"/>
            <a:ext cx="3444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66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66FF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34" name="Line 41"/>
          <p:cNvSpPr>
            <a:spLocks noChangeShapeType="1"/>
          </p:cNvSpPr>
          <p:nvPr/>
        </p:nvSpPr>
        <p:spPr bwMode="auto">
          <a:xfrm>
            <a:off x="3368284" y="2520950"/>
            <a:ext cx="0" cy="10842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42"/>
          <p:cNvSpPr>
            <a:spLocks noChangeShapeType="1"/>
          </p:cNvSpPr>
          <p:nvPr/>
        </p:nvSpPr>
        <p:spPr bwMode="auto">
          <a:xfrm>
            <a:off x="3258747" y="3468688"/>
            <a:ext cx="3956050" cy="19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Line 43"/>
          <p:cNvSpPr>
            <a:spLocks noChangeShapeType="1"/>
          </p:cNvSpPr>
          <p:nvPr/>
        </p:nvSpPr>
        <p:spPr bwMode="auto">
          <a:xfrm>
            <a:off x="4138222" y="2214563"/>
            <a:ext cx="9525" cy="136842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44"/>
          <p:cNvSpPr>
            <a:spLocks noChangeShapeType="1"/>
          </p:cNvSpPr>
          <p:nvPr/>
        </p:nvSpPr>
        <p:spPr bwMode="auto">
          <a:xfrm>
            <a:off x="5673334" y="2241550"/>
            <a:ext cx="19050" cy="133032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45"/>
          <p:cNvSpPr>
            <a:spLocks noChangeShapeType="1"/>
          </p:cNvSpPr>
          <p:nvPr/>
        </p:nvSpPr>
        <p:spPr bwMode="auto">
          <a:xfrm>
            <a:off x="3369872" y="2849563"/>
            <a:ext cx="771525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46"/>
          <p:cNvSpPr>
            <a:spLocks noChangeShapeType="1"/>
          </p:cNvSpPr>
          <p:nvPr/>
        </p:nvSpPr>
        <p:spPr bwMode="auto">
          <a:xfrm>
            <a:off x="4141397" y="2849563"/>
            <a:ext cx="0" cy="60960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47"/>
          <p:cNvSpPr>
            <a:spLocks noChangeShapeType="1"/>
          </p:cNvSpPr>
          <p:nvPr/>
        </p:nvSpPr>
        <p:spPr bwMode="auto">
          <a:xfrm>
            <a:off x="4141397" y="3459163"/>
            <a:ext cx="1533525" cy="952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48"/>
          <p:cNvSpPr>
            <a:spLocks noChangeShapeType="1"/>
          </p:cNvSpPr>
          <p:nvPr/>
        </p:nvSpPr>
        <p:spPr bwMode="auto">
          <a:xfrm>
            <a:off x="5676509" y="2879725"/>
            <a:ext cx="0" cy="60960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49"/>
          <p:cNvSpPr>
            <a:spLocks noChangeShapeType="1"/>
          </p:cNvSpPr>
          <p:nvPr/>
        </p:nvSpPr>
        <p:spPr bwMode="auto">
          <a:xfrm flipV="1">
            <a:off x="5676509" y="2870200"/>
            <a:ext cx="400050" cy="952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Text Box 52"/>
          <p:cNvSpPr txBox="1">
            <a:spLocks noChangeArrowheads="1"/>
          </p:cNvSpPr>
          <p:nvPr/>
        </p:nvSpPr>
        <p:spPr bwMode="auto">
          <a:xfrm>
            <a:off x="2869809" y="2622550"/>
            <a:ext cx="63976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mI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44" name="Text Box 53"/>
          <p:cNvSpPr txBox="1">
            <a:spLocks noChangeArrowheads="1"/>
          </p:cNvSpPr>
          <p:nvPr/>
        </p:nvSpPr>
        <p:spPr bwMode="auto">
          <a:xfrm>
            <a:off x="3442897" y="2300288"/>
            <a:ext cx="3444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00FF"/>
                </a:solidFill>
                <a:latin typeface="Times New Roman" panose="02020603050405020304" pitchFamily="18" charset="0"/>
              </a:rPr>
              <a:t>1</a:t>
            </a:r>
          </a:p>
        </p:txBody>
      </p:sp>
      <p:grpSp>
        <p:nvGrpSpPr>
          <p:cNvPr id="45" name="Group 81"/>
          <p:cNvGrpSpPr>
            <a:grpSpLocks/>
          </p:cNvGrpSpPr>
          <p:nvPr/>
        </p:nvGrpSpPr>
        <p:grpSpPr bwMode="auto">
          <a:xfrm>
            <a:off x="10267559" y="1471613"/>
            <a:ext cx="1406525" cy="993775"/>
            <a:chOff x="4660" y="819"/>
            <a:chExt cx="886" cy="626"/>
          </a:xfrm>
        </p:grpSpPr>
        <p:graphicFrame>
          <p:nvGraphicFramePr>
            <p:cNvPr id="46" name="Object 54"/>
            <p:cNvGraphicFramePr>
              <a:graphicFrameLocks noChangeAspect="1"/>
            </p:cNvGraphicFramePr>
            <p:nvPr/>
          </p:nvGraphicFramePr>
          <p:xfrm>
            <a:off x="4713" y="819"/>
            <a:ext cx="753" cy="2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314" name="Equation" r:id="rId5" imgW="647700" imgH="228600" progId="Equation.3">
                    <p:embed/>
                  </p:oleObj>
                </mc:Choice>
                <mc:Fallback>
                  <p:oleObj name="Equation" r:id="rId5" imgW="647700" imgH="228600" progId="Equation.3">
                    <p:embed/>
                    <p:pic>
                      <p:nvPicPr>
                        <p:cNvPr id="45117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713" y="819"/>
                          <a:ext cx="753" cy="26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7" name="Object 55"/>
            <p:cNvGraphicFramePr>
              <a:graphicFrameLocks noChangeAspect="1"/>
            </p:cNvGraphicFramePr>
            <p:nvPr/>
          </p:nvGraphicFramePr>
          <p:xfrm>
            <a:off x="4660" y="1180"/>
            <a:ext cx="886" cy="2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315" name="Equation" r:id="rId7" imgW="761669" imgH="228501" progId="Equation.3">
                    <p:embed/>
                  </p:oleObj>
                </mc:Choice>
                <mc:Fallback>
                  <p:oleObj name="Equation" r:id="rId7" imgW="761669" imgH="228501" progId="Equation.3">
                    <p:embed/>
                    <p:pic>
                      <p:nvPicPr>
                        <p:cNvPr id="45118" name="Object 5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60" y="1180"/>
                          <a:ext cx="886" cy="26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48" name="Object 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8401283"/>
              </p:ext>
            </p:extLst>
          </p:nvPr>
        </p:nvGraphicFramePr>
        <p:xfrm>
          <a:off x="6875072" y="2554288"/>
          <a:ext cx="4689475" cy="70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16" name="Equation" r:id="rId9" imgW="2540000" imgH="381000" progId="Equation.3">
                  <p:embed/>
                </p:oleObj>
              </mc:Choice>
              <mc:Fallback>
                <p:oleObj name="Equation" r:id="rId9" imgW="2540000" imgH="381000" progId="Equation.3">
                  <p:embed/>
                  <p:pic>
                    <p:nvPicPr>
                      <p:cNvPr id="293944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75072" y="2554288"/>
                        <a:ext cx="4689475" cy="7016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0000FF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" name="Object 5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5406982"/>
              </p:ext>
            </p:extLst>
          </p:nvPr>
        </p:nvGraphicFramePr>
        <p:xfrm>
          <a:off x="8224447" y="3963988"/>
          <a:ext cx="2297112" cy="70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17" name="Equation" r:id="rId11" imgW="1244600" imgH="381000" progId="Equation.3">
                  <p:embed/>
                </p:oleObj>
              </mc:Choice>
              <mc:Fallback>
                <p:oleObj name="Equation" r:id="rId11" imgW="1244600" imgH="381000" progId="Equation.3">
                  <p:embed/>
                  <p:pic>
                    <p:nvPicPr>
                      <p:cNvPr id="293945" name="Object 5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24447" y="3963988"/>
                        <a:ext cx="2297112" cy="7016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0000FF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Object 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7786398"/>
              </p:ext>
            </p:extLst>
          </p:nvPr>
        </p:nvGraphicFramePr>
        <p:xfrm>
          <a:off x="8254609" y="4870450"/>
          <a:ext cx="3278188" cy="747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18" name="Equation" r:id="rId13" imgW="1777229" imgH="406224" progId="Equation.3">
                  <p:embed/>
                </p:oleObj>
              </mc:Choice>
              <mc:Fallback>
                <p:oleObj name="Equation" r:id="rId13" imgW="1777229" imgH="406224" progId="Equation.3">
                  <p:embed/>
                  <p:pic>
                    <p:nvPicPr>
                      <p:cNvPr id="293946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54609" y="4870450"/>
                        <a:ext cx="3278188" cy="747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1" name="Group 61"/>
          <p:cNvGrpSpPr>
            <a:grpSpLocks/>
          </p:cNvGrpSpPr>
          <p:nvPr/>
        </p:nvGrpSpPr>
        <p:grpSpPr bwMode="auto">
          <a:xfrm>
            <a:off x="3271447" y="3675063"/>
            <a:ext cx="4159250" cy="1552575"/>
            <a:chOff x="433" y="1283"/>
            <a:chExt cx="2470" cy="946"/>
          </a:xfrm>
        </p:grpSpPr>
        <p:grpSp>
          <p:nvGrpSpPr>
            <p:cNvPr id="52" name="Group 62"/>
            <p:cNvGrpSpPr>
              <a:grpSpLocks/>
            </p:cNvGrpSpPr>
            <p:nvPr/>
          </p:nvGrpSpPr>
          <p:grpSpPr bwMode="auto">
            <a:xfrm>
              <a:off x="473" y="1355"/>
              <a:ext cx="48" cy="768"/>
              <a:chOff x="226" y="136"/>
              <a:chExt cx="48" cy="768"/>
            </a:xfrm>
          </p:grpSpPr>
          <p:sp>
            <p:nvSpPr>
              <p:cNvPr id="69" name="Freeform 63"/>
              <p:cNvSpPr>
                <a:spLocks/>
              </p:cNvSpPr>
              <p:nvPr/>
            </p:nvSpPr>
            <p:spPr bwMode="auto">
              <a:xfrm>
                <a:off x="226" y="136"/>
                <a:ext cx="48" cy="88"/>
              </a:xfrm>
              <a:custGeom>
                <a:avLst/>
                <a:gdLst>
                  <a:gd name="T0" fmla="*/ 24 w 48"/>
                  <a:gd name="T1" fmla="*/ 0 h 88"/>
                  <a:gd name="T2" fmla="*/ 48 w 48"/>
                  <a:gd name="T3" fmla="*/ 88 h 88"/>
                  <a:gd name="T4" fmla="*/ 24 w 48"/>
                  <a:gd name="T5" fmla="*/ 88 h 88"/>
                  <a:gd name="T6" fmla="*/ 0 w 48"/>
                  <a:gd name="T7" fmla="*/ 88 h 88"/>
                  <a:gd name="T8" fmla="*/ 24 w 48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8" h="88">
                    <a:moveTo>
                      <a:pt x="24" y="0"/>
                    </a:moveTo>
                    <a:lnTo>
                      <a:pt x="48" y="88"/>
                    </a:lnTo>
                    <a:lnTo>
                      <a:pt x="24" y="88"/>
                    </a:lnTo>
                    <a:lnTo>
                      <a:pt x="0" y="88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64"/>
              <p:cNvSpPr>
                <a:spLocks noChangeShapeType="1"/>
              </p:cNvSpPr>
              <p:nvPr/>
            </p:nvSpPr>
            <p:spPr bwMode="auto">
              <a:xfrm>
                <a:off x="250" y="224"/>
                <a:ext cx="1" cy="6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53" name="Group 65"/>
            <p:cNvGrpSpPr>
              <a:grpSpLocks/>
            </p:cNvGrpSpPr>
            <p:nvPr/>
          </p:nvGrpSpPr>
          <p:grpSpPr bwMode="auto">
            <a:xfrm>
              <a:off x="457" y="2051"/>
              <a:ext cx="2446" cy="48"/>
              <a:chOff x="210" y="832"/>
              <a:chExt cx="2446" cy="48"/>
            </a:xfrm>
          </p:grpSpPr>
          <p:sp>
            <p:nvSpPr>
              <p:cNvPr id="67" name="Freeform 66"/>
              <p:cNvSpPr>
                <a:spLocks/>
              </p:cNvSpPr>
              <p:nvPr/>
            </p:nvSpPr>
            <p:spPr bwMode="auto">
              <a:xfrm>
                <a:off x="2568" y="832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67"/>
              <p:cNvSpPr>
                <a:spLocks noChangeShapeType="1"/>
              </p:cNvSpPr>
              <p:nvPr/>
            </p:nvSpPr>
            <p:spPr bwMode="auto">
              <a:xfrm>
                <a:off x="210" y="856"/>
                <a:ext cx="235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4" name="Line 68"/>
            <p:cNvSpPr>
              <a:spLocks noChangeShapeType="1"/>
            </p:cNvSpPr>
            <p:nvPr/>
          </p:nvSpPr>
          <p:spPr bwMode="auto">
            <a:xfrm flipV="1">
              <a:off x="497" y="1759"/>
              <a:ext cx="455" cy="312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69"/>
            <p:cNvSpPr>
              <a:spLocks noChangeShapeType="1"/>
            </p:cNvSpPr>
            <p:nvPr/>
          </p:nvSpPr>
          <p:spPr bwMode="auto">
            <a:xfrm>
              <a:off x="952" y="1759"/>
              <a:ext cx="616" cy="312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70"/>
            <p:cNvSpPr>
              <a:spLocks noChangeShapeType="1"/>
            </p:cNvSpPr>
            <p:nvPr/>
          </p:nvSpPr>
          <p:spPr bwMode="auto">
            <a:xfrm flipV="1">
              <a:off x="1862" y="1753"/>
              <a:ext cx="455" cy="312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Rectangle 71"/>
            <p:cNvSpPr>
              <a:spLocks noChangeArrowheads="1"/>
            </p:cNvSpPr>
            <p:nvPr/>
          </p:nvSpPr>
          <p:spPr bwMode="auto">
            <a:xfrm>
              <a:off x="881" y="2115"/>
              <a:ext cx="55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72"/>
            <p:cNvSpPr>
              <a:spLocks noChangeArrowheads="1"/>
            </p:cNvSpPr>
            <p:nvPr/>
          </p:nvSpPr>
          <p:spPr bwMode="auto">
            <a:xfrm>
              <a:off x="1792" y="2075"/>
              <a:ext cx="56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73"/>
            <p:cNvSpPr>
              <a:spLocks noChangeArrowheads="1"/>
            </p:cNvSpPr>
            <p:nvPr/>
          </p:nvSpPr>
          <p:spPr bwMode="auto">
            <a:xfrm>
              <a:off x="793" y="2107"/>
              <a:ext cx="59" cy="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74"/>
            <p:cNvSpPr>
              <a:spLocks noChangeArrowheads="1"/>
            </p:cNvSpPr>
            <p:nvPr/>
          </p:nvSpPr>
          <p:spPr bwMode="auto">
            <a:xfrm>
              <a:off x="2799" y="1867"/>
              <a:ext cx="26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75"/>
            <p:cNvSpPr>
              <a:spLocks noChangeArrowheads="1"/>
            </p:cNvSpPr>
            <p:nvPr/>
          </p:nvSpPr>
          <p:spPr bwMode="auto">
            <a:xfrm>
              <a:off x="433" y="2099"/>
              <a:ext cx="45" cy="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Text Box 76"/>
            <p:cNvSpPr txBox="1">
              <a:spLocks noChangeArrowheads="1"/>
            </p:cNvSpPr>
            <p:nvPr/>
          </p:nvSpPr>
          <p:spPr bwMode="auto">
            <a:xfrm>
              <a:off x="507" y="1283"/>
              <a:ext cx="218" cy="27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400" b="1">
                  <a:solidFill>
                    <a:srgbClr val="009900"/>
                  </a:solidFill>
                  <a:latin typeface="Symbol" panose="05050102010706020507" pitchFamily="18" charset="2"/>
                </a:rPr>
                <a:t>j</a:t>
              </a:r>
            </a:p>
          </p:txBody>
        </p:sp>
        <p:sp>
          <p:nvSpPr>
            <p:cNvPr id="63" name="Line 77"/>
            <p:cNvSpPr>
              <a:spLocks noChangeShapeType="1"/>
            </p:cNvSpPr>
            <p:nvPr/>
          </p:nvSpPr>
          <p:spPr bwMode="auto">
            <a:xfrm>
              <a:off x="1563" y="2066"/>
              <a:ext cx="287" cy="6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Rectangle 78"/>
            <p:cNvSpPr>
              <a:spLocks noChangeArrowheads="1"/>
            </p:cNvSpPr>
            <p:nvPr/>
          </p:nvSpPr>
          <p:spPr bwMode="auto">
            <a:xfrm>
              <a:off x="1518" y="2118"/>
              <a:ext cx="56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r>
                <a:rPr lang="fr-FR" altLang="fr-FR" sz="1200" baseline="-250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 baseline="-250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65" name="Object 79"/>
            <p:cNvGraphicFramePr>
              <a:graphicFrameLocks noChangeAspect="1"/>
            </p:cNvGraphicFramePr>
            <p:nvPr/>
          </p:nvGraphicFramePr>
          <p:xfrm>
            <a:off x="1177" y="1635"/>
            <a:ext cx="428" cy="2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319" name="Equation" r:id="rId15" imgW="609336" imgH="380835" progId="Equation.3">
                    <p:embed/>
                  </p:oleObj>
                </mc:Choice>
                <mc:Fallback>
                  <p:oleObj name="Equation" r:id="rId15" imgW="609336" imgH="380835" progId="Equation.3">
                    <p:embed/>
                    <p:pic>
                      <p:nvPicPr>
                        <p:cNvPr id="45111" name="Object 7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77" y="1635"/>
                          <a:ext cx="428" cy="2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Object 80"/>
            <p:cNvGraphicFramePr>
              <a:graphicFrameLocks noChangeAspect="1"/>
            </p:cNvGraphicFramePr>
            <p:nvPr/>
          </p:nvGraphicFramePr>
          <p:xfrm>
            <a:off x="502" y="1562"/>
            <a:ext cx="381" cy="2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320" name="Equation" r:id="rId17" imgW="508000" imgH="381000" progId="Equation.3">
                    <p:embed/>
                  </p:oleObj>
                </mc:Choice>
                <mc:Fallback>
                  <p:oleObj name="Equation" r:id="rId17" imgW="508000" imgH="381000" progId="Equation.3">
                    <p:embed/>
                    <p:pic>
                      <p:nvPicPr>
                        <p:cNvPr id="45112" name="Object 8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" y="1562"/>
                          <a:ext cx="381" cy="28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1" name="ZoneTexte 70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517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inductor 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sizing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400930" y="1264831"/>
            <a:ext cx="5116512" cy="2552700"/>
            <a:chOff x="511" y="1590"/>
            <a:chExt cx="4317" cy="2154"/>
          </a:xfrm>
        </p:grpSpPr>
        <p:grpSp>
          <p:nvGrpSpPr>
            <p:cNvPr id="11" name="Group 5"/>
            <p:cNvGrpSpPr>
              <a:grpSpLocks/>
            </p:cNvGrpSpPr>
            <p:nvPr/>
          </p:nvGrpSpPr>
          <p:grpSpPr bwMode="auto">
            <a:xfrm>
              <a:off x="1490" y="2177"/>
              <a:ext cx="178" cy="779"/>
              <a:chOff x="2179" y="1204"/>
              <a:chExt cx="178" cy="779"/>
            </a:xfrm>
          </p:grpSpPr>
          <p:grpSp>
            <p:nvGrpSpPr>
              <p:cNvPr id="235" name="Group 6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75" name="Group 7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79" name="Arc 8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0" name="Arc 9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6" name="Group 10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77" name="Arc 11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8" name="Arc 12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6" name="Group 13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69" name="Group 14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73" name="Arc 15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4" name="Arc 16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0" name="Group 17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71" name="Arc 18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2" name="Arc 19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7" name="Group 20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63" name="Group 21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67" name="Arc 22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8" name="Arc 23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4" name="Group 24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65" name="Arc 25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6" name="Arc 26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8" name="Group 27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57" name="Group 28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61" name="Arc 29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2" name="Arc 30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8" name="Group 31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59" name="Arc 32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0" name="Arc 33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9" name="Group 34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51" name="Group 35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55" name="Arc 36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6" name="Arc 37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2" name="Group 38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53" name="Arc 39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4" name="Arc 40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0" name="Group 41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45" name="Group 42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49" name="Arc 43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0" name="Arc 44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6" name="Group 45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47" name="Arc 46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8" name="Arc 47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41" name="Arc 48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2" name="Arc 49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3" name="Line 50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4" name="Line 51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" name="Line 52"/>
            <p:cNvSpPr>
              <a:spLocks noChangeShapeType="1"/>
            </p:cNvSpPr>
            <p:nvPr/>
          </p:nvSpPr>
          <p:spPr bwMode="auto">
            <a:xfrm flipV="1">
              <a:off x="2506" y="1939"/>
              <a:ext cx="1" cy="9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3" name="Group 53"/>
            <p:cNvGrpSpPr>
              <a:grpSpLocks/>
            </p:cNvGrpSpPr>
            <p:nvPr/>
          </p:nvGrpSpPr>
          <p:grpSpPr bwMode="auto">
            <a:xfrm>
              <a:off x="2423" y="2009"/>
              <a:ext cx="166" cy="779"/>
              <a:chOff x="3112" y="1204"/>
              <a:chExt cx="166" cy="779"/>
            </a:xfrm>
          </p:grpSpPr>
          <p:grpSp>
            <p:nvGrpSpPr>
              <p:cNvPr id="189" name="Group 54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229" name="Group 55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233" name="Arc 56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4" name="Arc 57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0" name="Group 58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231" name="Arc 59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2" name="Arc 60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0" name="Group 61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223" name="Group 62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227" name="Arc 63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8" name="Arc 64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4" name="Group 65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225" name="Arc 66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6" name="Arc 67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1" name="Group 68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217" name="Group 69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221" name="Arc 70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2" name="Arc 71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8" name="Group 72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219" name="Arc 73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0" name="Arc 74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2" name="Group 75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211" name="Group 76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215" name="Arc 77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6" name="Arc 78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2" name="Group 79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213" name="Arc 80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4" name="Arc 81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3" name="Group 82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205" name="Group 83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209" name="Arc 84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0" name="Arc 85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6" name="Group 86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207" name="Arc 87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8" name="Arc 88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4" name="Group 89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199" name="Group 90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203" name="Arc 91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4" name="Arc 92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0" name="Group 93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201" name="Arc 94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2" name="Arc 95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95" name="Arc 96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6" name="Arc 97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7" name="Line 98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8" name="Line 99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4" name="Line 100"/>
            <p:cNvSpPr>
              <a:spLocks noChangeShapeType="1"/>
            </p:cNvSpPr>
            <p:nvPr/>
          </p:nvSpPr>
          <p:spPr bwMode="auto">
            <a:xfrm>
              <a:off x="2317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01"/>
            <p:cNvSpPr>
              <a:spLocks noChangeShapeType="1"/>
            </p:cNvSpPr>
            <p:nvPr/>
          </p:nvSpPr>
          <p:spPr bwMode="auto">
            <a:xfrm flipV="1">
              <a:off x="1573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02"/>
            <p:cNvSpPr>
              <a:spLocks noChangeShapeType="1"/>
            </p:cNvSpPr>
            <p:nvPr/>
          </p:nvSpPr>
          <p:spPr bwMode="auto">
            <a:xfrm flipV="1">
              <a:off x="2506" y="2764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03"/>
            <p:cNvSpPr>
              <a:spLocks noChangeShapeType="1"/>
            </p:cNvSpPr>
            <p:nvPr/>
          </p:nvSpPr>
          <p:spPr bwMode="auto">
            <a:xfrm flipV="1">
              <a:off x="1573" y="2957"/>
              <a:ext cx="1" cy="10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Oval 104"/>
            <p:cNvSpPr>
              <a:spLocks noChangeArrowheads="1"/>
            </p:cNvSpPr>
            <p:nvPr/>
          </p:nvSpPr>
          <p:spPr bwMode="auto">
            <a:xfrm>
              <a:off x="511" y="2741"/>
              <a:ext cx="259" cy="259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9" name="Group 105"/>
            <p:cNvGrpSpPr>
              <a:grpSpLocks/>
            </p:cNvGrpSpPr>
            <p:nvPr/>
          </p:nvGrpSpPr>
          <p:grpSpPr bwMode="auto">
            <a:xfrm>
              <a:off x="849" y="2711"/>
              <a:ext cx="83" cy="259"/>
              <a:chOff x="1022" y="1936"/>
              <a:chExt cx="83" cy="259"/>
            </a:xfrm>
          </p:grpSpPr>
          <p:sp>
            <p:nvSpPr>
              <p:cNvPr id="187" name="Freeform 106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8" name="Line 107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0" name="Rectangle 108"/>
            <p:cNvSpPr>
              <a:spLocks noChangeArrowheads="1"/>
            </p:cNvSpPr>
            <p:nvPr/>
          </p:nvSpPr>
          <p:spPr bwMode="auto">
            <a:xfrm>
              <a:off x="953" y="2867"/>
              <a:ext cx="12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Line 109"/>
            <p:cNvSpPr>
              <a:spLocks noChangeShapeType="1"/>
            </p:cNvSpPr>
            <p:nvPr/>
          </p:nvSpPr>
          <p:spPr bwMode="auto">
            <a:xfrm flipH="1">
              <a:off x="1413" y="3069"/>
              <a:ext cx="166" cy="1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2" name="Group 110"/>
            <p:cNvGrpSpPr>
              <a:grpSpLocks/>
            </p:cNvGrpSpPr>
            <p:nvPr/>
          </p:nvGrpSpPr>
          <p:grpSpPr bwMode="auto">
            <a:xfrm>
              <a:off x="1437" y="3434"/>
              <a:ext cx="212" cy="177"/>
              <a:chOff x="2144" y="2419"/>
              <a:chExt cx="212" cy="177"/>
            </a:xfrm>
          </p:grpSpPr>
          <p:sp>
            <p:nvSpPr>
              <p:cNvPr id="185" name="Freeform 111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6" name="Line 112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3" name="Line 113"/>
            <p:cNvSpPr>
              <a:spLocks noChangeShapeType="1"/>
            </p:cNvSpPr>
            <p:nvPr/>
          </p:nvSpPr>
          <p:spPr bwMode="auto">
            <a:xfrm>
              <a:off x="1425" y="3081"/>
              <a:ext cx="1" cy="542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14"/>
            <p:cNvSpPr>
              <a:spLocks noChangeShapeType="1"/>
            </p:cNvSpPr>
            <p:nvPr/>
          </p:nvSpPr>
          <p:spPr bwMode="auto">
            <a:xfrm>
              <a:off x="2517" y="2871"/>
              <a:ext cx="2113" cy="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15"/>
            <p:cNvSpPr>
              <a:spLocks noChangeShapeType="1"/>
            </p:cNvSpPr>
            <p:nvPr/>
          </p:nvSpPr>
          <p:spPr bwMode="auto">
            <a:xfrm>
              <a:off x="640" y="1939"/>
              <a:ext cx="1" cy="80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116"/>
            <p:cNvSpPr>
              <a:spLocks noChangeShapeType="1"/>
            </p:cNvSpPr>
            <p:nvPr/>
          </p:nvSpPr>
          <p:spPr bwMode="auto">
            <a:xfrm>
              <a:off x="1645" y="3581"/>
              <a:ext cx="0" cy="1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17"/>
            <p:cNvSpPr>
              <a:spLocks noChangeShapeType="1"/>
            </p:cNvSpPr>
            <p:nvPr/>
          </p:nvSpPr>
          <p:spPr bwMode="auto">
            <a:xfrm>
              <a:off x="1077" y="3352"/>
              <a:ext cx="331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8" name="Group 118"/>
            <p:cNvGrpSpPr>
              <a:grpSpLocks/>
            </p:cNvGrpSpPr>
            <p:nvPr/>
          </p:nvGrpSpPr>
          <p:grpSpPr bwMode="auto">
            <a:xfrm>
              <a:off x="1124" y="3127"/>
              <a:ext cx="284" cy="245"/>
              <a:chOff x="1813" y="2112"/>
              <a:chExt cx="284" cy="245"/>
            </a:xfrm>
          </p:grpSpPr>
          <p:sp>
            <p:nvSpPr>
              <p:cNvPr id="183" name="Rectangle 119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122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4" name="Rectangle 120"/>
              <p:cNvSpPr>
                <a:spLocks noChangeArrowheads="1"/>
              </p:cNvSpPr>
              <p:nvPr/>
            </p:nvSpPr>
            <p:spPr bwMode="auto">
              <a:xfrm>
                <a:off x="1931" y="2125"/>
                <a:ext cx="166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29" name="Oval 121"/>
            <p:cNvSpPr>
              <a:spLocks noChangeArrowheads="1"/>
            </p:cNvSpPr>
            <p:nvPr/>
          </p:nvSpPr>
          <p:spPr bwMode="auto">
            <a:xfrm>
              <a:off x="1414" y="2225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" name="Oval 122"/>
            <p:cNvSpPr>
              <a:spLocks noChangeArrowheads="1"/>
            </p:cNvSpPr>
            <p:nvPr/>
          </p:nvSpPr>
          <p:spPr bwMode="auto">
            <a:xfrm>
              <a:off x="2559" y="2039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1" name="Group 123"/>
            <p:cNvGrpSpPr>
              <a:grpSpLocks/>
            </p:cNvGrpSpPr>
            <p:nvPr/>
          </p:nvGrpSpPr>
          <p:grpSpPr bwMode="auto">
            <a:xfrm>
              <a:off x="3011" y="1726"/>
              <a:ext cx="272" cy="413"/>
              <a:chOff x="3478" y="921"/>
              <a:chExt cx="272" cy="413"/>
            </a:xfrm>
          </p:grpSpPr>
          <p:sp>
            <p:nvSpPr>
              <p:cNvPr id="179" name="Line 124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0" name="Line 125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1" name="Line 126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2" name="Line 127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2" name="Line 128"/>
            <p:cNvSpPr>
              <a:spLocks noChangeShapeType="1"/>
            </p:cNvSpPr>
            <p:nvPr/>
          </p:nvSpPr>
          <p:spPr bwMode="auto">
            <a:xfrm>
              <a:off x="2499" y="1933"/>
              <a:ext cx="512" cy="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129"/>
            <p:cNvSpPr>
              <a:spLocks noChangeShapeType="1"/>
            </p:cNvSpPr>
            <p:nvPr/>
          </p:nvSpPr>
          <p:spPr bwMode="auto">
            <a:xfrm>
              <a:off x="3294" y="1939"/>
              <a:ext cx="41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4" name="Group 130"/>
            <p:cNvGrpSpPr>
              <a:grpSpLocks/>
            </p:cNvGrpSpPr>
            <p:nvPr/>
          </p:nvGrpSpPr>
          <p:grpSpPr bwMode="auto">
            <a:xfrm>
              <a:off x="4517" y="2022"/>
              <a:ext cx="82" cy="802"/>
              <a:chOff x="4576" y="1193"/>
              <a:chExt cx="82" cy="802"/>
            </a:xfrm>
          </p:grpSpPr>
          <p:sp>
            <p:nvSpPr>
              <p:cNvPr id="177" name="Freeform 131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8" name="Line 132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5" name="Group 133"/>
            <p:cNvGrpSpPr>
              <a:grpSpLocks/>
            </p:cNvGrpSpPr>
            <p:nvPr/>
          </p:nvGrpSpPr>
          <p:grpSpPr bwMode="auto">
            <a:xfrm>
              <a:off x="4635" y="2310"/>
              <a:ext cx="193" cy="286"/>
              <a:chOff x="4682" y="1523"/>
              <a:chExt cx="193" cy="286"/>
            </a:xfrm>
          </p:grpSpPr>
          <p:sp>
            <p:nvSpPr>
              <p:cNvPr id="175" name="Rectangle 134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62" cy="27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6" name="Rectangle 135"/>
              <p:cNvSpPr>
                <a:spLocks noChangeArrowheads="1"/>
              </p:cNvSpPr>
              <p:nvPr/>
            </p:nvSpPr>
            <p:spPr bwMode="auto">
              <a:xfrm>
                <a:off x="4812" y="1616"/>
                <a:ext cx="63" cy="1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6" name="Rectangle 136"/>
            <p:cNvSpPr>
              <a:spLocks noChangeArrowheads="1"/>
            </p:cNvSpPr>
            <p:nvPr/>
          </p:nvSpPr>
          <p:spPr bwMode="auto">
            <a:xfrm>
              <a:off x="1350" y="2396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137"/>
            <p:cNvSpPr>
              <a:spLocks noChangeArrowheads="1"/>
            </p:cNvSpPr>
            <p:nvPr/>
          </p:nvSpPr>
          <p:spPr bwMode="auto">
            <a:xfrm>
              <a:off x="1419" y="2479"/>
              <a:ext cx="70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138"/>
            <p:cNvSpPr>
              <a:spLocks noChangeArrowheads="1"/>
            </p:cNvSpPr>
            <p:nvPr/>
          </p:nvSpPr>
          <p:spPr bwMode="auto">
            <a:xfrm>
              <a:off x="2636" y="2127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Rectangle 139"/>
            <p:cNvSpPr>
              <a:spLocks noChangeArrowheads="1"/>
            </p:cNvSpPr>
            <p:nvPr/>
          </p:nvSpPr>
          <p:spPr bwMode="auto">
            <a:xfrm>
              <a:off x="2707" y="2210"/>
              <a:ext cx="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0" name="Group 140"/>
            <p:cNvGrpSpPr>
              <a:grpSpLocks/>
            </p:cNvGrpSpPr>
            <p:nvPr/>
          </p:nvGrpSpPr>
          <p:grpSpPr bwMode="auto">
            <a:xfrm>
              <a:off x="1963" y="2009"/>
              <a:ext cx="166" cy="779"/>
              <a:chOff x="2652" y="1204"/>
              <a:chExt cx="166" cy="779"/>
            </a:xfrm>
          </p:grpSpPr>
          <p:grpSp>
            <p:nvGrpSpPr>
              <p:cNvPr id="129" name="Group 141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69" name="Group 142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73" name="Arc 143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4" name="Arc 144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0" name="Group 145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71" name="Arc 146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2" name="Arc 147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0" name="Group 148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63" name="Group 149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67" name="Arc 150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8" name="Arc 151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4" name="Group 152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65" name="Arc 153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6" name="Arc 154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1" name="Group 155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57" name="Group 156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61" name="Arc 157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2" name="Arc 158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8" name="Group 159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59" name="Arc 160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0" name="Arc 161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2" name="Group 162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51" name="Group 163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55" name="Arc 164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6" name="Arc 165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2" name="Group 166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53" name="Arc 167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4" name="Arc 168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3" name="Group 169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45" name="Group 170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49" name="Arc 171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0" name="Arc 172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6" name="Group 173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47" name="Arc 174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8" name="Arc 175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4" name="Group 176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39" name="Group 177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43" name="Arc 178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4" name="Arc 179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0" name="Group 180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41" name="Arc 181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2" name="Arc 182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35" name="Arc 183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Arc 184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185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186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1" name="Line 187"/>
            <p:cNvSpPr>
              <a:spLocks noChangeShapeType="1"/>
            </p:cNvSpPr>
            <p:nvPr/>
          </p:nvSpPr>
          <p:spPr bwMode="auto">
            <a:xfrm flipV="1">
              <a:off x="2045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88"/>
            <p:cNvSpPr>
              <a:spLocks noChangeShapeType="1"/>
            </p:cNvSpPr>
            <p:nvPr/>
          </p:nvSpPr>
          <p:spPr bwMode="auto">
            <a:xfrm flipV="1">
              <a:off x="2045" y="2753"/>
              <a:ext cx="1" cy="3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Oval 189"/>
            <p:cNvSpPr>
              <a:spLocks noChangeArrowheads="1"/>
            </p:cNvSpPr>
            <p:nvPr/>
          </p:nvSpPr>
          <p:spPr bwMode="auto">
            <a:xfrm>
              <a:off x="1886" y="2711"/>
              <a:ext cx="70" cy="59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4" name="Rectangle 190"/>
            <p:cNvSpPr>
              <a:spLocks noChangeArrowheads="1"/>
            </p:cNvSpPr>
            <p:nvPr/>
          </p:nvSpPr>
          <p:spPr bwMode="auto">
            <a:xfrm>
              <a:off x="1821" y="2162"/>
              <a:ext cx="97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5" name="Rectangle 191"/>
            <p:cNvSpPr>
              <a:spLocks noChangeArrowheads="1"/>
            </p:cNvSpPr>
            <p:nvPr/>
          </p:nvSpPr>
          <p:spPr bwMode="auto">
            <a:xfrm>
              <a:off x="1892" y="2245"/>
              <a:ext cx="70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6" name="Group 192"/>
            <p:cNvGrpSpPr>
              <a:grpSpLocks/>
            </p:cNvGrpSpPr>
            <p:nvPr/>
          </p:nvGrpSpPr>
          <p:grpSpPr bwMode="auto">
            <a:xfrm>
              <a:off x="1844" y="3142"/>
              <a:ext cx="402" cy="260"/>
              <a:chOff x="2533" y="2337"/>
              <a:chExt cx="402" cy="260"/>
            </a:xfrm>
          </p:grpSpPr>
          <p:sp>
            <p:nvSpPr>
              <p:cNvPr id="125" name="Line 193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194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195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196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" name="Line 197"/>
            <p:cNvSpPr>
              <a:spLocks noChangeShapeType="1"/>
            </p:cNvSpPr>
            <p:nvPr/>
          </p:nvSpPr>
          <p:spPr bwMode="auto">
            <a:xfrm>
              <a:off x="640" y="3000"/>
              <a:ext cx="1" cy="74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198"/>
            <p:cNvSpPr>
              <a:spLocks noChangeShapeType="1"/>
            </p:cNvSpPr>
            <p:nvPr/>
          </p:nvSpPr>
          <p:spPr bwMode="auto">
            <a:xfrm>
              <a:off x="652" y="3743"/>
              <a:ext cx="1405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199"/>
            <p:cNvSpPr>
              <a:spLocks noChangeShapeType="1"/>
            </p:cNvSpPr>
            <p:nvPr/>
          </p:nvSpPr>
          <p:spPr bwMode="auto">
            <a:xfrm>
              <a:off x="2045" y="3401"/>
              <a:ext cx="1" cy="34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200"/>
            <p:cNvSpPr>
              <a:spLocks noChangeShapeType="1"/>
            </p:cNvSpPr>
            <p:nvPr/>
          </p:nvSpPr>
          <p:spPr bwMode="auto">
            <a:xfrm>
              <a:off x="628" y="1939"/>
              <a:ext cx="1429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201"/>
            <p:cNvSpPr>
              <a:spLocks noChangeShapeType="1"/>
            </p:cNvSpPr>
            <p:nvPr/>
          </p:nvSpPr>
          <p:spPr bwMode="auto">
            <a:xfrm>
              <a:off x="2246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2" name="Group 202"/>
            <p:cNvGrpSpPr>
              <a:grpSpLocks/>
            </p:cNvGrpSpPr>
            <p:nvPr/>
          </p:nvGrpSpPr>
          <p:grpSpPr bwMode="auto">
            <a:xfrm>
              <a:off x="3249" y="2269"/>
              <a:ext cx="402" cy="272"/>
              <a:chOff x="3938" y="1464"/>
              <a:chExt cx="402" cy="272"/>
            </a:xfrm>
          </p:grpSpPr>
          <p:sp>
            <p:nvSpPr>
              <p:cNvPr id="121" name="Line 203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Line 204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205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206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3" name="Line 207"/>
            <p:cNvSpPr>
              <a:spLocks noChangeShapeType="1"/>
            </p:cNvSpPr>
            <p:nvPr/>
          </p:nvSpPr>
          <p:spPr bwMode="auto">
            <a:xfrm>
              <a:off x="3450" y="2540"/>
              <a:ext cx="1" cy="33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208"/>
            <p:cNvSpPr>
              <a:spLocks noChangeShapeType="1"/>
            </p:cNvSpPr>
            <p:nvPr/>
          </p:nvSpPr>
          <p:spPr bwMode="auto">
            <a:xfrm>
              <a:off x="3450" y="1939"/>
              <a:ext cx="1" cy="33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Rectangle 209"/>
            <p:cNvSpPr>
              <a:spLocks noChangeArrowheads="1"/>
            </p:cNvSpPr>
            <p:nvPr/>
          </p:nvSpPr>
          <p:spPr bwMode="auto">
            <a:xfrm>
              <a:off x="2518" y="1619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6" name="Rectangle 210"/>
            <p:cNvSpPr>
              <a:spLocks noChangeArrowheads="1"/>
            </p:cNvSpPr>
            <p:nvPr/>
          </p:nvSpPr>
          <p:spPr bwMode="auto">
            <a:xfrm>
              <a:off x="2658" y="1715"/>
              <a:ext cx="8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211"/>
            <p:cNvSpPr>
              <a:spLocks noChangeArrowheads="1"/>
            </p:cNvSpPr>
            <p:nvPr/>
          </p:nvSpPr>
          <p:spPr bwMode="auto">
            <a:xfrm>
              <a:off x="3072" y="2517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212"/>
            <p:cNvSpPr>
              <a:spLocks noChangeArrowheads="1"/>
            </p:cNvSpPr>
            <p:nvPr/>
          </p:nvSpPr>
          <p:spPr bwMode="auto">
            <a:xfrm>
              <a:off x="3226" y="2611"/>
              <a:ext cx="81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213"/>
            <p:cNvSpPr>
              <a:spLocks noChangeArrowheads="1"/>
            </p:cNvSpPr>
            <p:nvPr/>
          </p:nvSpPr>
          <p:spPr bwMode="auto">
            <a:xfrm>
              <a:off x="2116" y="3425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214"/>
            <p:cNvSpPr>
              <a:spLocks noChangeArrowheads="1"/>
            </p:cNvSpPr>
            <p:nvPr/>
          </p:nvSpPr>
          <p:spPr bwMode="auto">
            <a:xfrm>
              <a:off x="2293" y="3519"/>
              <a:ext cx="80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Line 215"/>
            <p:cNvSpPr>
              <a:spLocks noChangeShapeType="1"/>
            </p:cNvSpPr>
            <p:nvPr/>
          </p:nvSpPr>
          <p:spPr bwMode="auto">
            <a:xfrm>
              <a:off x="1574" y="1998"/>
              <a:ext cx="0" cy="19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216"/>
            <p:cNvSpPr>
              <a:spLocks noChangeShapeType="1"/>
            </p:cNvSpPr>
            <p:nvPr/>
          </p:nvSpPr>
          <p:spPr bwMode="auto">
            <a:xfrm flipV="1">
              <a:off x="2043" y="2869"/>
              <a:ext cx="0" cy="1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63" name="Group 217"/>
            <p:cNvGrpSpPr>
              <a:grpSpLocks/>
            </p:cNvGrpSpPr>
            <p:nvPr/>
          </p:nvGrpSpPr>
          <p:grpSpPr bwMode="auto">
            <a:xfrm rot="-5400000">
              <a:off x="3975" y="1542"/>
              <a:ext cx="178" cy="779"/>
              <a:chOff x="2179" y="1204"/>
              <a:chExt cx="178" cy="779"/>
            </a:xfrm>
          </p:grpSpPr>
          <p:grpSp>
            <p:nvGrpSpPr>
              <p:cNvPr id="75" name="Group 218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115" name="Group 219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119" name="Arc 220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0" name="Arc 221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6" name="Group 222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117" name="Arc 223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8" name="Arc 224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6" name="Group 225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109" name="Group 226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113" name="Arc 227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4" name="Arc 228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0" name="Group 229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111" name="Arc 230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2" name="Arc 231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7" name="Group 232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103" name="Group 233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107" name="Arc 234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8" name="Arc 235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4" name="Group 236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105" name="Arc 237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6" name="Arc 238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8" name="Group 239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97" name="Group 240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101" name="Arc 241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" name="Arc 242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8" name="Group 243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99" name="Arc 244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0" name="Arc 245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9" name="Group 246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91" name="Group 247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95" name="Arc 248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" name="Arc 249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2" name="Group 250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93" name="Arc 251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4" name="Arc 252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0" name="Group 253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85" name="Group 254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89" name="Arc 255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0" name="Arc 256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6" name="Group 257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87" name="Arc 258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8" name="Arc 259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81" name="Arc 260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Arc 261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262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263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4" name="Line 264"/>
            <p:cNvSpPr>
              <a:spLocks noChangeShapeType="1"/>
            </p:cNvSpPr>
            <p:nvPr/>
          </p:nvSpPr>
          <p:spPr bwMode="auto">
            <a:xfrm>
              <a:off x="4399" y="1934"/>
              <a:ext cx="232" cy="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265"/>
            <p:cNvSpPr>
              <a:spLocks noChangeShapeType="1"/>
            </p:cNvSpPr>
            <p:nvPr/>
          </p:nvSpPr>
          <p:spPr bwMode="auto">
            <a:xfrm flipV="1">
              <a:off x="2644" y="1940"/>
              <a:ext cx="23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266"/>
            <p:cNvSpPr>
              <a:spLocks noChangeShapeType="1"/>
            </p:cNvSpPr>
            <p:nvPr/>
          </p:nvSpPr>
          <p:spPr bwMode="auto">
            <a:xfrm flipV="1">
              <a:off x="3413" y="1941"/>
              <a:ext cx="23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Text Box 267"/>
            <p:cNvSpPr txBox="1">
              <a:spLocks noChangeArrowheads="1"/>
            </p:cNvSpPr>
            <p:nvPr/>
          </p:nvSpPr>
          <p:spPr bwMode="auto">
            <a:xfrm>
              <a:off x="1335" y="196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68" name="Text Box 268"/>
            <p:cNvSpPr txBox="1">
              <a:spLocks noChangeArrowheads="1"/>
            </p:cNvSpPr>
            <p:nvPr/>
          </p:nvSpPr>
          <p:spPr bwMode="auto">
            <a:xfrm>
              <a:off x="2110" y="2801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69" name="Text Box 269"/>
            <p:cNvSpPr txBox="1">
              <a:spLocks noChangeArrowheads="1"/>
            </p:cNvSpPr>
            <p:nvPr/>
          </p:nvSpPr>
          <p:spPr bwMode="auto">
            <a:xfrm>
              <a:off x="2759" y="159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0" name="Text Box 270"/>
            <p:cNvSpPr txBox="1">
              <a:spLocks noChangeArrowheads="1"/>
            </p:cNvSpPr>
            <p:nvPr/>
          </p:nvSpPr>
          <p:spPr bwMode="auto">
            <a:xfrm>
              <a:off x="3522" y="1597"/>
              <a:ext cx="307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  <p:grpSp>
          <p:nvGrpSpPr>
            <p:cNvPr id="71" name="Group 271"/>
            <p:cNvGrpSpPr>
              <a:grpSpLocks/>
            </p:cNvGrpSpPr>
            <p:nvPr/>
          </p:nvGrpSpPr>
          <p:grpSpPr bwMode="auto">
            <a:xfrm>
              <a:off x="2736" y="2023"/>
              <a:ext cx="82" cy="802"/>
              <a:chOff x="4576" y="1193"/>
              <a:chExt cx="82" cy="802"/>
            </a:xfrm>
          </p:grpSpPr>
          <p:sp>
            <p:nvSpPr>
              <p:cNvPr id="73" name="Freeform 272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273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2" name="Text Box 274"/>
            <p:cNvSpPr txBox="1">
              <a:spLocks noChangeArrowheads="1"/>
            </p:cNvSpPr>
            <p:nvPr/>
          </p:nvSpPr>
          <p:spPr bwMode="auto">
            <a:xfrm>
              <a:off x="2803" y="2289"/>
              <a:ext cx="332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v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</p:grpSp>
      <p:grpSp>
        <p:nvGrpSpPr>
          <p:cNvPr id="281" name="Group 339"/>
          <p:cNvGrpSpPr>
            <a:grpSpLocks/>
          </p:cNvGrpSpPr>
          <p:nvPr/>
        </p:nvGrpSpPr>
        <p:grpSpPr bwMode="auto">
          <a:xfrm>
            <a:off x="6866442" y="1255306"/>
            <a:ext cx="1381125" cy="854075"/>
            <a:chOff x="2400" y="858"/>
            <a:chExt cx="870" cy="538"/>
          </a:xfrm>
        </p:grpSpPr>
        <p:sp>
          <p:nvSpPr>
            <p:cNvPr id="282" name="Oval 275"/>
            <p:cNvSpPr>
              <a:spLocks noChangeArrowheads="1"/>
            </p:cNvSpPr>
            <p:nvPr/>
          </p:nvSpPr>
          <p:spPr bwMode="auto">
            <a:xfrm>
              <a:off x="2400" y="858"/>
              <a:ext cx="870" cy="52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83" name="Text Box 338"/>
            <p:cNvSpPr txBox="1">
              <a:spLocks noChangeArrowheads="1"/>
            </p:cNvSpPr>
            <p:nvPr/>
          </p:nvSpPr>
          <p:spPr bwMode="auto">
            <a:xfrm>
              <a:off x="2713" y="1165"/>
              <a:ext cx="36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L</a:t>
              </a:r>
              <a:endPara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84" name="Group 356"/>
          <p:cNvGrpSpPr>
            <a:grpSpLocks/>
          </p:cNvGrpSpPr>
          <p:nvPr/>
        </p:nvGrpSpPr>
        <p:grpSpPr bwMode="auto">
          <a:xfrm>
            <a:off x="3189792" y="4722406"/>
            <a:ext cx="4267200" cy="1727200"/>
            <a:chOff x="84" y="2838"/>
            <a:chExt cx="2688" cy="1088"/>
          </a:xfrm>
        </p:grpSpPr>
        <p:sp>
          <p:nvSpPr>
            <p:cNvPr id="285" name="Rectangle 279"/>
            <p:cNvSpPr>
              <a:spLocks noChangeArrowheads="1"/>
            </p:cNvSpPr>
            <p:nvPr/>
          </p:nvSpPr>
          <p:spPr bwMode="auto">
            <a:xfrm>
              <a:off x="326" y="2838"/>
              <a:ext cx="32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6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86" name="Freeform 280"/>
            <p:cNvSpPr>
              <a:spLocks/>
            </p:cNvSpPr>
            <p:nvPr/>
          </p:nvSpPr>
          <p:spPr bwMode="auto">
            <a:xfrm>
              <a:off x="454" y="2908"/>
              <a:ext cx="51" cy="117"/>
            </a:xfrm>
            <a:custGeom>
              <a:avLst/>
              <a:gdLst>
                <a:gd name="T0" fmla="*/ 26 w 52"/>
                <a:gd name="T1" fmla="*/ 0 h 95"/>
                <a:gd name="T2" fmla="*/ 46 w 52"/>
                <a:gd name="T3" fmla="*/ 330 h 95"/>
                <a:gd name="T4" fmla="*/ 26 w 52"/>
                <a:gd name="T5" fmla="*/ 330 h 95"/>
                <a:gd name="T6" fmla="*/ 0 w 52"/>
                <a:gd name="T7" fmla="*/ 330 h 95"/>
                <a:gd name="T8" fmla="*/ 26 w 52"/>
                <a:gd name="T9" fmla="*/ 0 h 9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2" h="95">
                  <a:moveTo>
                    <a:pt x="26" y="0"/>
                  </a:moveTo>
                  <a:lnTo>
                    <a:pt x="52" y="95"/>
                  </a:lnTo>
                  <a:lnTo>
                    <a:pt x="26" y="95"/>
                  </a:lnTo>
                  <a:lnTo>
                    <a:pt x="0" y="95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7" name="Line 281"/>
            <p:cNvSpPr>
              <a:spLocks noChangeShapeType="1"/>
            </p:cNvSpPr>
            <p:nvPr/>
          </p:nvSpPr>
          <p:spPr bwMode="auto">
            <a:xfrm>
              <a:off x="480" y="3025"/>
              <a:ext cx="1" cy="901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8" name="Line 284"/>
            <p:cNvSpPr>
              <a:spLocks noChangeShapeType="1"/>
            </p:cNvSpPr>
            <p:nvPr/>
          </p:nvSpPr>
          <p:spPr bwMode="auto">
            <a:xfrm flipV="1">
              <a:off x="486" y="2982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9" name="Rectangle 285"/>
            <p:cNvSpPr>
              <a:spLocks noChangeArrowheads="1"/>
            </p:cNvSpPr>
            <p:nvPr/>
          </p:nvSpPr>
          <p:spPr bwMode="auto">
            <a:xfrm>
              <a:off x="327" y="2842"/>
              <a:ext cx="29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0" name="Rectangle 286"/>
            <p:cNvSpPr>
              <a:spLocks noChangeArrowheads="1"/>
            </p:cNvSpPr>
            <p:nvPr/>
          </p:nvSpPr>
          <p:spPr bwMode="auto">
            <a:xfrm>
              <a:off x="370" y="2914"/>
              <a:ext cx="48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1" name="Rectangle 287"/>
            <p:cNvSpPr>
              <a:spLocks noChangeArrowheads="1"/>
            </p:cNvSpPr>
            <p:nvPr/>
          </p:nvSpPr>
          <p:spPr bwMode="auto">
            <a:xfrm>
              <a:off x="830" y="3604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2" name="Rectangle 288"/>
            <p:cNvSpPr>
              <a:spLocks noChangeArrowheads="1"/>
            </p:cNvSpPr>
            <p:nvPr/>
          </p:nvSpPr>
          <p:spPr bwMode="auto">
            <a:xfrm>
              <a:off x="1799" y="3607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3" name="Rectangle 289"/>
            <p:cNvSpPr>
              <a:spLocks noChangeArrowheads="1"/>
            </p:cNvSpPr>
            <p:nvPr/>
          </p:nvSpPr>
          <p:spPr bwMode="auto">
            <a:xfrm>
              <a:off x="738" y="3583"/>
              <a:ext cx="66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4" name="Rectangle 291"/>
            <p:cNvSpPr>
              <a:spLocks noChangeArrowheads="1"/>
            </p:cNvSpPr>
            <p:nvPr/>
          </p:nvSpPr>
          <p:spPr bwMode="auto">
            <a:xfrm>
              <a:off x="412" y="3638"/>
              <a:ext cx="52" cy="1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5" name="Line 292"/>
            <p:cNvSpPr>
              <a:spLocks noChangeShapeType="1"/>
            </p:cNvSpPr>
            <p:nvPr/>
          </p:nvSpPr>
          <p:spPr bwMode="auto">
            <a:xfrm>
              <a:off x="961" y="2991"/>
              <a:ext cx="953" cy="220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6" name="Line 293"/>
            <p:cNvSpPr>
              <a:spLocks noChangeShapeType="1"/>
            </p:cNvSpPr>
            <p:nvPr/>
          </p:nvSpPr>
          <p:spPr bwMode="auto">
            <a:xfrm flipV="1">
              <a:off x="1915" y="2983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7" name="Freeform 307"/>
            <p:cNvSpPr>
              <a:spLocks/>
            </p:cNvSpPr>
            <p:nvPr/>
          </p:nvSpPr>
          <p:spPr bwMode="auto">
            <a:xfrm>
              <a:off x="454" y="2908"/>
              <a:ext cx="51" cy="117"/>
            </a:xfrm>
            <a:custGeom>
              <a:avLst/>
              <a:gdLst>
                <a:gd name="T0" fmla="*/ 26 w 52"/>
                <a:gd name="T1" fmla="*/ 0 h 95"/>
                <a:gd name="T2" fmla="*/ 46 w 52"/>
                <a:gd name="T3" fmla="*/ 330 h 95"/>
                <a:gd name="T4" fmla="*/ 26 w 52"/>
                <a:gd name="T5" fmla="*/ 330 h 95"/>
                <a:gd name="T6" fmla="*/ 0 w 52"/>
                <a:gd name="T7" fmla="*/ 330 h 95"/>
                <a:gd name="T8" fmla="*/ 26 w 52"/>
                <a:gd name="T9" fmla="*/ 0 h 9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2" h="95">
                  <a:moveTo>
                    <a:pt x="26" y="0"/>
                  </a:moveTo>
                  <a:lnTo>
                    <a:pt x="52" y="95"/>
                  </a:lnTo>
                  <a:lnTo>
                    <a:pt x="26" y="95"/>
                  </a:lnTo>
                  <a:lnTo>
                    <a:pt x="0" y="95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8" name="Line 308"/>
            <p:cNvSpPr>
              <a:spLocks noChangeShapeType="1"/>
            </p:cNvSpPr>
            <p:nvPr/>
          </p:nvSpPr>
          <p:spPr bwMode="auto">
            <a:xfrm>
              <a:off x="480" y="3025"/>
              <a:ext cx="1" cy="901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9" name="Freeform 309"/>
            <p:cNvSpPr>
              <a:spLocks/>
            </p:cNvSpPr>
            <p:nvPr/>
          </p:nvSpPr>
          <p:spPr bwMode="auto">
            <a:xfrm>
              <a:off x="2278" y="3540"/>
              <a:ext cx="93" cy="52"/>
            </a:xfrm>
            <a:custGeom>
              <a:avLst/>
              <a:gdLst>
                <a:gd name="T0" fmla="*/ 83 w 95"/>
                <a:gd name="T1" fmla="*/ 53 h 43"/>
                <a:gd name="T2" fmla="*/ 0 w 95"/>
                <a:gd name="T3" fmla="*/ 134 h 43"/>
                <a:gd name="T4" fmla="*/ 0 w 95"/>
                <a:gd name="T5" fmla="*/ 53 h 43"/>
                <a:gd name="T6" fmla="*/ 0 w 95"/>
                <a:gd name="T7" fmla="*/ 0 h 43"/>
                <a:gd name="T8" fmla="*/ 83 w 95"/>
                <a:gd name="T9" fmla="*/ 53 h 4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5" h="43">
                  <a:moveTo>
                    <a:pt x="95" y="17"/>
                  </a:moveTo>
                  <a:lnTo>
                    <a:pt x="0" y="43"/>
                  </a:lnTo>
                  <a:lnTo>
                    <a:pt x="0" y="17"/>
                  </a:lnTo>
                  <a:lnTo>
                    <a:pt x="0" y="0"/>
                  </a:lnTo>
                  <a:lnTo>
                    <a:pt x="95" y="1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0" name="Line 310"/>
            <p:cNvSpPr>
              <a:spLocks noChangeShapeType="1"/>
            </p:cNvSpPr>
            <p:nvPr/>
          </p:nvSpPr>
          <p:spPr bwMode="auto">
            <a:xfrm>
              <a:off x="437" y="3560"/>
              <a:ext cx="1901" cy="2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1" name="Line 311"/>
            <p:cNvSpPr>
              <a:spLocks noChangeShapeType="1"/>
            </p:cNvSpPr>
            <p:nvPr/>
          </p:nvSpPr>
          <p:spPr bwMode="auto">
            <a:xfrm flipV="1">
              <a:off x="486" y="2982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2" name="Rectangle 312"/>
            <p:cNvSpPr>
              <a:spLocks noChangeArrowheads="1"/>
            </p:cNvSpPr>
            <p:nvPr/>
          </p:nvSpPr>
          <p:spPr bwMode="auto">
            <a:xfrm>
              <a:off x="327" y="2842"/>
              <a:ext cx="29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3" name="Rectangle 313"/>
            <p:cNvSpPr>
              <a:spLocks noChangeArrowheads="1"/>
            </p:cNvSpPr>
            <p:nvPr/>
          </p:nvSpPr>
          <p:spPr bwMode="auto">
            <a:xfrm>
              <a:off x="370" y="2914"/>
              <a:ext cx="48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4" name="Rectangle 314"/>
            <p:cNvSpPr>
              <a:spLocks noChangeArrowheads="1"/>
            </p:cNvSpPr>
            <p:nvPr/>
          </p:nvSpPr>
          <p:spPr bwMode="auto">
            <a:xfrm>
              <a:off x="830" y="3604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5" name="Rectangle 315"/>
            <p:cNvSpPr>
              <a:spLocks noChangeArrowheads="1"/>
            </p:cNvSpPr>
            <p:nvPr/>
          </p:nvSpPr>
          <p:spPr bwMode="auto">
            <a:xfrm>
              <a:off x="1799" y="3607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6" name="Rectangle 316"/>
            <p:cNvSpPr>
              <a:spLocks noChangeArrowheads="1"/>
            </p:cNvSpPr>
            <p:nvPr/>
          </p:nvSpPr>
          <p:spPr bwMode="auto">
            <a:xfrm>
              <a:off x="738" y="3583"/>
              <a:ext cx="66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7" name="Rectangle 317"/>
            <p:cNvSpPr>
              <a:spLocks noChangeArrowheads="1"/>
            </p:cNvSpPr>
            <p:nvPr/>
          </p:nvSpPr>
          <p:spPr bwMode="auto">
            <a:xfrm>
              <a:off x="2327" y="3634"/>
              <a:ext cx="29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8" name="Rectangle 318"/>
            <p:cNvSpPr>
              <a:spLocks noChangeArrowheads="1"/>
            </p:cNvSpPr>
            <p:nvPr/>
          </p:nvSpPr>
          <p:spPr bwMode="auto">
            <a:xfrm>
              <a:off x="412" y="3638"/>
              <a:ext cx="52" cy="1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9" name="Line 319"/>
            <p:cNvSpPr>
              <a:spLocks noChangeShapeType="1"/>
            </p:cNvSpPr>
            <p:nvPr/>
          </p:nvSpPr>
          <p:spPr bwMode="auto">
            <a:xfrm>
              <a:off x="961" y="2991"/>
              <a:ext cx="953" cy="220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0" name="Line 320"/>
            <p:cNvSpPr>
              <a:spLocks noChangeShapeType="1"/>
            </p:cNvSpPr>
            <p:nvPr/>
          </p:nvSpPr>
          <p:spPr bwMode="auto">
            <a:xfrm flipV="1">
              <a:off x="1915" y="2983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11" name="Group 334"/>
            <p:cNvGrpSpPr>
              <a:grpSpLocks/>
            </p:cNvGrpSpPr>
            <p:nvPr/>
          </p:nvGrpSpPr>
          <p:grpSpPr bwMode="auto">
            <a:xfrm>
              <a:off x="944" y="2881"/>
              <a:ext cx="964" cy="915"/>
              <a:chOff x="2973" y="2171"/>
              <a:chExt cx="984" cy="1391"/>
            </a:xfrm>
          </p:grpSpPr>
          <p:sp>
            <p:nvSpPr>
              <p:cNvPr id="318" name="Freeform 332"/>
              <p:cNvSpPr>
                <a:spLocks noEditPoints="1"/>
              </p:cNvSpPr>
              <p:nvPr/>
            </p:nvSpPr>
            <p:spPr bwMode="auto">
              <a:xfrm>
                <a:off x="2973" y="2171"/>
                <a:ext cx="13" cy="1358"/>
              </a:xfrm>
              <a:custGeom>
                <a:avLst/>
                <a:gdLst>
                  <a:gd name="T0" fmla="*/ 9 w 13"/>
                  <a:gd name="T1" fmla="*/ 35 h 1358"/>
                  <a:gd name="T2" fmla="*/ 0 w 13"/>
                  <a:gd name="T3" fmla="*/ 0 h 1358"/>
                  <a:gd name="T4" fmla="*/ 9 w 13"/>
                  <a:gd name="T5" fmla="*/ 61 h 1358"/>
                  <a:gd name="T6" fmla="*/ 0 w 13"/>
                  <a:gd name="T7" fmla="*/ 95 h 1358"/>
                  <a:gd name="T8" fmla="*/ 9 w 13"/>
                  <a:gd name="T9" fmla="*/ 61 h 1358"/>
                  <a:gd name="T10" fmla="*/ 9 w 13"/>
                  <a:gd name="T11" fmla="*/ 156 h 1358"/>
                  <a:gd name="T12" fmla="*/ 0 w 13"/>
                  <a:gd name="T13" fmla="*/ 121 h 1358"/>
                  <a:gd name="T14" fmla="*/ 9 w 13"/>
                  <a:gd name="T15" fmla="*/ 181 h 1358"/>
                  <a:gd name="T16" fmla="*/ 1 w 13"/>
                  <a:gd name="T17" fmla="*/ 216 h 1358"/>
                  <a:gd name="T18" fmla="*/ 9 w 13"/>
                  <a:gd name="T19" fmla="*/ 181 h 1358"/>
                  <a:gd name="T20" fmla="*/ 9 w 13"/>
                  <a:gd name="T21" fmla="*/ 276 h 1358"/>
                  <a:gd name="T22" fmla="*/ 1 w 13"/>
                  <a:gd name="T23" fmla="*/ 242 h 1358"/>
                  <a:gd name="T24" fmla="*/ 10 w 13"/>
                  <a:gd name="T25" fmla="*/ 302 h 1358"/>
                  <a:gd name="T26" fmla="*/ 1 w 13"/>
                  <a:gd name="T27" fmla="*/ 337 h 1358"/>
                  <a:gd name="T28" fmla="*/ 10 w 13"/>
                  <a:gd name="T29" fmla="*/ 302 h 1358"/>
                  <a:gd name="T30" fmla="*/ 10 w 13"/>
                  <a:gd name="T31" fmla="*/ 397 h 1358"/>
                  <a:gd name="T32" fmla="*/ 1 w 13"/>
                  <a:gd name="T33" fmla="*/ 362 h 1358"/>
                  <a:gd name="T34" fmla="*/ 10 w 13"/>
                  <a:gd name="T35" fmla="*/ 423 h 1358"/>
                  <a:gd name="T36" fmla="*/ 1 w 13"/>
                  <a:gd name="T37" fmla="*/ 457 h 1358"/>
                  <a:gd name="T38" fmla="*/ 10 w 13"/>
                  <a:gd name="T39" fmla="*/ 423 h 1358"/>
                  <a:gd name="T40" fmla="*/ 10 w 13"/>
                  <a:gd name="T41" fmla="*/ 518 h 1358"/>
                  <a:gd name="T42" fmla="*/ 1 w 13"/>
                  <a:gd name="T43" fmla="*/ 483 h 1358"/>
                  <a:gd name="T44" fmla="*/ 10 w 13"/>
                  <a:gd name="T45" fmla="*/ 543 h 1358"/>
                  <a:gd name="T46" fmla="*/ 2 w 13"/>
                  <a:gd name="T47" fmla="*/ 578 h 1358"/>
                  <a:gd name="T48" fmla="*/ 10 w 13"/>
                  <a:gd name="T49" fmla="*/ 543 h 1358"/>
                  <a:gd name="T50" fmla="*/ 11 w 13"/>
                  <a:gd name="T51" fmla="*/ 638 h 1358"/>
                  <a:gd name="T52" fmla="*/ 2 w 13"/>
                  <a:gd name="T53" fmla="*/ 604 h 1358"/>
                  <a:gd name="T54" fmla="*/ 11 w 13"/>
                  <a:gd name="T55" fmla="*/ 664 h 1358"/>
                  <a:gd name="T56" fmla="*/ 2 w 13"/>
                  <a:gd name="T57" fmla="*/ 699 h 1358"/>
                  <a:gd name="T58" fmla="*/ 11 w 13"/>
                  <a:gd name="T59" fmla="*/ 664 h 1358"/>
                  <a:gd name="T60" fmla="*/ 11 w 13"/>
                  <a:gd name="T61" fmla="*/ 759 h 1358"/>
                  <a:gd name="T62" fmla="*/ 2 w 13"/>
                  <a:gd name="T63" fmla="*/ 724 h 1358"/>
                  <a:gd name="T64" fmla="*/ 11 w 13"/>
                  <a:gd name="T65" fmla="*/ 785 h 1358"/>
                  <a:gd name="T66" fmla="*/ 3 w 13"/>
                  <a:gd name="T67" fmla="*/ 819 h 1358"/>
                  <a:gd name="T68" fmla="*/ 11 w 13"/>
                  <a:gd name="T69" fmla="*/ 785 h 1358"/>
                  <a:gd name="T70" fmla="*/ 11 w 13"/>
                  <a:gd name="T71" fmla="*/ 880 h 1358"/>
                  <a:gd name="T72" fmla="*/ 3 w 13"/>
                  <a:gd name="T73" fmla="*/ 845 h 1358"/>
                  <a:gd name="T74" fmla="*/ 11 w 13"/>
                  <a:gd name="T75" fmla="*/ 905 h 1358"/>
                  <a:gd name="T76" fmla="*/ 3 w 13"/>
                  <a:gd name="T77" fmla="*/ 940 h 1358"/>
                  <a:gd name="T78" fmla="*/ 11 w 13"/>
                  <a:gd name="T79" fmla="*/ 905 h 1358"/>
                  <a:gd name="T80" fmla="*/ 12 w 13"/>
                  <a:gd name="T81" fmla="*/ 1000 h 1358"/>
                  <a:gd name="T82" fmla="*/ 3 w 13"/>
                  <a:gd name="T83" fmla="*/ 966 h 1358"/>
                  <a:gd name="T84" fmla="*/ 12 w 13"/>
                  <a:gd name="T85" fmla="*/ 1026 h 1358"/>
                  <a:gd name="T86" fmla="*/ 3 w 13"/>
                  <a:gd name="T87" fmla="*/ 1061 h 1358"/>
                  <a:gd name="T88" fmla="*/ 12 w 13"/>
                  <a:gd name="T89" fmla="*/ 1026 h 1358"/>
                  <a:gd name="T90" fmla="*/ 12 w 13"/>
                  <a:gd name="T91" fmla="*/ 1121 h 1358"/>
                  <a:gd name="T92" fmla="*/ 3 w 13"/>
                  <a:gd name="T93" fmla="*/ 1086 h 1358"/>
                  <a:gd name="T94" fmla="*/ 12 w 13"/>
                  <a:gd name="T95" fmla="*/ 1147 h 1358"/>
                  <a:gd name="T96" fmla="*/ 4 w 13"/>
                  <a:gd name="T97" fmla="*/ 1181 h 1358"/>
                  <a:gd name="T98" fmla="*/ 12 w 13"/>
                  <a:gd name="T99" fmla="*/ 1147 h 1358"/>
                  <a:gd name="T100" fmla="*/ 13 w 13"/>
                  <a:gd name="T101" fmla="*/ 1242 h 1358"/>
                  <a:gd name="T102" fmla="*/ 4 w 13"/>
                  <a:gd name="T103" fmla="*/ 1207 h 1358"/>
                  <a:gd name="T104" fmla="*/ 13 w 13"/>
                  <a:gd name="T105" fmla="*/ 1267 h 1358"/>
                  <a:gd name="T106" fmla="*/ 4 w 13"/>
                  <a:gd name="T107" fmla="*/ 1302 h 1358"/>
                  <a:gd name="T108" fmla="*/ 13 w 13"/>
                  <a:gd name="T109" fmla="*/ 1267 h 1358"/>
                  <a:gd name="T110" fmla="*/ 13 w 13"/>
                  <a:gd name="T111" fmla="*/ 1358 h 1358"/>
                  <a:gd name="T112" fmla="*/ 4 w 13"/>
                  <a:gd name="T113" fmla="*/ 1328 h 1358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</a:gdLst>
                <a:ahLst/>
                <a:cxnLst>
                  <a:cxn ang="T114">
                    <a:pos x="T0" y="T1"/>
                  </a:cxn>
                  <a:cxn ang="T115">
                    <a:pos x="T2" y="T3"/>
                  </a:cxn>
                  <a:cxn ang="T116">
                    <a:pos x="T4" y="T5"/>
                  </a:cxn>
                  <a:cxn ang="T117">
                    <a:pos x="T6" y="T7"/>
                  </a:cxn>
                  <a:cxn ang="T118">
                    <a:pos x="T8" y="T9"/>
                  </a:cxn>
                  <a:cxn ang="T119">
                    <a:pos x="T10" y="T11"/>
                  </a:cxn>
                  <a:cxn ang="T120">
                    <a:pos x="T12" y="T13"/>
                  </a:cxn>
                  <a:cxn ang="T121">
                    <a:pos x="T14" y="T15"/>
                  </a:cxn>
                  <a:cxn ang="T122">
                    <a:pos x="T16" y="T17"/>
                  </a:cxn>
                  <a:cxn ang="T123">
                    <a:pos x="T18" y="T19"/>
                  </a:cxn>
                  <a:cxn ang="T124">
                    <a:pos x="T20" y="T21"/>
                  </a:cxn>
                  <a:cxn ang="T125">
                    <a:pos x="T22" y="T23"/>
                  </a:cxn>
                  <a:cxn ang="T126">
                    <a:pos x="T24" y="T25"/>
                  </a:cxn>
                  <a:cxn ang="T127">
                    <a:pos x="T26" y="T27"/>
                  </a:cxn>
                  <a:cxn ang="T128">
                    <a:pos x="T28" y="T29"/>
                  </a:cxn>
                  <a:cxn ang="T129">
                    <a:pos x="T30" y="T31"/>
                  </a:cxn>
                  <a:cxn ang="T130">
                    <a:pos x="T32" y="T33"/>
                  </a:cxn>
                  <a:cxn ang="T131">
                    <a:pos x="T34" y="T35"/>
                  </a:cxn>
                  <a:cxn ang="T132">
                    <a:pos x="T36" y="T37"/>
                  </a:cxn>
                  <a:cxn ang="T133">
                    <a:pos x="T38" y="T39"/>
                  </a:cxn>
                  <a:cxn ang="T134">
                    <a:pos x="T40" y="T41"/>
                  </a:cxn>
                  <a:cxn ang="T135">
                    <a:pos x="T42" y="T43"/>
                  </a:cxn>
                  <a:cxn ang="T136">
                    <a:pos x="T44" y="T45"/>
                  </a:cxn>
                  <a:cxn ang="T137">
                    <a:pos x="T46" y="T47"/>
                  </a:cxn>
                  <a:cxn ang="T138">
                    <a:pos x="T48" y="T49"/>
                  </a:cxn>
                  <a:cxn ang="T139">
                    <a:pos x="T50" y="T51"/>
                  </a:cxn>
                  <a:cxn ang="T140">
                    <a:pos x="T52" y="T53"/>
                  </a:cxn>
                  <a:cxn ang="T141">
                    <a:pos x="T54" y="T55"/>
                  </a:cxn>
                  <a:cxn ang="T142">
                    <a:pos x="T56" y="T57"/>
                  </a:cxn>
                  <a:cxn ang="T143">
                    <a:pos x="T58" y="T59"/>
                  </a:cxn>
                  <a:cxn ang="T144">
                    <a:pos x="T60" y="T61"/>
                  </a:cxn>
                  <a:cxn ang="T145">
                    <a:pos x="T62" y="T63"/>
                  </a:cxn>
                  <a:cxn ang="T146">
                    <a:pos x="T64" y="T65"/>
                  </a:cxn>
                  <a:cxn ang="T147">
                    <a:pos x="T66" y="T67"/>
                  </a:cxn>
                  <a:cxn ang="T148">
                    <a:pos x="T68" y="T69"/>
                  </a:cxn>
                  <a:cxn ang="T149">
                    <a:pos x="T70" y="T71"/>
                  </a:cxn>
                  <a:cxn ang="T150">
                    <a:pos x="T72" y="T73"/>
                  </a:cxn>
                  <a:cxn ang="T151">
                    <a:pos x="T74" y="T75"/>
                  </a:cxn>
                  <a:cxn ang="T152">
                    <a:pos x="T76" y="T77"/>
                  </a:cxn>
                  <a:cxn ang="T153">
                    <a:pos x="T78" y="T79"/>
                  </a:cxn>
                  <a:cxn ang="T154">
                    <a:pos x="T80" y="T81"/>
                  </a:cxn>
                  <a:cxn ang="T155">
                    <a:pos x="T82" y="T83"/>
                  </a:cxn>
                  <a:cxn ang="T156">
                    <a:pos x="T84" y="T85"/>
                  </a:cxn>
                  <a:cxn ang="T157">
                    <a:pos x="T86" y="T87"/>
                  </a:cxn>
                  <a:cxn ang="T158">
                    <a:pos x="T88" y="T89"/>
                  </a:cxn>
                  <a:cxn ang="T159">
                    <a:pos x="T90" y="T91"/>
                  </a:cxn>
                  <a:cxn ang="T160">
                    <a:pos x="T92" y="T93"/>
                  </a:cxn>
                  <a:cxn ang="T161">
                    <a:pos x="T94" y="T95"/>
                  </a:cxn>
                  <a:cxn ang="T162">
                    <a:pos x="T96" y="T97"/>
                  </a:cxn>
                  <a:cxn ang="T163">
                    <a:pos x="T98" y="T99"/>
                  </a:cxn>
                  <a:cxn ang="T164">
                    <a:pos x="T100" y="T101"/>
                  </a:cxn>
                  <a:cxn ang="T165">
                    <a:pos x="T102" y="T103"/>
                  </a:cxn>
                  <a:cxn ang="T166">
                    <a:pos x="T104" y="T105"/>
                  </a:cxn>
                  <a:cxn ang="T167">
                    <a:pos x="T106" y="T107"/>
                  </a:cxn>
                  <a:cxn ang="T168">
                    <a:pos x="T108" y="T109"/>
                  </a:cxn>
                  <a:cxn ang="T169">
                    <a:pos x="T110" y="T111"/>
                  </a:cxn>
                  <a:cxn ang="T170">
                    <a:pos x="T112" y="T113"/>
                  </a:cxn>
                </a:cxnLst>
                <a:rect l="0" t="0" r="r" b="b"/>
                <a:pathLst>
                  <a:path w="13" h="1358">
                    <a:moveTo>
                      <a:pt x="9" y="0"/>
                    </a:moveTo>
                    <a:lnTo>
                      <a:pt x="9" y="35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9" y="0"/>
                    </a:lnTo>
                    <a:close/>
                    <a:moveTo>
                      <a:pt x="9" y="61"/>
                    </a:moveTo>
                    <a:lnTo>
                      <a:pt x="9" y="95"/>
                    </a:lnTo>
                    <a:lnTo>
                      <a:pt x="0" y="95"/>
                    </a:lnTo>
                    <a:lnTo>
                      <a:pt x="0" y="61"/>
                    </a:lnTo>
                    <a:lnTo>
                      <a:pt x="9" y="61"/>
                    </a:lnTo>
                    <a:close/>
                    <a:moveTo>
                      <a:pt x="9" y="121"/>
                    </a:moveTo>
                    <a:lnTo>
                      <a:pt x="9" y="156"/>
                    </a:lnTo>
                    <a:lnTo>
                      <a:pt x="0" y="156"/>
                    </a:lnTo>
                    <a:lnTo>
                      <a:pt x="0" y="121"/>
                    </a:lnTo>
                    <a:lnTo>
                      <a:pt x="9" y="121"/>
                    </a:lnTo>
                    <a:close/>
                    <a:moveTo>
                      <a:pt x="9" y="181"/>
                    </a:moveTo>
                    <a:lnTo>
                      <a:pt x="9" y="216"/>
                    </a:lnTo>
                    <a:lnTo>
                      <a:pt x="1" y="216"/>
                    </a:lnTo>
                    <a:lnTo>
                      <a:pt x="0" y="181"/>
                    </a:lnTo>
                    <a:lnTo>
                      <a:pt x="9" y="181"/>
                    </a:lnTo>
                    <a:close/>
                    <a:moveTo>
                      <a:pt x="9" y="242"/>
                    </a:moveTo>
                    <a:lnTo>
                      <a:pt x="9" y="276"/>
                    </a:lnTo>
                    <a:lnTo>
                      <a:pt x="1" y="276"/>
                    </a:lnTo>
                    <a:lnTo>
                      <a:pt x="1" y="242"/>
                    </a:lnTo>
                    <a:lnTo>
                      <a:pt x="9" y="242"/>
                    </a:lnTo>
                    <a:close/>
                    <a:moveTo>
                      <a:pt x="10" y="302"/>
                    </a:moveTo>
                    <a:lnTo>
                      <a:pt x="10" y="337"/>
                    </a:lnTo>
                    <a:lnTo>
                      <a:pt x="1" y="337"/>
                    </a:lnTo>
                    <a:lnTo>
                      <a:pt x="1" y="302"/>
                    </a:lnTo>
                    <a:lnTo>
                      <a:pt x="10" y="302"/>
                    </a:lnTo>
                    <a:close/>
                    <a:moveTo>
                      <a:pt x="10" y="362"/>
                    </a:moveTo>
                    <a:lnTo>
                      <a:pt x="10" y="397"/>
                    </a:lnTo>
                    <a:lnTo>
                      <a:pt x="1" y="397"/>
                    </a:lnTo>
                    <a:lnTo>
                      <a:pt x="1" y="362"/>
                    </a:lnTo>
                    <a:lnTo>
                      <a:pt x="10" y="362"/>
                    </a:lnTo>
                    <a:close/>
                    <a:moveTo>
                      <a:pt x="10" y="423"/>
                    </a:moveTo>
                    <a:lnTo>
                      <a:pt x="10" y="457"/>
                    </a:lnTo>
                    <a:lnTo>
                      <a:pt x="1" y="457"/>
                    </a:lnTo>
                    <a:lnTo>
                      <a:pt x="1" y="423"/>
                    </a:lnTo>
                    <a:lnTo>
                      <a:pt x="10" y="423"/>
                    </a:lnTo>
                    <a:close/>
                    <a:moveTo>
                      <a:pt x="10" y="483"/>
                    </a:moveTo>
                    <a:lnTo>
                      <a:pt x="10" y="518"/>
                    </a:lnTo>
                    <a:lnTo>
                      <a:pt x="2" y="518"/>
                    </a:lnTo>
                    <a:lnTo>
                      <a:pt x="1" y="483"/>
                    </a:lnTo>
                    <a:lnTo>
                      <a:pt x="10" y="483"/>
                    </a:lnTo>
                    <a:close/>
                    <a:moveTo>
                      <a:pt x="10" y="543"/>
                    </a:moveTo>
                    <a:lnTo>
                      <a:pt x="10" y="578"/>
                    </a:lnTo>
                    <a:lnTo>
                      <a:pt x="2" y="578"/>
                    </a:lnTo>
                    <a:lnTo>
                      <a:pt x="2" y="543"/>
                    </a:lnTo>
                    <a:lnTo>
                      <a:pt x="10" y="543"/>
                    </a:lnTo>
                    <a:close/>
                    <a:moveTo>
                      <a:pt x="10" y="604"/>
                    </a:moveTo>
                    <a:lnTo>
                      <a:pt x="11" y="638"/>
                    </a:lnTo>
                    <a:lnTo>
                      <a:pt x="2" y="638"/>
                    </a:lnTo>
                    <a:lnTo>
                      <a:pt x="2" y="604"/>
                    </a:lnTo>
                    <a:lnTo>
                      <a:pt x="10" y="604"/>
                    </a:lnTo>
                    <a:close/>
                    <a:moveTo>
                      <a:pt x="11" y="664"/>
                    </a:moveTo>
                    <a:lnTo>
                      <a:pt x="11" y="699"/>
                    </a:lnTo>
                    <a:lnTo>
                      <a:pt x="2" y="699"/>
                    </a:lnTo>
                    <a:lnTo>
                      <a:pt x="2" y="664"/>
                    </a:lnTo>
                    <a:lnTo>
                      <a:pt x="11" y="664"/>
                    </a:lnTo>
                    <a:close/>
                    <a:moveTo>
                      <a:pt x="11" y="724"/>
                    </a:moveTo>
                    <a:lnTo>
                      <a:pt x="11" y="759"/>
                    </a:lnTo>
                    <a:lnTo>
                      <a:pt x="2" y="759"/>
                    </a:lnTo>
                    <a:lnTo>
                      <a:pt x="2" y="724"/>
                    </a:lnTo>
                    <a:lnTo>
                      <a:pt x="11" y="724"/>
                    </a:lnTo>
                    <a:close/>
                    <a:moveTo>
                      <a:pt x="11" y="785"/>
                    </a:moveTo>
                    <a:lnTo>
                      <a:pt x="11" y="819"/>
                    </a:lnTo>
                    <a:lnTo>
                      <a:pt x="3" y="819"/>
                    </a:lnTo>
                    <a:lnTo>
                      <a:pt x="2" y="785"/>
                    </a:lnTo>
                    <a:lnTo>
                      <a:pt x="11" y="785"/>
                    </a:lnTo>
                    <a:close/>
                    <a:moveTo>
                      <a:pt x="11" y="845"/>
                    </a:moveTo>
                    <a:lnTo>
                      <a:pt x="11" y="880"/>
                    </a:lnTo>
                    <a:lnTo>
                      <a:pt x="3" y="880"/>
                    </a:lnTo>
                    <a:lnTo>
                      <a:pt x="3" y="845"/>
                    </a:lnTo>
                    <a:lnTo>
                      <a:pt x="11" y="845"/>
                    </a:lnTo>
                    <a:close/>
                    <a:moveTo>
                      <a:pt x="11" y="905"/>
                    </a:moveTo>
                    <a:lnTo>
                      <a:pt x="12" y="940"/>
                    </a:lnTo>
                    <a:lnTo>
                      <a:pt x="3" y="940"/>
                    </a:lnTo>
                    <a:lnTo>
                      <a:pt x="3" y="905"/>
                    </a:lnTo>
                    <a:lnTo>
                      <a:pt x="11" y="905"/>
                    </a:lnTo>
                    <a:close/>
                    <a:moveTo>
                      <a:pt x="12" y="966"/>
                    </a:moveTo>
                    <a:lnTo>
                      <a:pt x="12" y="1000"/>
                    </a:lnTo>
                    <a:lnTo>
                      <a:pt x="3" y="1000"/>
                    </a:lnTo>
                    <a:lnTo>
                      <a:pt x="3" y="966"/>
                    </a:lnTo>
                    <a:lnTo>
                      <a:pt x="12" y="966"/>
                    </a:lnTo>
                    <a:close/>
                    <a:moveTo>
                      <a:pt x="12" y="1026"/>
                    </a:moveTo>
                    <a:lnTo>
                      <a:pt x="12" y="1061"/>
                    </a:lnTo>
                    <a:lnTo>
                      <a:pt x="3" y="1061"/>
                    </a:lnTo>
                    <a:lnTo>
                      <a:pt x="3" y="1026"/>
                    </a:lnTo>
                    <a:lnTo>
                      <a:pt x="12" y="1026"/>
                    </a:lnTo>
                    <a:close/>
                    <a:moveTo>
                      <a:pt x="12" y="1086"/>
                    </a:moveTo>
                    <a:lnTo>
                      <a:pt x="12" y="1121"/>
                    </a:lnTo>
                    <a:lnTo>
                      <a:pt x="3" y="1121"/>
                    </a:lnTo>
                    <a:lnTo>
                      <a:pt x="3" y="1086"/>
                    </a:lnTo>
                    <a:lnTo>
                      <a:pt x="12" y="1086"/>
                    </a:lnTo>
                    <a:close/>
                    <a:moveTo>
                      <a:pt x="12" y="1147"/>
                    </a:moveTo>
                    <a:lnTo>
                      <a:pt x="12" y="1181"/>
                    </a:lnTo>
                    <a:lnTo>
                      <a:pt x="4" y="1181"/>
                    </a:lnTo>
                    <a:lnTo>
                      <a:pt x="4" y="1147"/>
                    </a:lnTo>
                    <a:lnTo>
                      <a:pt x="12" y="1147"/>
                    </a:lnTo>
                    <a:close/>
                    <a:moveTo>
                      <a:pt x="12" y="1207"/>
                    </a:moveTo>
                    <a:lnTo>
                      <a:pt x="13" y="1242"/>
                    </a:lnTo>
                    <a:lnTo>
                      <a:pt x="4" y="1242"/>
                    </a:lnTo>
                    <a:lnTo>
                      <a:pt x="4" y="1207"/>
                    </a:lnTo>
                    <a:lnTo>
                      <a:pt x="12" y="1207"/>
                    </a:lnTo>
                    <a:close/>
                    <a:moveTo>
                      <a:pt x="13" y="1267"/>
                    </a:moveTo>
                    <a:lnTo>
                      <a:pt x="13" y="1302"/>
                    </a:lnTo>
                    <a:lnTo>
                      <a:pt x="4" y="1302"/>
                    </a:lnTo>
                    <a:lnTo>
                      <a:pt x="4" y="1267"/>
                    </a:lnTo>
                    <a:lnTo>
                      <a:pt x="13" y="1267"/>
                    </a:lnTo>
                    <a:close/>
                    <a:moveTo>
                      <a:pt x="13" y="1328"/>
                    </a:moveTo>
                    <a:lnTo>
                      <a:pt x="13" y="1358"/>
                    </a:lnTo>
                    <a:lnTo>
                      <a:pt x="4" y="1358"/>
                    </a:lnTo>
                    <a:lnTo>
                      <a:pt x="4" y="1328"/>
                    </a:lnTo>
                    <a:lnTo>
                      <a:pt x="13" y="1328"/>
                    </a:lnTo>
                    <a:close/>
                  </a:path>
                </a:pathLst>
              </a:custGeom>
              <a:solidFill>
                <a:srgbClr val="000000"/>
              </a:solidFill>
              <a:ln w="1588" cap="flat">
                <a:solidFill>
                  <a:srgbClr val="000000"/>
                </a:solidFill>
                <a:prstDash val="solid"/>
                <a:bevel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9" name="Freeform 333"/>
              <p:cNvSpPr>
                <a:spLocks noEditPoints="1"/>
              </p:cNvSpPr>
              <p:nvPr/>
            </p:nvSpPr>
            <p:spPr bwMode="auto">
              <a:xfrm>
                <a:off x="3944" y="2205"/>
                <a:ext cx="13" cy="1357"/>
              </a:xfrm>
              <a:custGeom>
                <a:avLst/>
                <a:gdLst>
                  <a:gd name="T0" fmla="*/ 9 w 13"/>
                  <a:gd name="T1" fmla="*/ 34 h 1357"/>
                  <a:gd name="T2" fmla="*/ 0 w 13"/>
                  <a:gd name="T3" fmla="*/ 0 h 1357"/>
                  <a:gd name="T4" fmla="*/ 9 w 13"/>
                  <a:gd name="T5" fmla="*/ 60 h 1357"/>
                  <a:gd name="T6" fmla="*/ 0 w 13"/>
                  <a:gd name="T7" fmla="*/ 95 h 1357"/>
                  <a:gd name="T8" fmla="*/ 9 w 13"/>
                  <a:gd name="T9" fmla="*/ 60 h 1357"/>
                  <a:gd name="T10" fmla="*/ 9 w 13"/>
                  <a:gd name="T11" fmla="*/ 155 h 1357"/>
                  <a:gd name="T12" fmla="*/ 1 w 13"/>
                  <a:gd name="T13" fmla="*/ 121 h 1357"/>
                  <a:gd name="T14" fmla="*/ 9 w 13"/>
                  <a:gd name="T15" fmla="*/ 181 h 1357"/>
                  <a:gd name="T16" fmla="*/ 1 w 13"/>
                  <a:gd name="T17" fmla="*/ 215 h 1357"/>
                  <a:gd name="T18" fmla="*/ 9 w 13"/>
                  <a:gd name="T19" fmla="*/ 181 h 1357"/>
                  <a:gd name="T20" fmla="*/ 10 w 13"/>
                  <a:gd name="T21" fmla="*/ 276 h 1357"/>
                  <a:gd name="T22" fmla="*/ 1 w 13"/>
                  <a:gd name="T23" fmla="*/ 241 h 1357"/>
                  <a:gd name="T24" fmla="*/ 10 w 13"/>
                  <a:gd name="T25" fmla="*/ 302 h 1357"/>
                  <a:gd name="T26" fmla="*/ 1 w 13"/>
                  <a:gd name="T27" fmla="*/ 336 h 1357"/>
                  <a:gd name="T28" fmla="*/ 10 w 13"/>
                  <a:gd name="T29" fmla="*/ 302 h 1357"/>
                  <a:gd name="T30" fmla="*/ 10 w 13"/>
                  <a:gd name="T31" fmla="*/ 396 h 1357"/>
                  <a:gd name="T32" fmla="*/ 1 w 13"/>
                  <a:gd name="T33" fmla="*/ 362 h 1357"/>
                  <a:gd name="T34" fmla="*/ 10 w 13"/>
                  <a:gd name="T35" fmla="*/ 422 h 1357"/>
                  <a:gd name="T36" fmla="*/ 2 w 13"/>
                  <a:gd name="T37" fmla="*/ 457 h 1357"/>
                  <a:gd name="T38" fmla="*/ 10 w 13"/>
                  <a:gd name="T39" fmla="*/ 422 h 1357"/>
                  <a:gd name="T40" fmla="*/ 10 w 13"/>
                  <a:gd name="T41" fmla="*/ 517 h 1357"/>
                  <a:gd name="T42" fmla="*/ 2 w 13"/>
                  <a:gd name="T43" fmla="*/ 483 h 1357"/>
                  <a:gd name="T44" fmla="*/ 10 w 13"/>
                  <a:gd name="T45" fmla="*/ 543 h 1357"/>
                  <a:gd name="T46" fmla="*/ 2 w 13"/>
                  <a:gd name="T47" fmla="*/ 577 h 1357"/>
                  <a:gd name="T48" fmla="*/ 10 w 13"/>
                  <a:gd name="T49" fmla="*/ 543 h 1357"/>
                  <a:gd name="T50" fmla="*/ 11 w 13"/>
                  <a:gd name="T51" fmla="*/ 638 h 1357"/>
                  <a:gd name="T52" fmla="*/ 2 w 13"/>
                  <a:gd name="T53" fmla="*/ 603 h 1357"/>
                  <a:gd name="T54" fmla="*/ 11 w 13"/>
                  <a:gd name="T55" fmla="*/ 664 h 1357"/>
                  <a:gd name="T56" fmla="*/ 2 w 13"/>
                  <a:gd name="T57" fmla="*/ 698 h 1357"/>
                  <a:gd name="T58" fmla="*/ 11 w 13"/>
                  <a:gd name="T59" fmla="*/ 664 h 1357"/>
                  <a:gd name="T60" fmla="*/ 11 w 13"/>
                  <a:gd name="T61" fmla="*/ 758 h 1357"/>
                  <a:gd name="T62" fmla="*/ 2 w 13"/>
                  <a:gd name="T63" fmla="*/ 724 h 1357"/>
                  <a:gd name="T64" fmla="*/ 11 w 13"/>
                  <a:gd name="T65" fmla="*/ 784 h 1357"/>
                  <a:gd name="T66" fmla="*/ 3 w 13"/>
                  <a:gd name="T67" fmla="*/ 819 h 1357"/>
                  <a:gd name="T68" fmla="*/ 11 w 13"/>
                  <a:gd name="T69" fmla="*/ 784 h 1357"/>
                  <a:gd name="T70" fmla="*/ 12 w 13"/>
                  <a:gd name="T71" fmla="*/ 879 h 1357"/>
                  <a:gd name="T72" fmla="*/ 3 w 13"/>
                  <a:gd name="T73" fmla="*/ 845 h 1357"/>
                  <a:gd name="T74" fmla="*/ 12 w 13"/>
                  <a:gd name="T75" fmla="*/ 905 h 1357"/>
                  <a:gd name="T76" fmla="*/ 3 w 13"/>
                  <a:gd name="T77" fmla="*/ 939 h 1357"/>
                  <a:gd name="T78" fmla="*/ 12 w 13"/>
                  <a:gd name="T79" fmla="*/ 905 h 1357"/>
                  <a:gd name="T80" fmla="*/ 12 w 13"/>
                  <a:gd name="T81" fmla="*/ 1000 h 1357"/>
                  <a:gd name="T82" fmla="*/ 3 w 13"/>
                  <a:gd name="T83" fmla="*/ 965 h 1357"/>
                  <a:gd name="T84" fmla="*/ 12 w 13"/>
                  <a:gd name="T85" fmla="*/ 1026 h 1357"/>
                  <a:gd name="T86" fmla="*/ 3 w 13"/>
                  <a:gd name="T87" fmla="*/ 1060 h 1357"/>
                  <a:gd name="T88" fmla="*/ 12 w 13"/>
                  <a:gd name="T89" fmla="*/ 1026 h 1357"/>
                  <a:gd name="T90" fmla="*/ 12 w 13"/>
                  <a:gd name="T91" fmla="*/ 1120 h 1357"/>
                  <a:gd name="T92" fmla="*/ 4 w 13"/>
                  <a:gd name="T93" fmla="*/ 1086 h 1357"/>
                  <a:gd name="T94" fmla="*/ 12 w 13"/>
                  <a:gd name="T95" fmla="*/ 1146 h 1357"/>
                  <a:gd name="T96" fmla="*/ 4 w 13"/>
                  <a:gd name="T97" fmla="*/ 1181 h 1357"/>
                  <a:gd name="T98" fmla="*/ 12 w 13"/>
                  <a:gd name="T99" fmla="*/ 1146 h 1357"/>
                  <a:gd name="T100" fmla="*/ 13 w 13"/>
                  <a:gd name="T101" fmla="*/ 1241 h 1357"/>
                  <a:gd name="T102" fmla="*/ 4 w 13"/>
                  <a:gd name="T103" fmla="*/ 1207 h 1357"/>
                  <a:gd name="T104" fmla="*/ 13 w 13"/>
                  <a:gd name="T105" fmla="*/ 1267 h 1357"/>
                  <a:gd name="T106" fmla="*/ 4 w 13"/>
                  <a:gd name="T107" fmla="*/ 1301 h 1357"/>
                  <a:gd name="T108" fmla="*/ 13 w 13"/>
                  <a:gd name="T109" fmla="*/ 1267 h 1357"/>
                  <a:gd name="T110" fmla="*/ 13 w 13"/>
                  <a:gd name="T111" fmla="*/ 1357 h 1357"/>
                  <a:gd name="T112" fmla="*/ 4 w 13"/>
                  <a:gd name="T113" fmla="*/ 1327 h 1357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</a:gdLst>
                <a:ahLst/>
                <a:cxnLst>
                  <a:cxn ang="T114">
                    <a:pos x="T0" y="T1"/>
                  </a:cxn>
                  <a:cxn ang="T115">
                    <a:pos x="T2" y="T3"/>
                  </a:cxn>
                  <a:cxn ang="T116">
                    <a:pos x="T4" y="T5"/>
                  </a:cxn>
                  <a:cxn ang="T117">
                    <a:pos x="T6" y="T7"/>
                  </a:cxn>
                  <a:cxn ang="T118">
                    <a:pos x="T8" y="T9"/>
                  </a:cxn>
                  <a:cxn ang="T119">
                    <a:pos x="T10" y="T11"/>
                  </a:cxn>
                  <a:cxn ang="T120">
                    <a:pos x="T12" y="T13"/>
                  </a:cxn>
                  <a:cxn ang="T121">
                    <a:pos x="T14" y="T15"/>
                  </a:cxn>
                  <a:cxn ang="T122">
                    <a:pos x="T16" y="T17"/>
                  </a:cxn>
                  <a:cxn ang="T123">
                    <a:pos x="T18" y="T19"/>
                  </a:cxn>
                  <a:cxn ang="T124">
                    <a:pos x="T20" y="T21"/>
                  </a:cxn>
                  <a:cxn ang="T125">
                    <a:pos x="T22" y="T23"/>
                  </a:cxn>
                  <a:cxn ang="T126">
                    <a:pos x="T24" y="T25"/>
                  </a:cxn>
                  <a:cxn ang="T127">
                    <a:pos x="T26" y="T27"/>
                  </a:cxn>
                  <a:cxn ang="T128">
                    <a:pos x="T28" y="T29"/>
                  </a:cxn>
                  <a:cxn ang="T129">
                    <a:pos x="T30" y="T31"/>
                  </a:cxn>
                  <a:cxn ang="T130">
                    <a:pos x="T32" y="T33"/>
                  </a:cxn>
                  <a:cxn ang="T131">
                    <a:pos x="T34" y="T35"/>
                  </a:cxn>
                  <a:cxn ang="T132">
                    <a:pos x="T36" y="T37"/>
                  </a:cxn>
                  <a:cxn ang="T133">
                    <a:pos x="T38" y="T39"/>
                  </a:cxn>
                  <a:cxn ang="T134">
                    <a:pos x="T40" y="T41"/>
                  </a:cxn>
                  <a:cxn ang="T135">
                    <a:pos x="T42" y="T43"/>
                  </a:cxn>
                  <a:cxn ang="T136">
                    <a:pos x="T44" y="T45"/>
                  </a:cxn>
                  <a:cxn ang="T137">
                    <a:pos x="T46" y="T47"/>
                  </a:cxn>
                  <a:cxn ang="T138">
                    <a:pos x="T48" y="T49"/>
                  </a:cxn>
                  <a:cxn ang="T139">
                    <a:pos x="T50" y="T51"/>
                  </a:cxn>
                  <a:cxn ang="T140">
                    <a:pos x="T52" y="T53"/>
                  </a:cxn>
                  <a:cxn ang="T141">
                    <a:pos x="T54" y="T55"/>
                  </a:cxn>
                  <a:cxn ang="T142">
                    <a:pos x="T56" y="T57"/>
                  </a:cxn>
                  <a:cxn ang="T143">
                    <a:pos x="T58" y="T59"/>
                  </a:cxn>
                  <a:cxn ang="T144">
                    <a:pos x="T60" y="T61"/>
                  </a:cxn>
                  <a:cxn ang="T145">
                    <a:pos x="T62" y="T63"/>
                  </a:cxn>
                  <a:cxn ang="T146">
                    <a:pos x="T64" y="T65"/>
                  </a:cxn>
                  <a:cxn ang="T147">
                    <a:pos x="T66" y="T67"/>
                  </a:cxn>
                  <a:cxn ang="T148">
                    <a:pos x="T68" y="T69"/>
                  </a:cxn>
                  <a:cxn ang="T149">
                    <a:pos x="T70" y="T71"/>
                  </a:cxn>
                  <a:cxn ang="T150">
                    <a:pos x="T72" y="T73"/>
                  </a:cxn>
                  <a:cxn ang="T151">
                    <a:pos x="T74" y="T75"/>
                  </a:cxn>
                  <a:cxn ang="T152">
                    <a:pos x="T76" y="T77"/>
                  </a:cxn>
                  <a:cxn ang="T153">
                    <a:pos x="T78" y="T79"/>
                  </a:cxn>
                  <a:cxn ang="T154">
                    <a:pos x="T80" y="T81"/>
                  </a:cxn>
                  <a:cxn ang="T155">
                    <a:pos x="T82" y="T83"/>
                  </a:cxn>
                  <a:cxn ang="T156">
                    <a:pos x="T84" y="T85"/>
                  </a:cxn>
                  <a:cxn ang="T157">
                    <a:pos x="T86" y="T87"/>
                  </a:cxn>
                  <a:cxn ang="T158">
                    <a:pos x="T88" y="T89"/>
                  </a:cxn>
                  <a:cxn ang="T159">
                    <a:pos x="T90" y="T91"/>
                  </a:cxn>
                  <a:cxn ang="T160">
                    <a:pos x="T92" y="T93"/>
                  </a:cxn>
                  <a:cxn ang="T161">
                    <a:pos x="T94" y="T95"/>
                  </a:cxn>
                  <a:cxn ang="T162">
                    <a:pos x="T96" y="T97"/>
                  </a:cxn>
                  <a:cxn ang="T163">
                    <a:pos x="T98" y="T99"/>
                  </a:cxn>
                  <a:cxn ang="T164">
                    <a:pos x="T100" y="T101"/>
                  </a:cxn>
                  <a:cxn ang="T165">
                    <a:pos x="T102" y="T103"/>
                  </a:cxn>
                  <a:cxn ang="T166">
                    <a:pos x="T104" y="T105"/>
                  </a:cxn>
                  <a:cxn ang="T167">
                    <a:pos x="T106" y="T107"/>
                  </a:cxn>
                  <a:cxn ang="T168">
                    <a:pos x="T108" y="T109"/>
                  </a:cxn>
                  <a:cxn ang="T169">
                    <a:pos x="T110" y="T111"/>
                  </a:cxn>
                  <a:cxn ang="T170">
                    <a:pos x="T112" y="T113"/>
                  </a:cxn>
                </a:cxnLst>
                <a:rect l="0" t="0" r="r" b="b"/>
                <a:pathLst>
                  <a:path w="13" h="1357">
                    <a:moveTo>
                      <a:pt x="9" y="0"/>
                    </a:moveTo>
                    <a:lnTo>
                      <a:pt x="9" y="34"/>
                    </a:lnTo>
                    <a:lnTo>
                      <a:pt x="0" y="34"/>
                    </a:lnTo>
                    <a:lnTo>
                      <a:pt x="0" y="0"/>
                    </a:lnTo>
                    <a:lnTo>
                      <a:pt x="9" y="0"/>
                    </a:lnTo>
                    <a:close/>
                    <a:moveTo>
                      <a:pt x="9" y="60"/>
                    </a:moveTo>
                    <a:lnTo>
                      <a:pt x="9" y="95"/>
                    </a:lnTo>
                    <a:lnTo>
                      <a:pt x="0" y="95"/>
                    </a:lnTo>
                    <a:lnTo>
                      <a:pt x="0" y="60"/>
                    </a:lnTo>
                    <a:lnTo>
                      <a:pt x="9" y="60"/>
                    </a:lnTo>
                    <a:close/>
                    <a:moveTo>
                      <a:pt x="9" y="121"/>
                    </a:moveTo>
                    <a:lnTo>
                      <a:pt x="9" y="155"/>
                    </a:lnTo>
                    <a:lnTo>
                      <a:pt x="1" y="155"/>
                    </a:lnTo>
                    <a:lnTo>
                      <a:pt x="1" y="121"/>
                    </a:lnTo>
                    <a:lnTo>
                      <a:pt x="9" y="121"/>
                    </a:lnTo>
                    <a:close/>
                    <a:moveTo>
                      <a:pt x="9" y="181"/>
                    </a:moveTo>
                    <a:lnTo>
                      <a:pt x="9" y="215"/>
                    </a:lnTo>
                    <a:lnTo>
                      <a:pt x="1" y="215"/>
                    </a:lnTo>
                    <a:lnTo>
                      <a:pt x="1" y="181"/>
                    </a:lnTo>
                    <a:lnTo>
                      <a:pt x="9" y="181"/>
                    </a:lnTo>
                    <a:close/>
                    <a:moveTo>
                      <a:pt x="10" y="241"/>
                    </a:moveTo>
                    <a:lnTo>
                      <a:pt x="10" y="276"/>
                    </a:lnTo>
                    <a:lnTo>
                      <a:pt x="1" y="276"/>
                    </a:lnTo>
                    <a:lnTo>
                      <a:pt x="1" y="241"/>
                    </a:lnTo>
                    <a:lnTo>
                      <a:pt x="10" y="241"/>
                    </a:lnTo>
                    <a:close/>
                    <a:moveTo>
                      <a:pt x="10" y="302"/>
                    </a:moveTo>
                    <a:lnTo>
                      <a:pt x="10" y="336"/>
                    </a:lnTo>
                    <a:lnTo>
                      <a:pt x="1" y="336"/>
                    </a:lnTo>
                    <a:lnTo>
                      <a:pt x="1" y="302"/>
                    </a:lnTo>
                    <a:lnTo>
                      <a:pt x="10" y="302"/>
                    </a:lnTo>
                    <a:close/>
                    <a:moveTo>
                      <a:pt x="10" y="362"/>
                    </a:moveTo>
                    <a:lnTo>
                      <a:pt x="10" y="396"/>
                    </a:lnTo>
                    <a:lnTo>
                      <a:pt x="1" y="396"/>
                    </a:lnTo>
                    <a:lnTo>
                      <a:pt x="1" y="362"/>
                    </a:lnTo>
                    <a:lnTo>
                      <a:pt x="10" y="362"/>
                    </a:lnTo>
                    <a:close/>
                    <a:moveTo>
                      <a:pt x="10" y="422"/>
                    </a:moveTo>
                    <a:lnTo>
                      <a:pt x="10" y="457"/>
                    </a:lnTo>
                    <a:lnTo>
                      <a:pt x="2" y="457"/>
                    </a:lnTo>
                    <a:lnTo>
                      <a:pt x="2" y="422"/>
                    </a:lnTo>
                    <a:lnTo>
                      <a:pt x="10" y="422"/>
                    </a:lnTo>
                    <a:close/>
                    <a:moveTo>
                      <a:pt x="10" y="483"/>
                    </a:moveTo>
                    <a:lnTo>
                      <a:pt x="10" y="517"/>
                    </a:lnTo>
                    <a:lnTo>
                      <a:pt x="2" y="517"/>
                    </a:lnTo>
                    <a:lnTo>
                      <a:pt x="2" y="483"/>
                    </a:lnTo>
                    <a:lnTo>
                      <a:pt x="10" y="483"/>
                    </a:lnTo>
                    <a:close/>
                    <a:moveTo>
                      <a:pt x="10" y="543"/>
                    </a:moveTo>
                    <a:lnTo>
                      <a:pt x="11" y="577"/>
                    </a:lnTo>
                    <a:lnTo>
                      <a:pt x="2" y="577"/>
                    </a:lnTo>
                    <a:lnTo>
                      <a:pt x="2" y="543"/>
                    </a:lnTo>
                    <a:lnTo>
                      <a:pt x="10" y="543"/>
                    </a:lnTo>
                    <a:close/>
                    <a:moveTo>
                      <a:pt x="11" y="603"/>
                    </a:moveTo>
                    <a:lnTo>
                      <a:pt x="11" y="638"/>
                    </a:lnTo>
                    <a:lnTo>
                      <a:pt x="2" y="638"/>
                    </a:lnTo>
                    <a:lnTo>
                      <a:pt x="2" y="603"/>
                    </a:lnTo>
                    <a:lnTo>
                      <a:pt x="11" y="603"/>
                    </a:lnTo>
                    <a:close/>
                    <a:moveTo>
                      <a:pt x="11" y="664"/>
                    </a:moveTo>
                    <a:lnTo>
                      <a:pt x="11" y="698"/>
                    </a:lnTo>
                    <a:lnTo>
                      <a:pt x="2" y="698"/>
                    </a:lnTo>
                    <a:lnTo>
                      <a:pt x="2" y="664"/>
                    </a:lnTo>
                    <a:lnTo>
                      <a:pt x="11" y="664"/>
                    </a:lnTo>
                    <a:close/>
                    <a:moveTo>
                      <a:pt x="11" y="724"/>
                    </a:moveTo>
                    <a:lnTo>
                      <a:pt x="11" y="758"/>
                    </a:lnTo>
                    <a:lnTo>
                      <a:pt x="3" y="758"/>
                    </a:lnTo>
                    <a:lnTo>
                      <a:pt x="2" y="724"/>
                    </a:lnTo>
                    <a:lnTo>
                      <a:pt x="11" y="724"/>
                    </a:lnTo>
                    <a:close/>
                    <a:moveTo>
                      <a:pt x="11" y="784"/>
                    </a:moveTo>
                    <a:lnTo>
                      <a:pt x="11" y="819"/>
                    </a:lnTo>
                    <a:lnTo>
                      <a:pt x="3" y="819"/>
                    </a:lnTo>
                    <a:lnTo>
                      <a:pt x="3" y="784"/>
                    </a:lnTo>
                    <a:lnTo>
                      <a:pt x="11" y="784"/>
                    </a:lnTo>
                    <a:close/>
                    <a:moveTo>
                      <a:pt x="12" y="845"/>
                    </a:moveTo>
                    <a:lnTo>
                      <a:pt x="12" y="879"/>
                    </a:lnTo>
                    <a:lnTo>
                      <a:pt x="3" y="879"/>
                    </a:lnTo>
                    <a:lnTo>
                      <a:pt x="3" y="845"/>
                    </a:lnTo>
                    <a:lnTo>
                      <a:pt x="12" y="845"/>
                    </a:lnTo>
                    <a:close/>
                    <a:moveTo>
                      <a:pt x="12" y="905"/>
                    </a:moveTo>
                    <a:lnTo>
                      <a:pt x="12" y="939"/>
                    </a:lnTo>
                    <a:lnTo>
                      <a:pt x="3" y="939"/>
                    </a:lnTo>
                    <a:lnTo>
                      <a:pt x="3" y="905"/>
                    </a:lnTo>
                    <a:lnTo>
                      <a:pt x="12" y="905"/>
                    </a:lnTo>
                    <a:close/>
                    <a:moveTo>
                      <a:pt x="12" y="965"/>
                    </a:moveTo>
                    <a:lnTo>
                      <a:pt x="12" y="1000"/>
                    </a:lnTo>
                    <a:lnTo>
                      <a:pt x="3" y="1000"/>
                    </a:lnTo>
                    <a:lnTo>
                      <a:pt x="3" y="965"/>
                    </a:lnTo>
                    <a:lnTo>
                      <a:pt x="12" y="965"/>
                    </a:lnTo>
                    <a:close/>
                    <a:moveTo>
                      <a:pt x="12" y="1026"/>
                    </a:moveTo>
                    <a:lnTo>
                      <a:pt x="12" y="1060"/>
                    </a:lnTo>
                    <a:lnTo>
                      <a:pt x="3" y="1060"/>
                    </a:lnTo>
                    <a:lnTo>
                      <a:pt x="3" y="1026"/>
                    </a:lnTo>
                    <a:lnTo>
                      <a:pt x="12" y="1026"/>
                    </a:lnTo>
                    <a:close/>
                    <a:moveTo>
                      <a:pt x="12" y="1086"/>
                    </a:moveTo>
                    <a:lnTo>
                      <a:pt x="12" y="1120"/>
                    </a:lnTo>
                    <a:lnTo>
                      <a:pt x="4" y="1120"/>
                    </a:lnTo>
                    <a:lnTo>
                      <a:pt x="4" y="1086"/>
                    </a:lnTo>
                    <a:lnTo>
                      <a:pt x="12" y="1086"/>
                    </a:lnTo>
                    <a:close/>
                    <a:moveTo>
                      <a:pt x="12" y="1146"/>
                    </a:moveTo>
                    <a:lnTo>
                      <a:pt x="13" y="1181"/>
                    </a:lnTo>
                    <a:lnTo>
                      <a:pt x="4" y="1181"/>
                    </a:lnTo>
                    <a:lnTo>
                      <a:pt x="4" y="1146"/>
                    </a:lnTo>
                    <a:lnTo>
                      <a:pt x="12" y="1146"/>
                    </a:lnTo>
                    <a:close/>
                    <a:moveTo>
                      <a:pt x="13" y="1207"/>
                    </a:moveTo>
                    <a:lnTo>
                      <a:pt x="13" y="1241"/>
                    </a:lnTo>
                    <a:lnTo>
                      <a:pt x="4" y="1241"/>
                    </a:lnTo>
                    <a:lnTo>
                      <a:pt x="4" y="1207"/>
                    </a:lnTo>
                    <a:lnTo>
                      <a:pt x="13" y="1207"/>
                    </a:lnTo>
                    <a:close/>
                    <a:moveTo>
                      <a:pt x="13" y="1267"/>
                    </a:moveTo>
                    <a:lnTo>
                      <a:pt x="13" y="1301"/>
                    </a:lnTo>
                    <a:lnTo>
                      <a:pt x="4" y="1301"/>
                    </a:lnTo>
                    <a:lnTo>
                      <a:pt x="4" y="1267"/>
                    </a:lnTo>
                    <a:lnTo>
                      <a:pt x="13" y="1267"/>
                    </a:lnTo>
                    <a:close/>
                    <a:moveTo>
                      <a:pt x="13" y="1327"/>
                    </a:moveTo>
                    <a:lnTo>
                      <a:pt x="13" y="1357"/>
                    </a:lnTo>
                    <a:lnTo>
                      <a:pt x="4" y="1357"/>
                    </a:lnTo>
                    <a:lnTo>
                      <a:pt x="4" y="1327"/>
                    </a:lnTo>
                    <a:lnTo>
                      <a:pt x="13" y="1327"/>
                    </a:lnTo>
                    <a:close/>
                  </a:path>
                </a:pathLst>
              </a:custGeom>
              <a:solidFill>
                <a:srgbClr val="000000"/>
              </a:solidFill>
              <a:ln w="1588" cap="flat">
                <a:solidFill>
                  <a:srgbClr val="000000"/>
                </a:solidFill>
                <a:prstDash val="solid"/>
                <a:bevel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12" name="Line 336"/>
            <p:cNvSpPr>
              <a:spLocks noChangeShapeType="1"/>
            </p:cNvSpPr>
            <p:nvPr/>
          </p:nvSpPr>
          <p:spPr bwMode="auto">
            <a:xfrm>
              <a:off x="360" y="3090"/>
              <a:ext cx="1968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3" name="Text Box 337"/>
            <p:cNvSpPr txBox="1">
              <a:spLocks noChangeArrowheads="1"/>
            </p:cNvSpPr>
            <p:nvPr/>
          </p:nvSpPr>
          <p:spPr bwMode="auto">
            <a:xfrm>
              <a:off x="84" y="2994"/>
              <a:ext cx="36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9933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FF9933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314" name="Line 340"/>
            <p:cNvSpPr>
              <a:spLocks noChangeShapeType="1"/>
            </p:cNvSpPr>
            <p:nvPr/>
          </p:nvSpPr>
          <p:spPr bwMode="auto">
            <a:xfrm>
              <a:off x="516" y="2988"/>
              <a:ext cx="181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5" name="Line 341"/>
            <p:cNvSpPr>
              <a:spLocks noChangeShapeType="1"/>
            </p:cNvSpPr>
            <p:nvPr/>
          </p:nvSpPr>
          <p:spPr bwMode="auto">
            <a:xfrm>
              <a:off x="439" y="3217"/>
              <a:ext cx="190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6" name="Line 342"/>
            <p:cNvSpPr>
              <a:spLocks noChangeShapeType="1"/>
            </p:cNvSpPr>
            <p:nvPr/>
          </p:nvSpPr>
          <p:spPr bwMode="auto">
            <a:xfrm>
              <a:off x="2346" y="2988"/>
              <a:ext cx="0" cy="228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7" name="Text Box 343"/>
            <p:cNvSpPr txBox="1">
              <a:spLocks noChangeArrowheads="1"/>
            </p:cNvSpPr>
            <p:nvPr/>
          </p:nvSpPr>
          <p:spPr bwMode="auto">
            <a:xfrm>
              <a:off x="2412" y="3012"/>
              <a:ext cx="3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sp>
        <p:nvSpPr>
          <p:cNvPr id="320" name="Text Box 348"/>
          <p:cNvSpPr txBox="1">
            <a:spLocks noChangeArrowheads="1"/>
          </p:cNvSpPr>
          <p:nvPr/>
        </p:nvSpPr>
        <p:spPr bwMode="auto">
          <a:xfrm>
            <a:off x="9187367" y="2274481"/>
            <a:ext cx="2705100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Hold the continuous mode</a:t>
            </a:r>
          </a:p>
        </p:txBody>
      </p:sp>
      <p:grpSp>
        <p:nvGrpSpPr>
          <p:cNvPr id="321" name="Group 358"/>
          <p:cNvGrpSpPr>
            <a:grpSpLocks/>
          </p:cNvGrpSpPr>
          <p:nvPr/>
        </p:nvGrpSpPr>
        <p:grpSpPr bwMode="auto">
          <a:xfrm>
            <a:off x="9801730" y="4849406"/>
            <a:ext cx="1522412" cy="868363"/>
            <a:chOff x="4249" y="3122"/>
            <a:chExt cx="959" cy="547"/>
          </a:xfrm>
        </p:grpSpPr>
        <p:sp>
          <p:nvSpPr>
            <p:cNvPr id="322" name="Rectangle 346"/>
            <p:cNvSpPr>
              <a:spLocks noChangeArrowheads="1"/>
            </p:cNvSpPr>
            <p:nvPr/>
          </p:nvSpPr>
          <p:spPr bwMode="auto">
            <a:xfrm>
              <a:off x="4249" y="3122"/>
              <a:ext cx="959" cy="54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323" name="Object 353"/>
            <p:cNvGraphicFramePr>
              <a:graphicFrameLocks noChangeAspect="1"/>
            </p:cNvGraphicFramePr>
            <p:nvPr/>
          </p:nvGraphicFramePr>
          <p:xfrm>
            <a:off x="4349" y="3135"/>
            <a:ext cx="746" cy="53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55" name="Equation" r:id="rId3" imgW="533169" imgH="380835" progId="Equation.3">
                    <p:embed/>
                  </p:oleObj>
                </mc:Choice>
                <mc:Fallback>
                  <p:oleObj name="Equation" r:id="rId3" imgW="533169" imgH="380835" progId="Equation.3">
                    <p:embed/>
                    <p:pic>
                      <p:nvPicPr>
                        <p:cNvPr id="46099" name="Object 3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49" y="3135"/>
                          <a:ext cx="746" cy="53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24" name="Group 357"/>
          <p:cNvGrpSpPr>
            <a:grpSpLocks/>
          </p:cNvGrpSpPr>
          <p:nvPr/>
        </p:nvGrpSpPr>
        <p:grpSpPr bwMode="auto">
          <a:xfrm>
            <a:off x="9950955" y="2979331"/>
            <a:ext cx="1335087" cy="1254125"/>
            <a:chOff x="4343" y="1944"/>
            <a:chExt cx="841" cy="790"/>
          </a:xfrm>
        </p:grpSpPr>
        <p:graphicFrame>
          <p:nvGraphicFramePr>
            <p:cNvPr id="325" name="Object 352"/>
            <p:cNvGraphicFramePr>
              <a:graphicFrameLocks noChangeAspect="1"/>
            </p:cNvGraphicFramePr>
            <p:nvPr/>
          </p:nvGraphicFramePr>
          <p:xfrm>
            <a:off x="4343" y="2206"/>
            <a:ext cx="841" cy="5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56" name="Equation" r:id="rId5" imgW="545863" imgH="342751" progId="Equation.3">
                    <p:embed/>
                  </p:oleObj>
                </mc:Choice>
                <mc:Fallback>
                  <p:oleObj name="Equation" r:id="rId5" imgW="545863" imgH="342751" progId="Equation.3">
                    <p:embed/>
                    <p:pic>
                      <p:nvPicPr>
                        <p:cNvPr id="46096" name="Object 35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43" y="2206"/>
                          <a:ext cx="841" cy="52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26" name="AutoShape 355"/>
            <p:cNvSpPr>
              <a:spLocks noChangeArrowheads="1"/>
            </p:cNvSpPr>
            <p:nvPr/>
          </p:nvSpPr>
          <p:spPr bwMode="auto">
            <a:xfrm>
              <a:off x="4536" y="1944"/>
              <a:ext cx="312" cy="318"/>
            </a:xfrm>
            <a:prstGeom prst="downArrow">
              <a:avLst>
                <a:gd name="adj1" fmla="val 50000"/>
                <a:gd name="adj2" fmla="val 25481"/>
              </a:avLst>
            </a:prstGeom>
            <a:solidFill>
              <a:srgbClr val="FF66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aphicFrame>
        <p:nvGraphicFramePr>
          <p:cNvPr id="327" name="Object 35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4568029"/>
              </p:ext>
            </p:extLst>
          </p:nvPr>
        </p:nvGraphicFramePr>
        <p:xfrm>
          <a:off x="3656517" y="4357281"/>
          <a:ext cx="782638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7" name="Equation" r:id="rId7" imgW="914400" imgH="533400" progId="Equation.3">
                  <p:embed/>
                </p:oleObj>
              </mc:Choice>
              <mc:Fallback>
                <p:oleObj name="Equation" r:id="rId7" imgW="914400" imgH="533400" progId="Equation.3">
                  <p:embed/>
                  <p:pic>
                    <p:nvPicPr>
                      <p:cNvPr id="321895" name="Object 35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6517" y="4357281"/>
                        <a:ext cx="782638" cy="4572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8" name="Object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80442595"/>
              </p:ext>
            </p:extLst>
          </p:nvPr>
        </p:nvGraphicFramePr>
        <p:xfrm>
          <a:off x="5242430" y="4498569"/>
          <a:ext cx="6000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8" name="Equation" r:id="rId9" imgW="622030" imgH="355446" progId="Equation.3">
                  <p:embed/>
                </p:oleObj>
              </mc:Choice>
              <mc:Fallback>
                <p:oleObj name="Equation" r:id="rId9" imgW="622030" imgH="355446" progId="Equation.3">
                  <p:embed/>
                  <p:pic>
                    <p:nvPicPr>
                      <p:cNvPr id="321896" name="Object 3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42430" y="4498569"/>
                        <a:ext cx="600075" cy="3429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29" name="Group 362"/>
          <p:cNvGrpSpPr>
            <a:grpSpLocks/>
          </p:cNvGrpSpPr>
          <p:nvPr/>
        </p:nvGrpSpPr>
        <p:grpSpPr bwMode="auto">
          <a:xfrm>
            <a:off x="5532942" y="3865156"/>
            <a:ext cx="2708275" cy="1163638"/>
            <a:chOff x="2016" y="2214"/>
            <a:chExt cx="1706" cy="733"/>
          </a:xfrm>
        </p:grpSpPr>
        <p:graphicFrame>
          <p:nvGraphicFramePr>
            <p:cNvPr id="330" name="Object 344"/>
            <p:cNvGraphicFramePr>
              <a:graphicFrameLocks noChangeAspect="1"/>
            </p:cNvGraphicFramePr>
            <p:nvPr/>
          </p:nvGraphicFramePr>
          <p:xfrm>
            <a:off x="2720" y="2576"/>
            <a:ext cx="1002" cy="3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59" name="Equation" r:id="rId11" imgW="926698" imgH="342751" progId="Equation.3">
                    <p:embed/>
                  </p:oleObj>
                </mc:Choice>
                <mc:Fallback>
                  <p:oleObj name="Equation" r:id="rId11" imgW="926698" imgH="342751" progId="Equation.3">
                    <p:embed/>
                    <p:pic>
                      <p:nvPicPr>
                        <p:cNvPr id="46094" name="Object 3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20" y="2576"/>
                          <a:ext cx="1002" cy="3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1" name="AutoShape 361"/>
            <p:cNvSpPr>
              <a:spLocks noChangeArrowheads="1"/>
            </p:cNvSpPr>
            <p:nvPr/>
          </p:nvSpPr>
          <p:spPr bwMode="auto">
            <a:xfrm>
              <a:off x="2016" y="2214"/>
              <a:ext cx="996" cy="330"/>
            </a:xfrm>
            <a:prstGeom prst="curvedDownArrow">
              <a:avLst>
                <a:gd name="adj1" fmla="val 60364"/>
                <a:gd name="adj2" fmla="val 120727"/>
                <a:gd name="adj3" fmla="val 29699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332" name="ZoneTexte 331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3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0" dur="20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" presetClass="entr" presetSubtype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down)">
                                      <p:cBhvr>
                                        <p:cTn id="35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3210804" y="5001476"/>
            <a:ext cx="8229600" cy="14684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Tx/>
              <a:buNone/>
            </a:pPr>
            <a:r>
              <a:rPr lang="fr-FR" altLang="fr-FR" sz="2000" b="1" smtClean="0">
                <a:solidFill>
                  <a:srgbClr val="FF3300"/>
                </a:solidFill>
              </a:rPr>
              <a:t>Manufacturer </a:t>
            </a:r>
            <a:r>
              <a:rPr lang="en-CA" altLang="fr-FR" sz="2000" b="1" smtClean="0">
                <a:solidFill>
                  <a:srgbClr val="FF3300"/>
                </a:solidFill>
              </a:rPr>
              <a:t>reference</a:t>
            </a:r>
            <a:r>
              <a:rPr lang="fr-FR" altLang="fr-FR" sz="2000" b="1" smtClean="0">
                <a:solidFill>
                  <a:srgbClr val="FF3300"/>
                </a:solidFill>
              </a:rPr>
              <a:t>: CI Design Y0-2040AA</a:t>
            </a:r>
            <a:br>
              <a:rPr lang="fr-FR" altLang="fr-FR" sz="2000" b="1" smtClean="0">
                <a:solidFill>
                  <a:srgbClr val="FF3300"/>
                </a:solidFill>
              </a:rPr>
            </a:br>
            <a:r>
              <a:rPr lang="en-CA" altLang="fr-FR" sz="2000" b="1" smtClean="0">
                <a:solidFill>
                  <a:srgbClr val="FF3300"/>
                </a:solidFill>
              </a:rPr>
              <a:t>Input</a:t>
            </a:r>
            <a:r>
              <a:rPr lang="fr-FR" altLang="fr-FR" sz="2000" b="1" smtClean="0">
                <a:solidFill>
                  <a:srgbClr val="FF3300"/>
                </a:solidFill>
              </a:rPr>
              <a:t> : 100 à 240 Vac </a:t>
            </a:r>
            <a:br>
              <a:rPr lang="fr-FR" altLang="fr-FR" sz="2000" b="1" smtClean="0">
                <a:solidFill>
                  <a:srgbClr val="FF3300"/>
                </a:solidFill>
              </a:rPr>
            </a:br>
            <a:r>
              <a:rPr lang="fr-FR" altLang="fr-FR" sz="2000" b="1" smtClean="0">
                <a:solidFill>
                  <a:srgbClr val="FF3300"/>
                </a:solidFill>
              </a:rPr>
              <a:t>Output : 12 Vdc (2 A)   5 Vdc (3 A)</a:t>
            </a:r>
            <a:br>
              <a:rPr lang="fr-FR" altLang="fr-FR" sz="2000" b="1" smtClean="0">
                <a:solidFill>
                  <a:srgbClr val="FF3300"/>
                </a:solidFill>
              </a:rPr>
            </a:br>
            <a:endParaRPr lang="fr-FR" altLang="fr-FR" sz="2000" b="1" smtClean="0">
              <a:solidFill>
                <a:srgbClr val="FF3300"/>
              </a:solidFill>
            </a:endParaRPr>
          </a:p>
        </p:txBody>
      </p:sp>
      <p:pic>
        <p:nvPicPr>
          <p:cNvPr id="11" name="Picture 5" descr="Alimentation%20a%20decoupage%20-%20CI%20Design%20Y0-2040AA%20-%2012%20Vdc%20-%205%20Vdc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9279" y="1829651"/>
            <a:ext cx="7226300" cy="287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5698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 descr="&amp;nbsp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4372" y="1312097"/>
            <a:ext cx="8572500" cy="4429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/>
        </p:nvSpPr>
        <p:spPr>
          <a:xfrm>
            <a:off x="6589753" y="5958767"/>
            <a:ext cx="170489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altLang="fr-FR" sz="3200" b="1" dirty="0">
                <a:latin typeface="Times New Roman" panose="02020603050405020304" pitchFamily="18" charset="0"/>
              </a:rPr>
              <a:t>NuForce</a:t>
            </a:r>
            <a:endParaRPr lang="fr-FR" sz="3200" dirty="0"/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 smtClean="0">
              <a:solidFill>
                <a:srgbClr val="FF0000"/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3453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 smtClean="0">
                <a:solidFill>
                  <a:prstClr val="white"/>
                </a:solidFill>
                <a:latin typeface="Myriad Pro" charset="0"/>
                <a:cs typeface="Myriad Pro" charset="0"/>
              </a:rPr>
              <a:t>Push-Pull</a:t>
            </a:r>
            <a:endParaRPr lang="en-US" sz="2200" dirty="0">
              <a:solidFill>
                <a:prstClr val="white"/>
              </a:solidFill>
              <a:latin typeface="Myriad Pro" charset="0"/>
              <a:cs typeface="Myriad Pro" charset="0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010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Push-Pull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Line 3"/>
          <p:cNvSpPr>
            <a:spLocks noChangeShapeType="1"/>
          </p:cNvSpPr>
          <p:nvPr/>
        </p:nvSpPr>
        <p:spPr bwMode="auto">
          <a:xfrm>
            <a:off x="3986081" y="6093736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4"/>
          <p:cNvSpPr>
            <a:spLocks noChangeShapeType="1"/>
          </p:cNvSpPr>
          <p:nvPr/>
        </p:nvSpPr>
        <p:spPr bwMode="auto">
          <a:xfrm flipV="1">
            <a:off x="4201981" y="4436386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5"/>
          <p:cNvSpPr txBox="1">
            <a:spLocks noChangeArrowheads="1"/>
          </p:cNvSpPr>
          <p:nvPr/>
        </p:nvSpPr>
        <p:spPr bwMode="auto">
          <a:xfrm>
            <a:off x="9008296" y="5757574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4" name="Rectangle 6" descr="noir)"/>
          <p:cNvSpPr>
            <a:spLocks noChangeArrowheads="1"/>
          </p:cNvSpPr>
          <p:nvPr/>
        </p:nvSpPr>
        <p:spPr bwMode="auto">
          <a:xfrm>
            <a:off x="4203568" y="5157111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 smtClean="0">
                <a:latin typeface="Times New Roman" panose="02020603050405020304" pitchFamily="18" charset="0"/>
              </a:rPr>
              <a:t>T</a:t>
            </a:r>
            <a:r>
              <a:rPr lang="en-US" altLang="fr-FR" sz="1800" baseline="-25000" dirty="0" smtClean="0">
                <a:latin typeface="Times New Roman" panose="02020603050405020304" pitchFamily="18" charset="0"/>
              </a:rPr>
              <a:t>1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 smtClean="0">
                <a:latin typeface="Times New Roman" panose="02020603050405020304" pitchFamily="18" charset="0"/>
              </a:rPr>
              <a:t>“Closed”</a:t>
            </a:r>
            <a:endParaRPr lang="en-US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15" name="Rectangle 7" descr="noir)"/>
          <p:cNvSpPr>
            <a:spLocks noChangeArrowheads="1"/>
          </p:cNvSpPr>
          <p:nvPr/>
        </p:nvSpPr>
        <p:spPr bwMode="auto">
          <a:xfrm>
            <a:off x="5498968" y="5157111"/>
            <a:ext cx="1060025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16" name="Text Box 8"/>
          <p:cNvSpPr txBox="1">
            <a:spLocks noChangeArrowheads="1"/>
          </p:cNvSpPr>
          <p:nvPr/>
        </p:nvSpPr>
        <p:spPr bwMode="auto">
          <a:xfrm>
            <a:off x="4057518" y="6158773"/>
            <a:ext cx="31290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7" name="Text Box 9"/>
          <p:cNvSpPr txBox="1">
            <a:spLocks noChangeArrowheads="1"/>
          </p:cNvSpPr>
          <p:nvPr/>
        </p:nvSpPr>
        <p:spPr bwMode="auto">
          <a:xfrm>
            <a:off x="5210043" y="6124287"/>
            <a:ext cx="51809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latin typeface="Symbol" panose="05050102010706020507" pitchFamily="18" charset="2"/>
              </a:rPr>
              <a:t>a</a:t>
            </a:r>
            <a:r>
              <a:rPr lang="fr-FR" altLang="fr-FR" sz="20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8" name="Text Box 10"/>
          <p:cNvSpPr txBox="1">
            <a:spLocks noChangeArrowheads="1"/>
          </p:cNvSpPr>
          <p:nvPr/>
        </p:nvSpPr>
        <p:spPr bwMode="auto">
          <a:xfrm>
            <a:off x="6332405" y="6124986"/>
            <a:ext cx="55496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 smtClean="0">
                <a:latin typeface="Times New Roman" panose="02020603050405020304" pitchFamily="18" charset="0"/>
              </a:rPr>
              <a:t>T/2</a:t>
            </a:r>
            <a:endParaRPr lang="fr-FR" altLang="fr-FR" sz="2000" b="1" dirty="0">
              <a:latin typeface="Times New Roman" panose="02020603050405020304" pitchFamily="18" charset="0"/>
            </a:endParaRPr>
          </a:p>
        </p:txBody>
      </p:sp>
      <p:sp>
        <p:nvSpPr>
          <p:cNvPr id="19" name="Rectangle 6" descr="noir)"/>
          <p:cNvSpPr>
            <a:spLocks noChangeArrowheads="1"/>
          </p:cNvSpPr>
          <p:nvPr/>
        </p:nvSpPr>
        <p:spPr bwMode="auto">
          <a:xfrm>
            <a:off x="6553332" y="5155524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 smtClean="0">
                <a:latin typeface="Times New Roman" panose="02020603050405020304" pitchFamily="18" charset="0"/>
              </a:rPr>
              <a:t>T</a:t>
            </a:r>
            <a:r>
              <a:rPr lang="en-US" altLang="fr-FR" sz="1800" baseline="-25000" dirty="0" smtClean="0">
                <a:latin typeface="Times New Roman" panose="02020603050405020304" pitchFamily="18" charset="0"/>
              </a:rPr>
              <a:t>2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 smtClean="0">
                <a:latin typeface="Times New Roman" panose="02020603050405020304" pitchFamily="18" charset="0"/>
              </a:rPr>
              <a:t>“Closed”</a:t>
            </a:r>
            <a:endParaRPr lang="en-US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0" name="Rectangle 7" descr="noir)"/>
          <p:cNvSpPr>
            <a:spLocks noChangeArrowheads="1"/>
          </p:cNvSpPr>
          <p:nvPr/>
        </p:nvSpPr>
        <p:spPr bwMode="auto">
          <a:xfrm>
            <a:off x="7848732" y="5155524"/>
            <a:ext cx="1060025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1" name="Text Box 9"/>
          <p:cNvSpPr txBox="1">
            <a:spLocks noChangeArrowheads="1"/>
          </p:cNvSpPr>
          <p:nvPr/>
        </p:nvSpPr>
        <p:spPr bwMode="auto">
          <a:xfrm>
            <a:off x="7328845" y="6086005"/>
            <a:ext cx="1016625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 smtClean="0">
                <a:latin typeface="Symbol" panose="05050102010706020507" pitchFamily="18" charset="2"/>
              </a:rPr>
              <a:t>T/2+a</a:t>
            </a:r>
            <a:r>
              <a:rPr lang="fr-FR" altLang="fr-FR" sz="2000" b="1" dirty="0" smtClean="0">
                <a:latin typeface="Times New Roman" panose="02020603050405020304" pitchFamily="18" charset="0"/>
              </a:rPr>
              <a:t>T</a:t>
            </a:r>
            <a:endParaRPr lang="fr-FR" altLang="fr-FR" sz="2000" b="1" dirty="0">
              <a:latin typeface="Times New Roman" panose="02020603050405020304" pitchFamily="18" charset="0"/>
            </a:endParaRPr>
          </a:p>
        </p:txBody>
      </p:sp>
      <p:sp>
        <p:nvSpPr>
          <p:cNvPr id="22" name="Text Box 10"/>
          <p:cNvSpPr txBox="1">
            <a:spLocks noChangeArrowheads="1"/>
          </p:cNvSpPr>
          <p:nvPr/>
        </p:nvSpPr>
        <p:spPr bwMode="auto">
          <a:xfrm>
            <a:off x="8721570" y="6108572"/>
            <a:ext cx="35618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 smtClean="0">
                <a:latin typeface="Times New Roman" panose="02020603050405020304" pitchFamily="18" charset="0"/>
              </a:rPr>
              <a:t>T</a:t>
            </a:r>
            <a:endParaRPr lang="fr-FR" altLang="fr-FR" sz="2000" b="1" dirty="0">
              <a:latin typeface="Times New Roman" panose="02020603050405020304" pitchFamily="18" charset="0"/>
            </a:endParaRPr>
          </a:p>
        </p:txBody>
      </p:sp>
      <p:sp>
        <p:nvSpPr>
          <p:cNvPr id="23" name="ZoneTexte 22"/>
          <p:cNvSpPr txBox="1"/>
          <p:nvPr/>
        </p:nvSpPr>
        <p:spPr>
          <a:xfrm>
            <a:off x="0" y="0"/>
            <a:ext cx="24799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Push-Pull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7672" y="505179"/>
            <a:ext cx="7782346" cy="434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3945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Image 60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486"/>
          <a:stretch/>
        </p:blipFill>
        <p:spPr>
          <a:xfrm>
            <a:off x="7512554" y="-210727"/>
            <a:ext cx="4475952" cy="4344954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No load study : </a:t>
            </a:r>
            <a:r>
              <a:rPr lang="en-US" sz="2000" dirty="0" err="1" smtClean="0">
                <a:solidFill>
                  <a:srgbClr val="9E003B"/>
                </a:solidFill>
                <a:latin typeface="Myriad Pro"/>
                <a:cs typeface="Myriad Pro"/>
              </a:rPr>
              <a:t>i</a:t>
            </a:r>
            <a:r>
              <a:rPr lang="en-US" sz="2000" baseline="-25000" dirty="0" err="1" smtClean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 = 0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01897" y="1056144"/>
            <a:ext cx="4315412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fr-FR" sz="2400" b="1" u="sng" dirty="0"/>
              <a:t>0 &lt; t &lt; 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“closed”, T2 “open”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 smtClean="0"/>
                  <a:t> </a:t>
                </a:r>
              </a:p>
              <a:p>
                <a:r>
                  <a:rPr lang="en-US" sz="2400" dirty="0" smtClean="0">
                    <a:solidFill>
                      <a:srgbClr val="FF0000"/>
                    </a:solidFill>
                  </a:rPr>
                  <a:t>Magnetization</a:t>
                </a:r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blipFill>
                <a:blip r:embed="rId3"/>
                <a:stretch>
                  <a:fillRect l="-2727" b="-1288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/>
              <p:cNvSpPr txBox="1"/>
              <p:nvPr/>
            </p:nvSpPr>
            <p:spPr>
              <a:xfrm>
                <a:off x="2532623" y="3450493"/>
                <a:ext cx="20190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7" name="ZoneTexte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3450493"/>
                <a:ext cx="2019079" cy="369332"/>
              </a:xfrm>
              <a:prstGeom prst="rect">
                <a:avLst/>
              </a:prstGeom>
              <a:blipFill>
                <a:blip r:embed="rId4"/>
                <a:stretch>
                  <a:fillRect l="-301" r="-3313" b="-262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/>
              <p:cNvSpPr txBox="1"/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 smtClean="0"/>
                  <a:t> </a:t>
                </a:r>
              </a:p>
            </p:txBody>
          </p:sp>
        </mc:Choice>
        <mc:Fallback xmlns="">
          <p:sp>
            <p:nvSpPr>
              <p:cNvPr id="14" name="ZoneTexte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blipFill>
                <a:blip r:embed="rId5"/>
                <a:stretch>
                  <a:fillRect l="-2605" t="-6667" b="-25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utoShape 355"/>
          <p:cNvSpPr>
            <a:spLocks noChangeArrowheads="1"/>
          </p:cNvSpPr>
          <p:nvPr/>
        </p:nvSpPr>
        <p:spPr bwMode="auto">
          <a:xfrm rot="16200000">
            <a:off x="2537386" y="2818566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3267239" y="2809338"/>
            <a:ext cx="2679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D</a:t>
            </a:r>
            <a:r>
              <a:rPr lang="en-US" sz="2400" b="1" baseline="-25000" dirty="0" smtClean="0">
                <a:solidFill>
                  <a:srgbClr val="FF0000"/>
                </a:solidFill>
              </a:rPr>
              <a:t>2</a:t>
            </a:r>
            <a:r>
              <a:rPr lang="en-US" sz="2400" b="1" dirty="0" smtClean="0">
                <a:solidFill>
                  <a:srgbClr val="FF0000"/>
                </a:solidFill>
              </a:rPr>
              <a:t> « reverse »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32624" y="3923230"/>
            <a:ext cx="3666709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el-GR" sz="2400" b="1" u="sng" dirty="0"/>
              <a:t>α</a:t>
            </a:r>
            <a:r>
              <a:rPr lang="fr-FR" sz="2400" b="1" u="sng" dirty="0"/>
              <a:t>T &lt; t &lt; </a:t>
            </a:r>
            <a:r>
              <a:rPr lang="fr-FR" sz="2400" b="1" u="sng" dirty="0" smtClean="0"/>
              <a:t>T/2:</a:t>
            </a:r>
            <a:r>
              <a:rPr lang="fr-FR" sz="2400" dirty="0" smtClean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</a:t>
            </a:r>
            <a:r>
              <a:rPr lang="en-US" sz="2400" dirty="0" smtClean="0"/>
              <a:t>&amp; T</a:t>
            </a:r>
            <a:r>
              <a:rPr lang="en-US" sz="2400" baseline="-25000" dirty="0" smtClean="0"/>
              <a:t>2</a:t>
            </a:r>
            <a:r>
              <a:rPr lang="en-US" sz="2400" dirty="0" smtClean="0"/>
              <a:t> “open” 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/>
              <p:cNvSpPr txBox="1"/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 smtClean="0"/>
              </a:p>
            </p:txBody>
          </p:sp>
        </mc:Choice>
        <mc:Fallback xmlns="">
          <p:sp>
            <p:nvSpPr>
              <p:cNvPr id="18" name="ZoneTexte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blipFill>
                <a:blip r:embed="rId6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/>
              <p:cNvSpPr txBox="1"/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 smtClean="0"/>
                  <a:t> </a:t>
                </a:r>
              </a:p>
            </p:txBody>
          </p:sp>
        </mc:Choice>
        <mc:Fallback xmlns="">
          <p:sp>
            <p:nvSpPr>
              <p:cNvPr id="20" name="ZoneTexte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 23"/>
          <p:cNvSpPr/>
          <p:nvPr/>
        </p:nvSpPr>
        <p:spPr>
          <a:xfrm>
            <a:off x="10070602" y="2045384"/>
            <a:ext cx="969113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10707720" y="1939089"/>
            <a:ext cx="1128152" cy="1396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10678951" y="2004223"/>
            <a:ext cx="0" cy="126302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118577" y="2074928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/>
          <p:cNvSpPr/>
          <p:nvPr/>
        </p:nvSpPr>
        <p:spPr>
          <a:xfrm>
            <a:off x="8436991" y="2004223"/>
            <a:ext cx="645319" cy="1244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Connecteur droit 28"/>
          <p:cNvCxnSpPr/>
          <p:nvPr/>
        </p:nvCxnSpPr>
        <p:spPr>
          <a:xfrm flipH="1">
            <a:off x="8416354" y="1848326"/>
            <a:ext cx="2791" cy="148741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432924" y="6203017"/>
            <a:ext cx="23101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Demagnetization</a:t>
            </a:r>
          </a:p>
        </p:txBody>
      </p:sp>
      <p:sp>
        <p:nvSpPr>
          <p:cNvPr id="32" name="AutoShape 355"/>
          <p:cNvSpPr>
            <a:spLocks noChangeArrowheads="1"/>
          </p:cNvSpPr>
          <p:nvPr/>
        </p:nvSpPr>
        <p:spPr bwMode="auto">
          <a:xfrm rot="16200000">
            <a:off x="2530642" y="48155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3260494" y="4806289"/>
            <a:ext cx="4130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D</a:t>
            </a:r>
            <a:r>
              <a:rPr lang="en-US" sz="2400" b="1" baseline="-25000" dirty="0" smtClean="0">
                <a:solidFill>
                  <a:srgbClr val="FF0000"/>
                </a:solidFill>
              </a:rPr>
              <a:t>2</a:t>
            </a:r>
            <a:r>
              <a:rPr lang="en-US" sz="2400" b="1" dirty="0" smtClean="0">
                <a:solidFill>
                  <a:srgbClr val="FF0000"/>
                </a:solidFill>
              </a:rPr>
              <a:t> « forward </a:t>
            </a:r>
            <a:r>
              <a:rPr lang="en-US" sz="2400" b="1" dirty="0">
                <a:solidFill>
                  <a:srgbClr val="FF0000"/>
                </a:solidFill>
              </a:rPr>
              <a:t>», D</a:t>
            </a:r>
            <a:r>
              <a:rPr lang="en-US" sz="2400" b="1" baseline="-25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 « reverse </a:t>
            </a:r>
            <a:r>
              <a:rPr lang="en-US" sz="2400" b="1" dirty="0" smtClean="0">
                <a:solidFill>
                  <a:srgbClr val="FF0000"/>
                </a:solidFill>
              </a:rPr>
              <a:t>»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9810078" y="2182377"/>
            <a:ext cx="746394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6731030" y="2422175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/>
          <p:cNvSpPr/>
          <p:nvPr/>
        </p:nvSpPr>
        <p:spPr>
          <a:xfrm>
            <a:off x="8652521" y="2465014"/>
            <a:ext cx="645319" cy="5822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/>
              <p:cNvSpPr txBox="1"/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 smtClean="0"/>
              </a:p>
            </p:txBody>
          </p:sp>
        </mc:Choice>
        <mc:Fallback xmlns="">
          <p:sp>
            <p:nvSpPr>
              <p:cNvPr id="37" name="ZoneTexte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blipFill>
                <a:blip r:embed="rId8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Line 49"/>
          <p:cNvSpPr>
            <a:spLocks noChangeShapeType="1"/>
          </p:cNvSpPr>
          <p:nvPr/>
        </p:nvSpPr>
        <p:spPr bwMode="auto">
          <a:xfrm flipV="1">
            <a:off x="8067933" y="4297175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9"/>
          <p:cNvSpPr>
            <a:spLocks noChangeShapeType="1"/>
          </p:cNvSpPr>
          <p:nvPr/>
        </p:nvSpPr>
        <p:spPr bwMode="auto">
          <a:xfrm flipH="1" flipV="1">
            <a:off x="8532411" y="4301140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9"/>
          <p:cNvSpPr>
            <a:spLocks noChangeShapeType="1"/>
          </p:cNvSpPr>
          <p:nvPr/>
        </p:nvSpPr>
        <p:spPr bwMode="auto">
          <a:xfrm flipH="1" flipV="1">
            <a:off x="8999446" y="4585056"/>
            <a:ext cx="27071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0" name="Groupe 59"/>
          <p:cNvGrpSpPr/>
          <p:nvPr/>
        </p:nvGrpSpPr>
        <p:grpSpPr>
          <a:xfrm>
            <a:off x="7711105" y="3819825"/>
            <a:ext cx="3328611" cy="2844857"/>
            <a:chOff x="7711105" y="3819825"/>
            <a:chExt cx="3328611" cy="2844857"/>
          </a:xfrm>
        </p:grpSpPr>
        <p:grpSp>
          <p:nvGrpSpPr>
            <p:cNvPr id="56" name="Groupe 55"/>
            <p:cNvGrpSpPr/>
            <p:nvPr/>
          </p:nvGrpSpPr>
          <p:grpSpPr>
            <a:xfrm>
              <a:off x="7711105" y="3819825"/>
              <a:ext cx="3328611" cy="2844857"/>
              <a:chOff x="7711105" y="3819825"/>
              <a:chExt cx="3328611" cy="2844857"/>
            </a:xfrm>
          </p:grpSpPr>
          <p:sp>
            <p:nvSpPr>
              <p:cNvPr id="50" name="Text Box 44"/>
              <p:cNvSpPr txBox="1">
                <a:spLocks noChangeArrowheads="1"/>
              </p:cNvSpPr>
              <p:nvPr/>
            </p:nvSpPr>
            <p:spPr bwMode="auto">
              <a:xfrm>
                <a:off x="8897384" y="4575492"/>
                <a:ext cx="529197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 smtClean="0">
                    <a:latin typeface="Times New Roman" panose="02020603050405020304" pitchFamily="18" charset="0"/>
                  </a:rPr>
                  <a:t>T/2</a:t>
                </a:r>
                <a:endParaRPr lang="fr-FR" altLang="fr-FR" sz="1400" b="1" dirty="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55" name="Groupe 54"/>
              <p:cNvGrpSpPr/>
              <p:nvPr/>
            </p:nvGrpSpPr>
            <p:grpSpPr>
              <a:xfrm>
                <a:off x="7711105" y="3819825"/>
                <a:ext cx="3328611" cy="2844857"/>
                <a:chOff x="7711105" y="3819825"/>
                <a:chExt cx="3328611" cy="2844857"/>
              </a:xfrm>
            </p:grpSpPr>
            <p:grpSp>
              <p:nvGrpSpPr>
                <p:cNvPr id="49" name="Groupe 48"/>
                <p:cNvGrpSpPr/>
                <p:nvPr/>
              </p:nvGrpSpPr>
              <p:grpSpPr>
                <a:xfrm>
                  <a:off x="7711105" y="3819825"/>
                  <a:ext cx="3328611" cy="2844857"/>
                  <a:chOff x="7711105" y="3819825"/>
                  <a:chExt cx="3328611" cy="2844857"/>
                </a:xfrm>
              </p:grpSpPr>
              <p:sp>
                <p:nvSpPr>
                  <p:cNvPr id="39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7900908" y="4585071"/>
                    <a:ext cx="3138808" cy="0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0" name="Line 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072995" y="3994420"/>
                    <a:ext cx="0" cy="84325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2" name="Text Box 51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7711105" y="3819825"/>
                    <a:ext cx="513731" cy="429058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en-CA" altLang="fr-FR" sz="1800" b="1" dirty="0">
                        <a:solidFill>
                          <a:srgbClr val="009900"/>
                        </a:solidFill>
                        <a:latin typeface="Symbol" panose="05050102010706020507" pitchFamily="18" charset="2"/>
                      </a:rPr>
                      <a:t>j</a:t>
                    </a:r>
                    <a:endParaRPr lang="en-CA" altLang="fr-FR" sz="1800" b="1" baseline="-25000" dirty="0">
                      <a:solidFill>
                        <a:srgbClr val="009900"/>
                      </a:solidFill>
                      <a:latin typeface="Symbol" panose="05050102010706020507" pitchFamily="18" charset="2"/>
                    </a:endParaRPr>
                  </a:p>
                </p:txBody>
              </p:sp>
              <p:sp>
                <p:nvSpPr>
                  <p:cNvPr id="43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8540031" y="4082951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4" name="Text Box 4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208408" y="4574639"/>
                    <a:ext cx="428874" cy="307777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squar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fr-FR" altLang="fr-FR" sz="1400" b="1" dirty="0">
                        <a:latin typeface="Symbol" panose="05050102010706020507" pitchFamily="18" charset="2"/>
                      </a:rPr>
                      <a:t>a</a:t>
                    </a:r>
                    <a:r>
                      <a:rPr lang="fr-FR" altLang="fr-FR" sz="1400" b="1" dirty="0">
                        <a:latin typeface="Times New Roman" panose="02020603050405020304" pitchFamily="18" charset="0"/>
                      </a:rPr>
                      <a:t>T</a:t>
                    </a:r>
                  </a:p>
                </p:txBody>
              </p:sp>
              <p:sp>
                <p:nvSpPr>
                  <p:cNvPr id="45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9281700" y="4032954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52" name="Line 53"/>
                <p:cNvSpPr>
                  <a:spLocks noChangeShapeType="1"/>
                </p:cNvSpPr>
                <p:nvPr/>
              </p:nvSpPr>
              <p:spPr bwMode="auto">
                <a:xfrm>
                  <a:off x="9767780" y="3982957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4" name="Line 53"/>
                <p:cNvSpPr>
                  <a:spLocks noChangeShapeType="1"/>
                </p:cNvSpPr>
                <p:nvPr/>
              </p:nvSpPr>
              <p:spPr bwMode="auto">
                <a:xfrm>
                  <a:off x="10509449" y="3927091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57" name="Text Box 44"/>
            <p:cNvSpPr txBox="1">
              <a:spLocks noChangeArrowheads="1"/>
            </p:cNvSpPr>
            <p:nvPr/>
          </p:nvSpPr>
          <p:spPr bwMode="auto">
            <a:xfrm>
              <a:off x="9347034" y="4123285"/>
              <a:ext cx="52919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 smtClean="0">
                  <a:latin typeface="Times New Roman" panose="02020603050405020304" pitchFamily="18" charset="0"/>
                </a:rPr>
                <a:t>T/2</a:t>
              </a:r>
            </a:p>
            <a:p>
              <a:pPr algn="ctr">
                <a:spcBef>
                  <a:spcPct val="0"/>
                </a:spcBef>
                <a:buNone/>
              </a:pPr>
              <a:r>
                <a:rPr lang="fr-FR" altLang="fr-FR" sz="1400" b="1" dirty="0" smtClean="0">
                  <a:latin typeface="Times New Roman" panose="02020603050405020304" pitchFamily="18" charset="0"/>
                </a:rPr>
                <a:t>+</a:t>
              </a:r>
              <a:r>
                <a:rPr lang="fr-FR" altLang="fr-FR" sz="1400" b="1" dirty="0" smtClean="0">
                  <a:latin typeface="Symbol" panose="05050102010706020507" pitchFamily="18" charset="2"/>
                </a:rPr>
                <a:t>a</a:t>
              </a:r>
              <a:r>
                <a:rPr lang="fr-FR" altLang="fr-FR" sz="1400" b="1" dirty="0" smtClean="0">
                  <a:latin typeface="Times New Roman" panose="02020603050405020304" pitchFamily="18" charset="0"/>
                </a:rPr>
                <a:t>T</a:t>
              </a:r>
              <a:endParaRPr lang="fr-FR" altLang="fr-FR" sz="14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10284676" y="4530355"/>
              <a:ext cx="30489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  <a:endParaRPr lang="fr-FR" dirty="0"/>
            </a:p>
          </p:txBody>
        </p:sp>
      </p:grpSp>
      <p:sp>
        <p:nvSpPr>
          <p:cNvPr id="64" name="Line 18"/>
          <p:cNvSpPr>
            <a:spLocks noChangeShapeType="1"/>
          </p:cNvSpPr>
          <p:nvPr/>
        </p:nvSpPr>
        <p:spPr bwMode="auto">
          <a:xfrm flipV="1">
            <a:off x="7900047" y="5706628"/>
            <a:ext cx="313966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27"/>
          <p:cNvSpPr>
            <a:spLocks noChangeShapeType="1"/>
          </p:cNvSpPr>
          <p:nvPr/>
        </p:nvSpPr>
        <p:spPr bwMode="auto">
          <a:xfrm flipV="1">
            <a:off x="8072136" y="5030536"/>
            <a:ext cx="0" cy="7596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19"/>
          <p:cNvSpPr>
            <a:spLocks noChangeShapeType="1"/>
          </p:cNvSpPr>
          <p:nvPr/>
        </p:nvSpPr>
        <p:spPr bwMode="auto">
          <a:xfrm>
            <a:off x="8086748" y="5254033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Text Box 24"/>
          <p:cNvSpPr txBox="1">
            <a:spLocks noChangeArrowheads="1"/>
          </p:cNvSpPr>
          <p:nvPr/>
        </p:nvSpPr>
        <p:spPr bwMode="auto">
          <a:xfrm>
            <a:off x="7739895" y="4993998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8" name="Line 19"/>
          <p:cNvSpPr>
            <a:spLocks noChangeShapeType="1"/>
          </p:cNvSpPr>
          <p:nvPr/>
        </p:nvSpPr>
        <p:spPr bwMode="auto">
          <a:xfrm>
            <a:off x="8532411" y="6255031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19"/>
          <p:cNvSpPr>
            <a:spLocks noChangeShapeType="1"/>
          </p:cNvSpPr>
          <p:nvPr/>
        </p:nvSpPr>
        <p:spPr bwMode="auto">
          <a:xfrm>
            <a:off x="8954534" y="5727327"/>
            <a:ext cx="32716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19"/>
          <p:cNvSpPr>
            <a:spLocks noChangeShapeType="1"/>
          </p:cNvSpPr>
          <p:nvPr/>
        </p:nvSpPr>
        <p:spPr bwMode="auto">
          <a:xfrm>
            <a:off x="8543953" y="5254032"/>
            <a:ext cx="4738" cy="100099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19"/>
          <p:cNvSpPr>
            <a:spLocks noChangeShapeType="1"/>
          </p:cNvSpPr>
          <p:nvPr/>
        </p:nvSpPr>
        <p:spPr bwMode="auto">
          <a:xfrm>
            <a:off x="8964059" y="5706627"/>
            <a:ext cx="0" cy="54840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ZoneTexte 52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No laod study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1106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5" grpId="0" animBg="1"/>
      <p:bldP spid="16" grpId="0"/>
      <p:bldP spid="17" grpId="0" animBg="1"/>
      <p:bldP spid="24" grpId="0" animBg="1"/>
      <p:bldP spid="24" grpId="1" animBg="1"/>
      <p:bldP spid="24" grpId="2" animBg="1"/>
      <p:bldP spid="26" grpId="0" animBg="1"/>
      <p:bldP spid="26" grpId="1" animBg="1"/>
      <p:bldP spid="26" grpId="2" animBg="1"/>
      <p:bldP spid="27" grpId="0" animBg="1"/>
      <p:bldP spid="27" grpId="1" animBg="1"/>
      <p:bldP spid="27" grpId="2" animBg="1"/>
      <p:bldP spid="28" grpId="0" animBg="1"/>
      <p:bldP spid="28" grpId="1" animBg="1"/>
      <p:bldP spid="28" grpId="2" animBg="1"/>
      <p:bldP spid="31" grpId="0"/>
      <p:bldP spid="32" grpId="0" animBg="1"/>
      <p:bldP spid="33" grpId="0"/>
      <p:bldP spid="34" grpId="0" animBg="1"/>
      <p:bldP spid="34" grpId="1" animBg="1"/>
      <p:bldP spid="34" grpId="2" animBg="1"/>
      <p:bldP spid="35" grpId="0" animBg="1"/>
      <p:bldP spid="35" grpId="1" animBg="1"/>
      <p:bldP spid="35" grpId="2" animBg="1"/>
      <p:bldP spid="36" grpId="0" animBg="1"/>
      <p:bldP spid="36" grpId="1" animBg="1"/>
      <p:bldP spid="36" grpId="2" animBg="1"/>
      <p:bldP spid="41" grpId="0" animBg="1"/>
      <p:bldP spid="47" grpId="0" animBg="1"/>
      <p:bldP spid="48" grpId="0" animBg="1"/>
      <p:bldP spid="66" grpId="0" animBg="1"/>
      <p:bldP spid="68" grpId="0" animBg="1"/>
      <p:bldP spid="69" grpId="0" animBg="1"/>
      <p:bldP spid="70" grpId="0" animBg="1"/>
      <p:bldP spid="7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No load study : </a:t>
            </a:r>
            <a:r>
              <a:rPr lang="en-US" sz="2000" dirty="0" err="1" smtClean="0">
                <a:solidFill>
                  <a:srgbClr val="9E003B"/>
                </a:solidFill>
                <a:latin typeface="Myriad Pro"/>
                <a:cs typeface="Myriad Pro"/>
              </a:rPr>
              <a:t>i</a:t>
            </a:r>
            <a:r>
              <a:rPr lang="en-US" sz="2000" baseline="-25000" dirty="0" err="1" smtClean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 = 0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01897" y="1056144"/>
            <a:ext cx="5241307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fr-FR" sz="2400" b="1" u="sng" dirty="0" smtClean="0"/>
              <a:t>T/2 </a:t>
            </a:r>
            <a:r>
              <a:rPr lang="fr-FR" sz="2400" b="1" u="sng" dirty="0"/>
              <a:t>&lt; t &lt; </a:t>
            </a:r>
            <a:r>
              <a:rPr lang="fr-FR" sz="2400" b="1" u="sng" dirty="0" smtClean="0"/>
              <a:t>T/2+</a:t>
            </a:r>
            <a:r>
              <a:rPr lang="el-GR" sz="2400" b="1" u="sng" dirty="0" smtClean="0"/>
              <a:t>α</a:t>
            </a:r>
            <a:r>
              <a:rPr lang="fr-FR" sz="2400" b="1" u="sng" dirty="0" smtClean="0"/>
              <a:t>T:</a:t>
            </a:r>
            <a:r>
              <a:rPr lang="fr-FR" sz="2400" dirty="0" smtClean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</a:t>
            </a:r>
            <a:r>
              <a:rPr lang="en-US" sz="2400" dirty="0" smtClean="0"/>
              <a:t>“open”, </a:t>
            </a:r>
            <a:r>
              <a:rPr lang="en-US" sz="2400" dirty="0"/>
              <a:t>T2 </a:t>
            </a:r>
            <a:r>
              <a:rPr lang="en-US" sz="2400" dirty="0" smtClean="0"/>
              <a:t>“closed” 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 smtClean="0"/>
                  <a:t> </a:t>
                </a:r>
              </a:p>
              <a:p>
                <a:r>
                  <a:rPr lang="en-US" sz="2400" dirty="0" smtClean="0">
                    <a:solidFill>
                      <a:srgbClr val="FF0000"/>
                    </a:solidFill>
                  </a:rPr>
                  <a:t>Magnetization</a:t>
                </a:r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blipFill>
                <a:blip r:embed="rId2"/>
                <a:stretch>
                  <a:fillRect l="-2727" b="-1288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/>
              <p:cNvSpPr txBox="1"/>
              <p:nvPr/>
            </p:nvSpPr>
            <p:spPr>
              <a:xfrm>
                <a:off x="2532623" y="3450493"/>
                <a:ext cx="17898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7" name="ZoneTexte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3450493"/>
                <a:ext cx="1789849" cy="369332"/>
              </a:xfrm>
              <a:prstGeom prst="rect">
                <a:avLst/>
              </a:prstGeom>
              <a:blipFill>
                <a:blip r:embed="rId3"/>
                <a:stretch>
                  <a:fillRect l="-2041" r="-4082" b="-262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/>
              <p:cNvSpPr txBox="1"/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 smtClean="0"/>
                  <a:t> </a:t>
                </a:r>
              </a:p>
            </p:txBody>
          </p:sp>
        </mc:Choice>
        <mc:Fallback xmlns="">
          <p:sp>
            <p:nvSpPr>
              <p:cNvPr id="14" name="ZoneTexte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blipFill>
                <a:blip r:embed="rId4"/>
                <a:stretch>
                  <a:fillRect l="-2605" t="-6667" b="-25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utoShape 355"/>
          <p:cNvSpPr>
            <a:spLocks noChangeArrowheads="1"/>
          </p:cNvSpPr>
          <p:nvPr/>
        </p:nvSpPr>
        <p:spPr bwMode="auto">
          <a:xfrm rot="16200000">
            <a:off x="2537386" y="2818566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3267239" y="2809338"/>
            <a:ext cx="2679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D</a:t>
            </a:r>
            <a:r>
              <a:rPr lang="en-US" sz="2400" b="1" baseline="-25000" dirty="0" smtClean="0">
                <a:solidFill>
                  <a:srgbClr val="FF0000"/>
                </a:solidFill>
              </a:rPr>
              <a:t>1</a:t>
            </a:r>
            <a:r>
              <a:rPr lang="en-US" sz="2400" b="1" dirty="0" smtClean="0">
                <a:solidFill>
                  <a:srgbClr val="FF0000"/>
                </a:solidFill>
              </a:rPr>
              <a:t> « reverse »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32624" y="3923230"/>
            <a:ext cx="3959930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fr-FR" sz="2400" b="1" u="sng" dirty="0"/>
              <a:t>T/2+</a:t>
            </a:r>
            <a:r>
              <a:rPr lang="el-GR" sz="2400" b="1" u="sng" dirty="0"/>
              <a:t>α</a:t>
            </a:r>
            <a:r>
              <a:rPr lang="fr-FR" sz="2400" b="1" u="sng" dirty="0"/>
              <a:t>T &lt; t &lt; </a:t>
            </a:r>
            <a:r>
              <a:rPr lang="fr-FR" sz="2400" b="1" u="sng" dirty="0" smtClean="0"/>
              <a:t>T:</a:t>
            </a:r>
            <a:r>
              <a:rPr lang="fr-FR" sz="2400" dirty="0" smtClean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</a:t>
            </a:r>
            <a:r>
              <a:rPr lang="en-US" sz="2400" dirty="0" smtClean="0"/>
              <a:t>&amp; T</a:t>
            </a:r>
            <a:r>
              <a:rPr lang="en-US" sz="2400" baseline="-25000" dirty="0" smtClean="0"/>
              <a:t>2</a:t>
            </a:r>
            <a:r>
              <a:rPr lang="en-US" sz="2400" dirty="0" smtClean="0"/>
              <a:t> “open” 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/>
              <p:cNvSpPr txBox="1"/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 smtClean="0"/>
              </a:p>
            </p:txBody>
          </p:sp>
        </mc:Choice>
        <mc:Fallback xmlns="">
          <p:sp>
            <p:nvSpPr>
              <p:cNvPr id="18" name="ZoneTexte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blipFill>
                <a:blip r:embed="rId5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/>
              <p:cNvSpPr txBox="1"/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 smtClean="0"/>
                  <a:t> </a:t>
                </a:r>
              </a:p>
            </p:txBody>
          </p:sp>
        </mc:Choice>
        <mc:Fallback xmlns="">
          <p:sp>
            <p:nvSpPr>
              <p:cNvPr id="20" name="ZoneTexte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686"/>
          <a:stretch/>
        </p:blipFill>
        <p:spPr>
          <a:xfrm>
            <a:off x="7514487" y="-203203"/>
            <a:ext cx="4452939" cy="4342709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0070602" y="2045384"/>
            <a:ext cx="969113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10707720" y="1939089"/>
            <a:ext cx="1128152" cy="1396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10678951" y="2004223"/>
            <a:ext cx="0" cy="126302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118577" y="2074928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/>
          <p:cNvSpPr/>
          <p:nvPr/>
        </p:nvSpPr>
        <p:spPr>
          <a:xfrm>
            <a:off x="8436991" y="2004223"/>
            <a:ext cx="645319" cy="1244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Connecteur droit 28"/>
          <p:cNvCxnSpPr/>
          <p:nvPr/>
        </p:nvCxnSpPr>
        <p:spPr>
          <a:xfrm flipH="1">
            <a:off x="8416354" y="1848326"/>
            <a:ext cx="2791" cy="148741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432924" y="6203017"/>
            <a:ext cx="23101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Demagnetization</a:t>
            </a:r>
          </a:p>
        </p:txBody>
      </p:sp>
      <p:sp>
        <p:nvSpPr>
          <p:cNvPr id="32" name="AutoShape 355"/>
          <p:cNvSpPr>
            <a:spLocks noChangeArrowheads="1"/>
          </p:cNvSpPr>
          <p:nvPr/>
        </p:nvSpPr>
        <p:spPr bwMode="auto">
          <a:xfrm rot="16200000">
            <a:off x="2530642" y="48155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3260494" y="4806289"/>
            <a:ext cx="4130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D</a:t>
            </a:r>
            <a:r>
              <a:rPr lang="en-US" sz="2400" b="1" baseline="-25000" dirty="0" smtClean="0">
                <a:solidFill>
                  <a:srgbClr val="FF0000"/>
                </a:solidFill>
              </a:rPr>
              <a:t>1</a:t>
            </a:r>
            <a:r>
              <a:rPr lang="en-US" sz="2400" b="1" dirty="0" smtClean="0">
                <a:solidFill>
                  <a:srgbClr val="FF0000"/>
                </a:solidFill>
              </a:rPr>
              <a:t> « forward </a:t>
            </a:r>
            <a:r>
              <a:rPr lang="en-US" sz="2400" b="1" dirty="0">
                <a:solidFill>
                  <a:srgbClr val="FF0000"/>
                </a:solidFill>
              </a:rPr>
              <a:t>», </a:t>
            </a:r>
            <a:r>
              <a:rPr lang="en-US" sz="2400" b="1" dirty="0" smtClean="0">
                <a:solidFill>
                  <a:srgbClr val="FF0000"/>
                </a:solidFill>
              </a:rPr>
              <a:t>D</a:t>
            </a:r>
            <a:r>
              <a:rPr lang="en-US" sz="2400" b="1" baseline="-25000" dirty="0" smtClean="0">
                <a:solidFill>
                  <a:srgbClr val="FF0000"/>
                </a:solidFill>
              </a:rPr>
              <a:t>2</a:t>
            </a:r>
            <a:r>
              <a:rPr lang="en-US" sz="2400" b="1" dirty="0" smtClean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« reverse </a:t>
            </a:r>
            <a:r>
              <a:rPr lang="en-US" sz="2400" b="1" dirty="0" smtClean="0">
                <a:solidFill>
                  <a:srgbClr val="FF0000"/>
                </a:solidFill>
              </a:rPr>
              <a:t>»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9810078" y="2182377"/>
            <a:ext cx="746394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6731030" y="2422175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/>
          <p:cNvSpPr/>
          <p:nvPr/>
        </p:nvSpPr>
        <p:spPr>
          <a:xfrm>
            <a:off x="8652521" y="2465014"/>
            <a:ext cx="645319" cy="5822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/>
              <p:cNvSpPr txBox="1"/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 smtClean="0"/>
              </a:p>
            </p:txBody>
          </p:sp>
        </mc:Choice>
        <mc:Fallback xmlns="">
          <p:sp>
            <p:nvSpPr>
              <p:cNvPr id="37" name="ZoneTexte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blipFill>
                <a:blip r:embed="rId8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Line 49"/>
          <p:cNvSpPr>
            <a:spLocks noChangeShapeType="1"/>
          </p:cNvSpPr>
          <p:nvPr/>
        </p:nvSpPr>
        <p:spPr bwMode="auto">
          <a:xfrm flipV="1">
            <a:off x="8067933" y="4297175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9"/>
          <p:cNvSpPr>
            <a:spLocks noChangeShapeType="1"/>
          </p:cNvSpPr>
          <p:nvPr/>
        </p:nvSpPr>
        <p:spPr bwMode="auto">
          <a:xfrm flipH="1" flipV="1">
            <a:off x="8532411" y="4301140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9"/>
          <p:cNvSpPr>
            <a:spLocks noChangeShapeType="1"/>
          </p:cNvSpPr>
          <p:nvPr/>
        </p:nvSpPr>
        <p:spPr bwMode="auto">
          <a:xfrm flipH="1" flipV="1">
            <a:off x="8999446" y="4585056"/>
            <a:ext cx="27071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0" name="Groupe 59"/>
          <p:cNvGrpSpPr/>
          <p:nvPr/>
        </p:nvGrpSpPr>
        <p:grpSpPr>
          <a:xfrm>
            <a:off x="7711105" y="3819825"/>
            <a:ext cx="3328611" cy="2844857"/>
            <a:chOff x="7711105" y="3819825"/>
            <a:chExt cx="3328611" cy="2844857"/>
          </a:xfrm>
        </p:grpSpPr>
        <p:grpSp>
          <p:nvGrpSpPr>
            <p:cNvPr id="56" name="Groupe 55"/>
            <p:cNvGrpSpPr/>
            <p:nvPr/>
          </p:nvGrpSpPr>
          <p:grpSpPr>
            <a:xfrm>
              <a:off x="7711105" y="3819825"/>
              <a:ext cx="3328611" cy="2844857"/>
              <a:chOff x="7711105" y="3819825"/>
              <a:chExt cx="3328611" cy="2844857"/>
            </a:xfrm>
          </p:grpSpPr>
          <p:sp>
            <p:nvSpPr>
              <p:cNvPr id="50" name="Text Box 44"/>
              <p:cNvSpPr txBox="1">
                <a:spLocks noChangeArrowheads="1"/>
              </p:cNvSpPr>
              <p:nvPr/>
            </p:nvSpPr>
            <p:spPr bwMode="auto">
              <a:xfrm>
                <a:off x="8897384" y="4575492"/>
                <a:ext cx="529197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 smtClean="0">
                    <a:latin typeface="Times New Roman" panose="02020603050405020304" pitchFamily="18" charset="0"/>
                  </a:rPr>
                  <a:t>T/2</a:t>
                </a:r>
                <a:endParaRPr lang="fr-FR" altLang="fr-FR" sz="1400" b="1" dirty="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55" name="Groupe 54"/>
              <p:cNvGrpSpPr/>
              <p:nvPr/>
            </p:nvGrpSpPr>
            <p:grpSpPr>
              <a:xfrm>
                <a:off x="7711105" y="3819825"/>
                <a:ext cx="3328611" cy="2844857"/>
                <a:chOff x="7711105" y="3819825"/>
                <a:chExt cx="3328611" cy="2844857"/>
              </a:xfrm>
            </p:grpSpPr>
            <p:grpSp>
              <p:nvGrpSpPr>
                <p:cNvPr id="49" name="Groupe 48"/>
                <p:cNvGrpSpPr/>
                <p:nvPr/>
              </p:nvGrpSpPr>
              <p:grpSpPr>
                <a:xfrm>
                  <a:off x="7711105" y="3819825"/>
                  <a:ext cx="3328611" cy="2844857"/>
                  <a:chOff x="7711105" y="3819825"/>
                  <a:chExt cx="3328611" cy="2844857"/>
                </a:xfrm>
              </p:grpSpPr>
              <p:sp>
                <p:nvSpPr>
                  <p:cNvPr id="39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7900908" y="4585071"/>
                    <a:ext cx="3138808" cy="0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0" name="Line 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072995" y="3994420"/>
                    <a:ext cx="0" cy="84325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2" name="Text Box 51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7711105" y="3819825"/>
                    <a:ext cx="513731" cy="429058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en-CA" altLang="fr-FR" sz="1800" b="1" dirty="0">
                        <a:solidFill>
                          <a:srgbClr val="009900"/>
                        </a:solidFill>
                        <a:latin typeface="Symbol" panose="05050102010706020507" pitchFamily="18" charset="2"/>
                      </a:rPr>
                      <a:t>j</a:t>
                    </a:r>
                    <a:endParaRPr lang="en-CA" altLang="fr-FR" sz="1800" b="1" baseline="-25000" dirty="0">
                      <a:solidFill>
                        <a:srgbClr val="009900"/>
                      </a:solidFill>
                      <a:latin typeface="Symbol" panose="05050102010706020507" pitchFamily="18" charset="2"/>
                    </a:endParaRPr>
                  </a:p>
                </p:txBody>
              </p:sp>
              <p:sp>
                <p:nvSpPr>
                  <p:cNvPr id="43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8540031" y="4082951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4" name="Text Box 4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208408" y="4574639"/>
                    <a:ext cx="428874" cy="307777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squar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fr-FR" altLang="fr-FR" sz="1400" b="1" dirty="0">
                        <a:latin typeface="Symbol" panose="05050102010706020507" pitchFamily="18" charset="2"/>
                      </a:rPr>
                      <a:t>a</a:t>
                    </a:r>
                    <a:r>
                      <a:rPr lang="fr-FR" altLang="fr-FR" sz="1400" b="1" dirty="0">
                        <a:latin typeface="Times New Roman" panose="02020603050405020304" pitchFamily="18" charset="0"/>
                      </a:rPr>
                      <a:t>T</a:t>
                    </a:r>
                  </a:p>
                </p:txBody>
              </p:sp>
              <p:sp>
                <p:nvSpPr>
                  <p:cNvPr id="45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9281700" y="4032954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52" name="Line 53"/>
                <p:cNvSpPr>
                  <a:spLocks noChangeShapeType="1"/>
                </p:cNvSpPr>
                <p:nvPr/>
              </p:nvSpPr>
              <p:spPr bwMode="auto">
                <a:xfrm>
                  <a:off x="9767780" y="3982957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4" name="Line 53"/>
                <p:cNvSpPr>
                  <a:spLocks noChangeShapeType="1"/>
                </p:cNvSpPr>
                <p:nvPr/>
              </p:nvSpPr>
              <p:spPr bwMode="auto">
                <a:xfrm>
                  <a:off x="10509449" y="3927091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57" name="Text Box 44"/>
            <p:cNvSpPr txBox="1">
              <a:spLocks noChangeArrowheads="1"/>
            </p:cNvSpPr>
            <p:nvPr/>
          </p:nvSpPr>
          <p:spPr bwMode="auto">
            <a:xfrm>
              <a:off x="9347034" y="4123285"/>
              <a:ext cx="52919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 smtClean="0">
                  <a:latin typeface="Times New Roman" panose="02020603050405020304" pitchFamily="18" charset="0"/>
                </a:rPr>
                <a:t>T/2</a:t>
              </a:r>
            </a:p>
            <a:p>
              <a:pPr algn="ctr">
                <a:spcBef>
                  <a:spcPct val="0"/>
                </a:spcBef>
                <a:buNone/>
              </a:pPr>
              <a:r>
                <a:rPr lang="fr-FR" altLang="fr-FR" sz="1400" b="1" dirty="0" smtClean="0">
                  <a:latin typeface="Times New Roman" panose="02020603050405020304" pitchFamily="18" charset="0"/>
                </a:rPr>
                <a:t>+</a:t>
              </a:r>
              <a:r>
                <a:rPr lang="fr-FR" altLang="fr-FR" sz="1400" b="1" dirty="0" smtClean="0">
                  <a:latin typeface="Symbol" panose="05050102010706020507" pitchFamily="18" charset="2"/>
                </a:rPr>
                <a:t>a</a:t>
              </a:r>
              <a:r>
                <a:rPr lang="fr-FR" altLang="fr-FR" sz="1400" b="1" dirty="0" smtClean="0">
                  <a:latin typeface="Times New Roman" panose="02020603050405020304" pitchFamily="18" charset="0"/>
                </a:rPr>
                <a:t>T</a:t>
              </a:r>
              <a:endParaRPr lang="fr-FR" altLang="fr-FR" sz="14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10284676" y="4530355"/>
              <a:ext cx="30489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  <a:endParaRPr lang="fr-FR" dirty="0"/>
            </a:p>
          </p:txBody>
        </p:sp>
      </p:grpSp>
      <p:sp>
        <p:nvSpPr>
          <p:cNvPr id="59" name="Line 49"/>
          <p:cNvSpPr>
            <a:spLocks noChangeShapeType="1"/>
          </p:cNvSpPr>
          <p:nvPr/>
        </p:nvSpPr>
        <p:spPr bwMode="auto">
          <a:xfrm flipH="1" flipV="1">
            <a:off x="9286929" y="4598174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49"/>
          <p:cNvSpPr>
            <a:spLocks noChangeShapeType="1"/>
          </p:cNvSpPr>
          <p:nvPr/>
        </p:nvSpPr>
        <p:spPr bwMode="auto">
          <a:xfrm flipV="1">
            <a:off x="9767853" y="4598174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49"/>
          <p:cNvSpPr>
            <a:spLocks noChangeShapeType="1"/>
          </p:cNvSpPr>
          <p:nvPr/>
        </p:nvSpPr>
        <p:spPr bwMode="auto">
          <a:xfrm flipH="1" flipV="1">
            <a:off x="10238737" y="4587695"/>
            <a:ext cx="27071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49"/>
          <p:cNvSpPr>
            <a:spLocks noChangeShapeType="1"/>
          </p:cNvSpPr>
          <p:nvPr/>
        </p:nvSpPr>
        <p:spPr bwMode="auto">
          <a:xfrm flipV="1">
            <a:off x="10501346" y="4289716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18"/>
          <p:cNvSpPr>
            <a:spLocks noChangeShapeType="1"/>
          </p:cNvSpPr>
          <p:nvPr/>
        </p:nvSpPr>
        <p:spPr bwMode="auto">
          <a:xfrm flipV="1">
            <a:off x="7900047" y="5706628"/>
            <a:ext cx="313966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27"/>
          <p:cNvSpPr>
            <a:spLocks noChangeShapeType="1"/>
          </p:cNvSpPr>
          <p:nvPr/>
        </p:nvSpPr>
        <p:spPr bwMode="auto">
          <a:xfrm flipV="1">
            <a:off x="8072136" y="5030536"/>
            <a:ext cx="0" cy="7596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19"/>
          <p:cNvSpPr>
            <a:spLocks noChangeShapeType="1"/>
          </p:cNvSpPr>
          <p:nvPr/>
        </p:nvSpPr>
        <p:spPr bwMode="auto">
          <a:xfrm>
            <a:off x="8086748" y="5254033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Text Box 24"/>
          <p:cNvSpPr txBox="1">
            <a:spLocks noChangeArrowheads="1"/>
          </p:cNvSpPr>
          <p:nvPr/>
        </p:nvSpPr>
        <p:spPr bwMode="auto">
          <a:xfrm>
            <a:off x="7739895" y="4993998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8" name="Line 19"/>
          <p:cNvSpPr>
            <a:spLocks noChangeShapeType="1"/>
          </p:cNvSpPr>
          <p:nvPr/>
        </p:nvSpPr>
        <p:spPr bwMode="auto">
          <a:xfrm>
            <a:off x="8532411" y="6255031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19"/>
          <p:cNvSpPr>
            <a:spLocks noChangeShapeType="1"/>
          </p:cNvSpPr>
          <p:nvPr/>
        </p:nvSpPr>
        <p:spPr bwMode="auto">
          <a:xfrm>
            <a:off x="8954534" y="5727327"/>
            <a:ext cx="32716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19"/>
          <p:cNvSpPr>
            <a:spLocks noChangeShapeType="1"/>
          </p:cNvSpPr>
          <p:nvPr/>
        </p:nvSpPr>
        <p:spPr bwMode="auto">
          <a:xfrm>
            <a:off x="8543953" y="5254032"/>
            <a:ext cx="4738" cy="100099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19"/>
          <p:cNvSpPr>
            <a:spLocks noChangeShapeType="1"/>
          </p:cNvSpPr>
          <p:nvPr/>
        </p:nvSpPr>
        <p:spPr bwMode="auto">
          <a:xfrm>
            <a:off x="8964059" y="5706627"/>
            <a:ext cx="0" cy="54840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19"/>
          <p:cNvSpPr>
            <a:spLocks noChangeShapeType="1"/>
          </p:cNvSpPr>
          <p:nvPr/>
        </p:nvSpPr>
        <p:spPr bwMode="auto">
          <a:xfrm>
            <a:off x="9297840" y="6255030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19"/>
          <p:cNvSpPr>
            <a:spLocks noChangeShapeType="1"/>
          </p:cNvSpPr>
          <p:nvPr/>
        </p:nvSpPr>
        <p:spPr bwMode="auto">
          <a:xfrm>
            <a:off x="9292259" y="5706627"/>
            <a:ext cx="0" cy="54840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19"/>
          <p:cNvSpPr>
            <a:spLocks noChangeShapeType="1"/>
          </p:cNvSpPr>
          <p:nvPr/>
        </p:nvSpPr>
        <p:spPr bwMode="auto">
          <a:xfrm>
            <a:off x="9763079" y="5254032"/>
            <a:ext cx="4738" cy="100099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19"/>
          <p:cNvSpPr>
            <a:spLocks noChangeShapeType="1"/>
          </p:cNvSpPr>
          <p:nvPr/>
        </p:nvSpPr>
        <p:spPr bwMode="auto">
          <a:xfrm>
            <a:off x="9753554" y="5254032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19"/>
          <p:cNvSpPr>
            <a:spLocks noChangeShapeType="1"/>
          </p:cNvSpPr>
          <p:nvPr/>
        </p:nvSpPr>
        <p:spPr bwMode="auto">
          <a:xfrm>
            <a:off x="10183275" y="5706627"/>
            <a:ext cx="32716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19"/>
          <p:cNvSpPr>
            <a:spLocks noChangeShapeType="1"/>
          </p:cNvSpPr>
          <p:nvPr/>
        </p:nvSpPr>
        <p:spPr bwMode="auto">
          <a:xfrm>
            <a:off x="10183275" y="5254032"/>
            <a:ext cx="0" cy="45259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19"/>
          <p:cNvSpPr>
            <a:spLocks noChangeShapeType="1"/>
          </p:cNvSpPr>
          <p:nvPr/>
        </p:nvSpPr>
        <p:spPr bwMode="auto">
          <a:xfrm>
            <a:off x="10517243" y="5240740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19"/>
          <p:cNvSpPr>
            <a:spLocks noChangeShapeType="1"/>
          </p:cNvSpPr>
          <p:nvPr/>
        </p:nvSpPr>
        <p:spPr bwMode="auto">
          <a:xfrm>
            <a:off x="10529549" y="5254032"/>
            <a:ext cx="0" cy="45259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ZoneTexte 79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No laod study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55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4" grpId="0"/>
      <p:bldP spid="15" grpId="0" animBg="1"/>
      <p:bldP spid="16" grpId="0"/>
      <p:bldP spid="17" grpId="0" animBg="1"/>
      <p:bldP spid="18" grpId="0"/>
      <p:bldP spid="20" grpId="0"/>
      <p:bldP spid="24" grpId="0" animBg="1"/>
      <p:bldP spid="24" grpId="1" animBg="1"/>
      <p:bldP spid="24" grpId="2" animBg="1"/>
      <p:bldP spid="26" grpId="1" animBg="1"/>
      <p:bldP spid="26" grpId="2" animBg="1"/>
      <p:bldP spid="26" grpId="3" animBg="1"/>
      <p:bldP spid="27" grpId="0" animBg="1"/>
      <p:bldP spid="27" grpId="1" animBg="1"/>
      <p:bldP spid="27" grpId="2" animBg="1"/>
      <p:bldP spid="28" grpId="0" animBg="1"/>
      <p:bldP spid="28" grpId="1" animBg="1"/>
      <p:bldP spid="28" grpId="2" animBg="1"/>
      <p:bldP spid="31" grpId="0"/>
      <p:bldP spid="32" grpId="0" animBg="1"/>
      <p:bldP spid="33" grpId="0"/>
      <p:bldP spid="34" grpId="0" animBg="1"/>
      <p:bldP spid="34" grpId="1" animBg="1"/>
      <p:bldP spid="34" grpId="2" animBg="1"/>
      <p:bldP spid="35" grpId="0" animBg="1"/>
      <p:bldP spid="35" grpId="1" animBg="1"/>
      <p:bldP spid="35" grpId="2" animBg="1"/>
      <p:bldP spid="36" grpId="0" animBg="1"/>
      <p:bldP spid="36" grpId="1" animBg="1"/>
      <p:bldP spid="36" grpId="2" animBg="1"/>
      <p:bldP spid="37" grpId="0"/>
      <p:bldP spid="59" grpId="0" animBg="1"/>
      <p:bldP spid="61" grpId="0" animBg="1"/>
      <p:bldP spid="62" grpId="0" animBg="1"/>
      <p:bldP spid="63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General properties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e 5"/>
          <p:cNvGrpSpPr/>
          <p:nvPr/>
        </p:nvGrpSpPr>
        <p:grpSpPr>
          <a:xfrm>
            <a:off x="3113006" y="5619462"/>
            <a:ext cx="6735214" cy="1038181"/>
            <a:chOff x="4193051" y="5388565"/>
            <a:chExt cx="6735214" cy="1038181"/>
          </a:xfrm>
        </p:grpSpPr>
        <p:sp>
          <p:nvSpPr>
            <p:cNvPr id="24" name="Rectangle 272"/>
            <p:cNvSpPr>
              <a:spLocks noChangeArrowheads="1"/>
            </p:cNvSpPr>
            <p:nvPr/>
          </p:nvSpPr>
          <p:spPr bwMode="auto">
            <a:xfrm>
              <a:off x="4193051" y="5388565"/>
              <a:ext cx="6735214" cy="1015322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ZoneTexte 1"/>
                <p:cNvSpPr txBox="1"/>
                <p:nvPr/>
              </p:nvSpPr>
              <p:spPr>
                <a:xfrm>
                  <a:off x="4279137" y="5458019"/>
                  <a:ext cx="6649128" cy="96872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∮"/>
                            <m:limLoc m:val="undOvr"/>
                            <m:subHide m:val="on"/>
                            <m:supHide m:val="on"/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𝑯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𝒅𝒍</m:t>
                            </m:r>
                          </m:e>
                        </m:nary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𝓡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𝝋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=−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fr-FR" sz="2400" b="1" dirty="0"/>
                </a:p>
              </p:txBody>
            </p:sp>
          </mc:Choice>
          <mc:Fallback xmlns="">
            <p:sp>
              <p:nvSpPr>
                <p:cNvPr id="2" name="ZoneTexte 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9137" y="5458019"/>
                  <a:ext cx="6649128" cy="96872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ZoneTexte 6"/>
          <p:cNvSpPr txBox="1"/>
          <p:nvPr/>
        </p:nvSpPr>
        <p:spPr>
          <a:xfrm>
            <a:off x="5247193" y="5131768"/>
            <a:ext cx="27141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 smtClean="0"/>
              <a:t>Hopkinson’s law</a:t>
            </a:r>
            <a:endParaRPr lang="en-US" sz="2400" b="1" u="sng" dirty="0"/>
          </a:p>
        </p:txBody>
      </p:sp>
      <p:sp>
        <p:nvSpPr>
          <p:cNvPr id="27" name="Text Box 267"/>
          <p:cNvSpPr txBox="1">
            <a:spLocks noChangeArrowheads="1"/>
          </p:cNvSpPr>
          <p:nvPr/>
        </p:nvSpPr>
        <p:spPr bwMode="auto">
          <a:xfrm>
            <a:off x="6675658" y="4074589"/>
            <a:ext cx="5357557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800" b="1" dirty="0" smtClean="0">
                <a:latin typeface="Times New Roman" panose="02020603050405020304" pitchFamily="18" charset="0"/>
              </a:rPr>
              <a:t>T</a:t>
            </a:r>
            <a:r>
              <a:rPr lang="en-CA" altLang="fr-FR" sz="2800" b="1" baseline="-25000" dirty="0" smtClean="0">
                <a:latin typeface="Times New Roman" panose="02020603050405020304" pitchFamily="18" charset="0"/>
              </a:rPr>
              <a:t>1</a:t>
            </a:r>
            <a:r>
              <a:rPr lang="en-CA" altLang="fr-FR" sz="2800" b="1" dirty="0" smtClean="0">
                <a:latin typeface="Times New Roman" panose="02020603050405020304" pitchFamily="18" charset="0"/>
              </a:rPr>
              <a:t> “closed” : D</a:t>
            </a:r>
            <a:r>
              <a:rPr lang="en-CA" altLang="fr-FR" sz="2800" b="1" baseline="-25000" dirty="0" smtClean="0">
                <a:latin typeface="Times New Roman" panose="02020603050405020304" pitchFamily="18" charset="0"/>
              </a:rPr>
              <a:t>3</a:t>
            </a:r>
            <a:r>
              <a:rPr lang="en-CA" altLang="fr-FR" sz="2800" b="1" dirty="0" smtClean="0">
                <a:latin typeface="Times New Roman" panose="02020603050405020304" pitchFamily="18" charset="0"/>
              </a:rPr>
              <a:t> “forward”, i</a:t>
            </a:r>
            <a:r>
              <a:rPr lang="en-CA" altLang="fr-FR" sz="2800" b="1" baseline="-25000" dirty="0" smtClean="0">
                <a:latin typeface="Times New Roman" panose="02020603050405020304" pitchFamily="18" charset="0"/>
              </a:rPr>
              <a:t>3</a:t>
            </a:r>
            <a:r>
              <a:rPr lang="en-CA" altLang="fr-FR" sz="2800" b="1" dirty="0" smtClean="0">
                <a:latin typeface="Times New Roman" panose="02020603050405020304" pitchFamily="18" charset="0"/>
              </a:rPr>
              <a:t> </a:t>
            </a:r>
            <a:r>
              <a:rPr lang="en-CA" altLang="fr-FR" sz="2800" b="1" dirty="0">
                <a:latin typeface="Times New Roman" panose="02020603050405020304" pitchFamily="18" charset="0"/>
              </a:rPr>
              <a:t>= </a:t>
            </a:r>
            <a:r>
              <a:rPr lang="en-CA" altLang="fr-FR" sz="2800" b="1" dirty="0" err="1" smtClean="0">
                <a:latin typeface="Times New Roman" panose="02020603050405020304" pitchFamily="18" charset="0"/>
              </a:rPr>
              <a:t>i</a:t>
            </a:r>
            <a:r>
              <a:rPr lang="en-CA" altLang="fr-FR" sz="2800" b="1" baseline="-25000" dirty="0" err="1" smtClean="0">
                <a:latin typeface="Times New Roman" panose="02020603050405020304" pitchFamily="18" charset="0"/>
              </a:rPr>
              <a:t>L</a:t>
            </a:r>
            <a:endParaRPr lang="en-CA" altLang="fr-FR" sz="2800" b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  <a:buNone/>
            </a:pPr>
            <a:r>
              <a:rPr lang="en-CA" altLang="fr-FR" sz="2800" b="1" dirty="0" smtClean="0">
                <a:latin typeface="Times New Roman" panose="02020603050405020304" pitchFamily="18" charset="0"/>
              </a:rPr>
              <a:t>T</a:t>
            </a:r>
            <a:r>
              <a:rPr lang="en-CA" altLang="fr-FR" sz="2800" b="1" baseline="-25000" dirty="0" smtClean="0">
                <a:latin typeface="Times New Roman" panose="02020603050405020304" pitchFamily="18" charset="0"/>
              </a:rPr>
              <a:t>2</a:t>
            </a:r>
            <a:r>
              <a:rPr lang="en-CA" altLang="fr-FR" sz="2800" b="1" dirty="0" smtClean="0">
                <a:latin typeface="Times New Roman" panose="02020603050405020304" pitchFamily="18" charset="0"/>
              </a:rPr>
              <a:t> “closed” </a:t>
            </a:r>
            <a:r>
              <a:rPr lang="en-CA" altLang="fr-FR" sz="2800" b="1" dirty="0">
                <a:latin typeface="Times New Roman" panose="02020603050405020304" pitchFamily="18" charset="0"/>
              </a:rPr>
              <a:t>: </a:t>
            </a:r>
            <a:r>
              <a:rPr lang="en-CA" altLang="fr-FR" sz="2800" b="1" dirty="0" smtClean="0">
                <a:latin typeface="Times New Roman" panose="02020603050405020304" pitchFamily="18" charset="0"/>
              </a:rPr>
              <a:t>D</a:t>
            </a:r>
            <a:r>
              <a:rPr lang="en-CA" altLang="fr-FR" sz="2800" b="1" baseline="-25000" dirty="0" smtClean="0">
                <a:latin typeface="Times New Roman" panose="02020603050405020304" pitchFamily="18" charset="0"/>
              </a:rPr>
              <a:t>4</a:t>
            </a:r>
            <a:r>
              <a:rPr lang="en-CA" altLang="fr-FR" sz="2800" b="1" dirty="0" smtClean="0">
                <a:latin typeface="Times New Roman" panose="02020603050405020304" pitchFamily="18" charset="0"/>
              </a:rPr>
              <a:t> “forward”, i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4</a:t>
            </a:r>
            <a:r>
              <a:rPr lang="en-CA" altLang="fr-FR" sz="2800" b="1" dirty="0" smtClean="0">
                <a:latin typeface="Times New Roman" panose="02020603050405020304" pitchFamily="18" charset="0"/>
              </a:rPr>
              <a:t> </a:t>
            </a:r>
            <a:r>
              <a:rPr lang="en-CA" altLang="fr-FR" sz="2800" b="1" dirty="0">
                <a:latin typeface="Times New Roman" panose="02020603050405020304" pitchFamily="18" charset="0"/>
              </a:rPr>
              <a:t>= </a:t>
            </a:r>
            <a:r>
              <a:rPr lang="en-CA" altLang="fr-FR" sz="2800" b="1" dirty="0" err="1" smtClean="0">
                <a:latin typeface="Times New Roman" panose="02020603050405020304" pitchFamily="18" charset="0"/>
              </a:rPr>
              <a:t>i</a:t>
            </a:r>
            <a:r>
              <a:rPr lang="en-CA" altLang="fr-FR" sz="2800" b="1" baseline="-25000" dirty="0" err="1" smtClean="0">
                <a:latin typeface="Times New Roman" panose="02020603050405020304" pitchFamily="18" charset="0"/>
              </a:rPr>
              <a:t>L</a:t>
            </a:r>
            <a:endParaRPr lang="en-CA" altLang="fr-FR" sz="2800" b="1" baseline="-250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/>
              <p:cNvSpPr/>
              <p:nvPr/>
            </p:nvSpPr>
            <p:spPr>
              <a:xfrm>
                <a:off x="2397146" y="3603799"/>
                <a:ext cx="1971437" cy="17686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800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fr-FR" sz="2800" b="1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800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fr-FR" sz="2800" b="1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146" y="3603799"/>
                <a:ext cx="1971437" cy="17686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ZoneTexte 12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4009" y="161764"/>
            <a:ext cx="7782346" cy="434495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Box 267"/>
              <p:cNvSpPr txBox="1">
                <a:spLocks noChangeArrowheads="1"/>
              </p:cNvSpPr>
              <p:nvPr/>
            </p:nvSpPr>
            <p:spPr bwMode="auto">
              <a:xfrm>
                <a:off x="9149963" y="2825099"/>
                <a:ext cx="2090637" cy="95410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2800" b="1" u="sng" dirty="0" smtClean="0">
                    <a:latin typeface="Times New Roman" panose="02020603050405020304" pitchFamily="18" charset="0"/>
                  </a:rPr>
                  <a:t>Hypothesis: 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altLang="fr-FR" sz="2800" b="1" i="1" smtClean="0">
                          <a:latin typeface="Cambria Math" panose="02040503050406030204" pitchFamily="18" charset="0"/>
                        </a:rPr>
                        <m:t>≫</m:t>
                      </m:r>
                      <m:sSub>
                        <m:sSubPr>
                          <m:ctrlP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CA" altLang="fr-FR" sz="2800" b="1" dirty="0">
                  <a:latin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Text Box 2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9963" y="2825099"/>
                <a:ext cx="2090637" cy="954107"/>
              </a:xfrm>
              <a:prstGeom prst="rect">
                <a:avLst/>
              </a:prstGeom>
              <a:blipFill>
                <a:blip r:embed="rId5"/>
                <a:stretch>
                  <a:fillRect l="-4871" t="-4294" r="-4298"/>
                </a:stretch>
              </a:blipFill>
              <a:ln w="38100">
                <a:solidFill>
                  <a:srgbClr val="FF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301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Image 10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Continuous 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mode study: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magnetization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e 5"/>
          <p:cNvGrpSpPr/>
          <p:nvPr/>
        </p:nvGrpSpPr>
        <p:grpSpPr>
          <a:xfrm>
            <a:off x="2421908" y="2828856"/>
            <a:ext cx="1130269" cy="972949"/>
            <a:chOff x="2775411" y="1806716"/>
            <a:chExt cx="1130269" cy="3919295"/>
          </a:xfrm>
        </p:grpSpPr>
        <p:sp>
          <p:nvSpPr>
            <p:cNvPr id="3" name="Rectangle 2"/>
            <p:cNvSpPr/>
            <p:nvPr/>
          </p:nvSpPr>
          <p:spPr>
            <a:xfrm>
              <a:off x="2775411" y="1806716"/>
              <a:ext cx="1130269" cy="34151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841589" y="5035522"/>
              <a:ext cx="733866" cy="6904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2555187" y="4669102"/>
                <a:ext cx="6976354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 smtClean="0"/>
                  <a:t> 		</a:t>
                </a:r>
                <a:r>
                  <a:rPr lang="en-US" sz="2400" dirty="0" smtClean="0">
                    <a:solidFill>
                      <a:srgbClr val="FF0000"/>
                    </a:solidFill>
                  </a:rPr>
                  <a:t>Magnetization</a:t>
                </a:r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187" y="4669102"/>
                <a:ext cx="6976354" cy="624273"/>
              </a:xfrm>
              <a:prstGeom prst="rect">
                <a:avLst/>
              </a:prstGeom>
              <a:blipFill>
                <a:blip r:embed="rId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4660621" y="2670628"/>
            <a:ext cx="1397572" cy="12630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5181375" y="2670628"/>
            <a:ext cx="0" cy="126302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399606" y="2475914"/>
            <a:ext cx="886265" cy="738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/>
          <p:cNvSpPr/>
          <p:nvPr/>
        </p:nvSpPr>
        <p:spPr>
          <a:xfrm>
            <a:off x="7428182" y="897093"/>
            <a:ext cx="409080" cy="612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Connecteur droit 28"/>
          <p:cNvCxnSpPr/>
          <p:nvPr/>
        </p:nvCxnSpPr>
        <p:spPr>
          <a:xfrm flipV="1">
            <a:off x="7426594" y="1382713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778924" y="1406920"/>
            <a:ext cx="346339" cy="11996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 flipV="1">
            <a:off x="7752316" y="1986312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/>
              <p:cNvSpPr txBox="1"/>
              <p:nvPr/>
            </p:nvSpPr>
            <p:spPr>
              <a:xfrm>
                <a:off x="4610069" y="5472601"/>
                <a:ext cx="31063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4" name="ZoneTexte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69" y="5472601"/>
                <a:ext cx="3106363" cy="369332"/>
              </a:xfrm>
              <a:prstGeom prst="rect">
                <a:avLst/>
              </a:prstGeom>
              <a:blipFill>
                <a:blip r:embed="rId4"/>
                <a:stretch>
                  <a:fillRect r="-2157" b="-2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ZoneTexte 34"/>
              <p:cNvSpPr txBox="1"/>
              <p:nvPr/>
            </p:nvSpPr>
            <p:spPr>
              <a:xfrm>
                <a:off x="4422563" y="5961791"/>
                <a:ext cx="5049011" cy="7523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𝓡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2563" y="5961791"/>
                <a:ext cx="5049011" cy="75232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utoShape 355"/>
          <p:cNvSpPr>
            <a:spLocks noChangeArrowheads="1"/>
          </p:cNvSpPr>
          <p:nvPr/>
        </p:nvSpPr>
        <p:spPr bwMode="auto">
          <a:xfrm rot="16200000">
            <a:off x="3216935" y="5944870"/>
            <a:ext cx="495300" cy="724242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4" name="Line 12"/>
          <p:cNvSpPr>
            <a:spLocks noChangeShapeType="1"/>
          </p:cNvSpPr>
          <p:nvPr/>
        </p:nvSpPr>
        <p:spPr bwMode="auto">
          <a:xfrm>
            <a:off x="10095887" y="1082575"/>
            <a:ext cx="189296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Rectangle 13"/>
          <p:cNvSpPr>
            <a:spLocks noChangeArrowheads="1"/>
          </p:cNvSpPr>
          <p:nvPr/>
        </p:nvSpPr>
        <p:spPr bwMode="auto">
          <a:xfrm>
            <a:off x="10267975" y="660946"/>
            <a:ext cx="1260286" cy="42162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6" name="Line 14"/>
          <p:cNvSpPr>
            <a:spLocks noChangeShapeType="1"/>
          </p:cNvSpPr>
          <p:nvPr/>
        </p:nvSpPr>
        <p:spPr bwMode="auto">
          <a:xfrm flipV="1">
            <a:off x="10267975" y="408341"/>
            <a:ext cx="0" cy="7596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Text Box 16"/>
          <p:cNvSpPr txBox="1">
            <a:spLocks noChangeArrowheads="1"/>
          </p:cNvSpPr>
          <p:nvPr/>
        </p:nvSpPr>
        <p:spPr bwMode="auto">
          <a:xfrm>
            <a:off x="9946577" y="744530"/>
            <a:ext cx="435280" cy="356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68" name="Line 18"/>
          <p:cNvSpPr>
            <a:spLocks noChangeShapeType="1"/>
          </p:cNvSpPr>
          <p:nvPr/>
        </p:nvSpPr>
        <p:spPr bwMode="auto">
          <a:xfrm flipV="1">
            <a:off x="10095887" y="2009415"/>
            <a:ext cx="1892960" cy="92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19"/>
          <p:cNvSpPr>
            <a:spLocks noChangeShapeType="1"/>
          </p:cNvSpPr>
          <p:nvPr/>
        </p:nvSpPr>
        <p:spPr bwMode="auto">
          <a:xfrm>
            <a:off x="10267975" y="1511633"/>
            <a:ext cx="126028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Text Box 24"/>
          <p:cNvSpPr txBox="1">
            <a:spLocks noChangeArrowheads="1"/>
          </p:cNvSpPr>
          <p:nvPr/>
        </p:nvSpPr>
        <p:spPr bwMode="auto">
          <a:xfrm>
            <a:off x="9921122" y="1251598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71" name="Line 27"/>
          <p:cNvSpPr>
            <a:spLocks noChangeShapeType="1"/>
          </p:cNvSpPr>
          <p:nvPr/>
        </p:nvSpPr>
        <p:spPr bwMode="auto">
          <a:xfrm flipV="1">
            <a:off x="10267975" y="1342611"/>
            <a:ext cx="0" cy="7596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Text Box 30"/>
          <p:cNvSpPr txBox="1">
            <a:spLocks noChangeArrowheads="1"/>
          </p:cNvSpPr>
          <p:nvPr/>
        </p:nvSpPr>
        <p:spPr bwMode="auto">
          <a:xfrm>
            <a:off x="11644673" y="660946"/>
            <a:ext cx="372013" cy="356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73" name="Text Box 44"/>
          <p:cNvSpPr txBox="1">
            <a:spLocks noChangeArrowheads="1"/>
          </p:cNvSpPr>
          <p:nvPr/>
        </p:nvSpPr>
        <p:spPr bwMode="auto">
          <a:xfrm>
            <a:off x="11184086" y="155735"/>
            <a:ext cx="804761" cy="356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grpSp>
        <p:nvGrpSpPr>
          <p:cNvPr id="74" name="Group 89"/>
          <p:cNvGrpSpPr>
            <a:grpSpLocks/>
          </p:cNvGrpSpPr>
          <p:nvPr/>
        </p:nvGrpSpPr>
        <p:grpSpPr bwMode="auto">
          <a:xfrm>
            <a:off x="9906086" y="2087425"/>
            <a:ext cx="2082763" cy="1017852"/>
            <a:chOff x="787" y="1344"/>
            <a:chExt cx="823" cy="548"/>
          </a:xfrm>
        </p:grpSpPr>
        <p:sp>
          <p:nvSpPr>
            <p:cNvPr id="75" name="Line 25"/>
            <p:cNvSpPr>
              <a:spLocks noChangeShapeType="1"/>
            </p:cNvSpPr>
            <p:nvPr/>
          </p:nvSpPr>
          <p:spPr bwMode="auto">
            <a:xfrm>
              <a:off x="862" y="1756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28"/>
            <p:cNvSpPr>
              <a:spLocks noChangeShapeType="1"/>
            </p:cNvSpPr>
            <p:nvPr/>
          </p:nvSpPr>
          <p:spPr bwMode="auto">
            <a:xfrm flipV="1">
              <a:off x="930" y="1438"/>
              <a:ext cx="0" cy="45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49"/>
            <p:cNvSpPr>
              <a:spLocks noChangeShapeType="1"/>
            </p:cNvSpPr>
            <p:nvPr/>
          </p:nvSpPr>
          <p:spPr bwMode="auto">
            <a:xfrm flipV="1">
              <a:off x="930" y="1615"/>
              <a:ext cx="499" cy="22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Text Box 51"/>
            <p:cNvSpPr txBox="1">
              <a:spLocks noChangeArrowheads="1"/>
            </p:cNvSpPr>
            <p:nvPr/>
          </p:nvSpPr>
          <p:spPr bwMode="auto">
            <a:xfrm>
              <a:off x="787" y="1344"/>
              <a:ext cx="20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dirty="0">
                  <a:solidFill>
                    <a:srgbClr val="009900"/>
                  </a:solidFill>
                  <a:latin typeface="Symbol" panose="05050102010706020507" pitchFamily="18" charset="2"/>
                </a:rPr>
                <a:t>j</a:t>
              </a:r>
              <a:endParaRPr lang="en-CA" altLang="fr-FR" sz="1800" b="1" baseline="-25000" dirty="0">
                <a:solidFill>
                  <a:srgbClr val="009900"/>
                </a:solidFill>
                <a:latin typeface="Symbol" panose="05050102010706020507" pitchFamily="18" charset="2"/>
              </a:endParaRPr>
            </a:p>
          </p:txBody>
        </p:sp>
      </p:grpSp>
      <p:sp>
        <p:nvSpPr>
          <p:cNvPr id="79" name="Line 53"/>
          <p:cNvSpPr>
            <a:spLocks noChangeShapeType="1"/>
          </p:cNvSpPr>
          <p:nvPr/>
        </p:nvSpPr>
        <p:spPr bwMode="auto">
          <a:xfrm>
            <a:off x="11528261" y="324758"/>
            <a:ext cx="0" cy="6058821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0" name="Group 90"/>
          <p:cNvGrpSpPr>
            <a:grpSpLocks/>
          </p:cNvGrpSpPr>
          <p:nvPr/>
        </p:nvGrpSpPr>
        <p:grpSpPr bwMode="auto">
          <a:xfrm>
            <a:off x="9931393" y="3105277"/>
            <a:ext cx="2057456" cy="926840"/>
            <a:chOff x="797" y="1892"/>
            <a:chExt cx="813" cy="499"/>
          </a:xfrm>
        </p:grpSpPr>
        <p:sp>
          <p:nvSpPr>
            <p:cNvPr id="81" name="Text Box 40"/>
            <p:cNvSpPr txBox="1">
              <a:spLocks noChangeArrowheads="1"/>
            </p:cNvSpPr>
            <p:nvPr/>
          </p:nvSpPr>
          <p:spPr bwMode="auto">
            <a:xfrm>
              <a:off x="797" y="1892"/>
              <a:ext cx="139" cy="1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dirty="0" err="1" smtClean="0">
                  <a:solidFill>
                    <a:srgbClr val="0033CC"/>
                  </a:solidFill>
                  <a:latin typeface="Times New Roman" panose="02020603050405020304" pitchFamily="18" charset="0"/>
                </a:rPr>
                <a:t>i</a:t>
              </a:r>
              <a:r>
                <a:rPr lang="en-CA" altLang="fr-FR" sz="1800" b="1" baseline="-25000" dirty="0" err="1" smtClean="0">
                  <a:solidFill>
                    <a:srgbClr val="0033CC"/>
                  </a:solidFill>
                  <a:latin typeface="Times New Roman" panose="02020603050405020304" pitchFamily="18" charset="0"/>
                </a:rPr>
                <a:t>L</a:t>
              </a:r>
              <a:endPara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Line 60"/>
            <p:cNvSpPr>
              <a:spLocks noChangeShapeType="1"/>
            </p:cNvSpPr>
            <p:nvPr/>
          </p:nvSpPr>
          <p:spPr bwMode="auto">
            <a:xfrm flipV="1">
              <a:off x="930" y="1937"/>
              <a:ext cx="0" cy="45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61"/>
            <p:cNvSpPr>
              <a:spLocks noChangeShapeType="1"/>
            </p:cNvSpPr>
            <p:nvPr/>
          </p:nvSpPr>
          <p:spPr bwMode="auto">
            <a:xfrm>
              <a:off x="862" y="2345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62"/>
            <p:cNvSpPr>
              <a:spLocks noChangeShapeType="1"/>
            </p:cNvSpPr>
            <p:nvPr/>
          </p:nvSpPr>
          <p:spPr bwMode="auto">
            <a:xfrm flipV="1">
              <a:off x="930" y="2028"/>
              <a:ext cx="498" cy="136"/>
            </a:xfrm>
            <a:prstGeom prst="lin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5" name="Group 92"/>
          <p:cNvGrpSpPr>
            <a:grpSpLocks/>
          </p:cNvGrpSpPr>
          <p:nvPr/>
        </p:nvGrpSpPr>
        <p:grpSpPr bwMode="auto">
          <a:xfrm>
            <a:off x="10267973" y="4529899"/>
            <a:ext cx="1260286" cy="1515634"/>
            <a:chOff x="930" y="2659"/>
            <a:chExt cx="498" cy="816"/>
          </a:xfrm>
        </p:grpSpPr>
        <p:sp>
          <p:nvSpPr>
            <p:cNvPr id="86" name="Freeform 69" descr="noir)"/>
            <p:cNvSpPr>
              <a:spLocks/>
            </p:cNvSpPr>
            <p:nvPr/>
          </p:nvSpPr>
          <p:spPr bwMode="auto">
            <a:xfrm>
              <a:off x="930" y="2659"/>
              <a:ext cx="498" cy="227"/>
            </a:xfrm>
            <a:custGeom>
              <a:avLst/>
              <a:gdLst>
                <a:gd name="T0" fmla="*/ 0 w 498"/>
                <a:gd name="T1" fmla="*/ 136 h 227"/>
                <a:gd name="T2" fmla="*/ 498 w 498"/>
                <a:gd name="T3" fmla="*/ 136 h 227"/>
                <a:gd name="T4" fmla="*/ 498 w 498"/>
                <a:gd name="T5" fmla="*/ 0 h 227"/>
                <a:gd name="T6" fmla="*/ 0 w 498"/>
                <a:gd name="T7" fmla="*/ 227 h 227"/>
                <a:gd name="T8" fmla="*/ 0 w 498"/>
                <a:gd name="T9" fmla="*/ 136 h 2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98" h="227">
                  <a:moveTo>
                    <a:pt x="0" y="136"/>
                  </a:moveTo>
                  <a:lnTo>
                    <a:pt x="498" y="136"/>
                  </a:lnTo>
                  <a:lnTo>
                    <a:pt x="498" y="0"/>
                  </a:lnTo>
                  <a:lnTo>
                    <a:pt x="0" y="227"/>
                  </a:lnTo>
                  <a:lnTo>
                    <a:pt x="0" y="136"/>
                  </a:lnTo>
                  <a:close/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Freeform 73" descr="noir)"/>
            <p:cNvSpPr>
              <a:spLocks/>
            </p:cNvSpPr>
            <p:nvPr/>
          </p:nvSpPr>
          <p:spPr bwMode="auto">
            <a:xfrm>
              <a:off x="930" y="3113"/>
              <a:ext cx="498" cy="362"/>
            </a:xfrm>
            <a:custGeom>
              <a:avLst/>
              <a:gdLst>
                <a:gd name="T0" fmla="*/ 0 w 498"/>
                <a:gd name="T1" fmla="*/ 362 h 362"/>
                <a:gd name="T2" fmla="*/ 498 w 498"/>
                <a:gd name="T3" fmla="*/ 0 h 362"/>
                <a:gd name="T4" fmla="*/ 498 w 498"/>
                <a:gd name="T5" fmla="*/ 136 h 362"/>
                <a:gd name="T6" fmla="*/ 0 w 498"/>
                <a:gd name="T7" fmla="*/ 272 h 362"/>
                <a:gd name="T8" fmla="*/ 0 w 498"/>
                <a:gd name="T9" fmla="*/ 362 h 3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98" h="362">
                  <a:moveTo>
                    <a:pt x="0" y="362"/>
                  </a:moveTo>
                  <a:lnTo>
                    <a:pt x="498" y="0"/>
                  </a:lnTo>
                  <a:lnTo>
                    <a:pt x="498" y="136"/>
                  </a:lnTo>
                  <a:lnTo>
                    <a:pt x="0" y="272"/>
                  </a:lnTo>
                  <a:lnTo>
                    <a:pt x="0" y="362"/>
                  </a:lnTo>
                  <a:close/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8" name="Group 93"/>
          <p:cNvGrpSpPr>
            <a:grpSpLocks/>
          </p:cNvGrpSpPr>
          <p:nvPr/>
        </p:nvGrpSpPr>
        <p:grpSpPr bwMode="auto">
          <a:xfrm>
            <a:off x="9916208" y="5118693"/>
            <a:ext cx="1614583" cy="1090291"/>
            <a:chOff x="791" y="2976"/>
            <a:chExt cx="638" cy="587"/>
          </a:xfrm>
        </p:grpSpPr>
        <p:sp>
          <p:nvSpPr>
            <p:cNvPr id="89" name="Text Box 76"/>
            <p:cNvSpPr txBox="1">
              <a:spLocks noChangeArrowheads="1"/>
            </p:cNvSpPr>
            <p:nvPr/>
          </p:nvSpPr>
          <p:spPr bwMode="auto">
            <a:xfrm>
              <a:off x="791" y="2976"/>
              <a:ext cx="159" cy="1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 smtClean="0">
                  <a:solidFill>
                    <a:srgbClr val="A50021"/>
                  </a:solidFill>
                  <a:latin typeface="Times New Roman" panose="02020603050405020304" pitchFamily="18" charset="0"/>
                </a:rPr>
                <a:t>-i</a:t>
              </a:r>
              <a:r>
                <a:rPr lang="fr-FR" altLang="fr-FR" sz="1800" b="1" baseline="-25000" dirty="0" smtClean="0">
                  <a:solidFill>
                    <a:srgbClr val="A50021"/>
                  </a:solidFill>
                  <a:latin typeface="Times New Roman" panose="02020603050405020304" pitchFamily="18" charset="0"/>
                </a:rPr>
                <a:t>1</a:t>
              </a:r>
              <a:endParaRPr lang="fr-FR" altLang="fr-FR" sz="1800" b="1" baseline="-25000" dirty="0">
                <a:solidFill>
                  <a:srgbClr val="A50021"/>
                </a:solidFill>
                <a:latin typeface="Times New Roman" panose="02020603050405020304" pitchFamily="18" charset="0"/>
              </a:endParaRPr>
            </a:p>
          </p:txBody>
        </p:sp>
        <p:grpSp>
          <p:nvGrpSpPr>
            <p:cNvPr id="90" name="Group 77"/>
            <p:cNvGrpSpPr>
              <a:grpSpLocks/>
            </p:cNvGrpSpPr>
            <p:nvPr/>
          </p:nvGrpSpPr>
          <p:grpSpPr bwMode="auto">
            <a:xfrm>
              <a:off x="930" y="3113"/>
              <a:ext cx="499" cy="450"/>
              <a:chOff x="930" y="3113"/>
              <a:chExt cx="499" cy="450"/>
            </a:xfrm>
          </p:grpSpPr>
          <p:sp>
            <p:nvSpPr>
              <p:cNvPr id="91" name="Line 66"/>
              <p:cNvSpPr>
                <a:spLocks noChangeShapeType="1"/>
              </p:cNvSpPr>
              <p:nvPr/>
            </p:nvSpPr>
            <p:spPr bwMode="auto">
              <a:xfrm flipV="1">
                <a:off x="930" y="3113"/>
                <a:ext cx="498" cy="359"/>
              </a:xfrm>
              <a:prstGeom prst="line">
                <a:avLst/>
              </a:prstGeom>
              <a:noFill/>
              <a:ln w="25400">
                <a:solidFill>
                  <a:srgbClr val="99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74"/>
              <p:cNvSpPr>
                <a:spLocks noChangeShapeType="1"/>
              </p:cNvSpPr>
              <p:nvPr/>
            </p:nvSpPr>
            <p:spPr bwMode="auto">
              <a:xfrm flipH="1" flipV="1">
                <a:off x="930" y="3475"/>
                <a:ext cx="1" cy="88"/>
              </a:xfrm>
              <a:prstGeom prst="line">
                <a:avLst/>
              </a:prstGeom>
              <a:noFill/>
              <a:ln w="25400">
                <a:solidFill>
                  <a:srgbClr val="99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75"/>
              <p:cNvSpPr>
                <a:spLocks noChangeShapeType="1"/>
              </p:cNvSpPr>
              <p:nvPr/>
            </p:nvSpPr>
            <p:spPr bwMode="auto">
              <a:xfrm flipH="1" flipV="1">
                <a:off x="1428" y="3113"/>
                <a:ext cx="1" cy="450"/>
              </a:xfrm>
              <a:prstGeom prst="line">
                <a:avLst/>
              </a:prstGeom>
              <a:noFill/>
              <a:ln w="25400">
                <a:solidFill>
                  <a:srgbClr val="99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94" name="Group 68"/>
          <p:cNvGrpSpPr>
            <a:grpSpLocks/>
          </p:cNvGrpSpPr>
          <p:nvPr/>
        </p:nvGrpSpPr>
        <p:grpSpPr bwMode="auto">
          <a:xfrm>
            <a:off x="10095887" y="5202274"/>
            <a:ext cx="1892960" cy="1097720"/>
            <a:chOff x="862" y="3021"/>
            <a:chExt cx="748" cy="591"/>
          </a:xfrm>
        </p:grpSpPr>
        <p:sp>
          <p:nvSpPr>
            <p:cNvPr id="95" name="Line 63"/>
            <p:cNvSpPr>
              <a:spLocks noChangeShapeType="1"/>
            </p:cNvSpPr>
            <p:nvPr/>
          </p:nvSpPr>
          <p:spPr bwMode="auto">
            <a:xfrm flipV="1">
              <a:off x="930" y="3021"/>
              <a:ext cx="0" cy="5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64"/>
            <p:cNvSpPr>
              <a:spLocks noChangeShapeType="1"/>
            </p:cNvSpPr>
            <p:nvPr/>
          </p:nvSpPr>
          <p:spPr bwMode="auto">
            <a:xfrm>
              <a:off x="862" y="3566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65"/>
            <p:cNvSpPr>
              <a:spLocks noChangeShapeType="1"/>
            </p:cNvSpPr>
            <p:nvPr/>
          </p:nvSpPr>
          <p:spPr bwMode="auto">
            <a:xfrm flipV="1">
              <a:off x="930" y="3249"/>
              <a:ext cx="498" cy="136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98" name="Group 91"/>
          <p:cNvGrpSpPr>
            <a:grpSpLocks/>
          </p:cNvGrpSpPr>
          <p:nvPr/>
        </p:nvGrpSpPr>
        <p:grpSpPr bwMode="auto">
          <a:xfrm>
            <a:off x="9916209" y="4134277"/>
            <a:ext cx="2072640" cy="908266"/>
            <a:chOff x="791" y="2446"/>
            <a:chExt cx="819" cy="489"/>
          </a:xfrm>
        </p:grpSpPr>
        <p:sp>
          <p:nvSpPr>
            <p:cNvPr id="99" name="Line 32"/>
            <p:cNvSpPr>
              <a:spLocks noChangeShapeType="1"/>
            </p:cNvSpPr>
            <p:nvPr/>
          </p:nvSpPr>
          <p:spPr bwMode="auto">
            <a:xfrm flipV="1">
              <a:off x="930" y="2481"/>
              <a:ext cx="0" cy="45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41"/>
            <p:cNvSpPr>
              <a:spLocks noChangeShapeType="1"/>
            </p:cNvSpPr>
            <p:nvPr/>
          </p:nvSpPr>
          <p:spPr bwMode="auto">
            <a:xfrm flipV="1">
              <a:off x="930" y="2663"/>
              <a:ext cx="498" cy="223"/>
            </a:xfrm>
            <a:prstGeom prst="line">
              <a:avLst/>
            </a:prstGeom>
            <a:noFill/>
            <a:ln w="25400">
              <a:solidFill>
                <a:srgbClr val="FF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Text Box 42"/>
            <p:cNvSpPr txBox="1">
              <a:spLocks noChangeArrowheads="1"/>
            </p:cNvSpPr>
            <p:nvPr/>
          </p:nvSpPr>
          <p:spPr bwMode="auto">
            <a:xfrm>
              <a:off x="791" y="2446"/>
              <a:ext cx="159" cy="1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dirty="0" smtClean="0">
                  <a:solidFill>
                    <a:srgbClr val="FF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en-CA" altLang="fr-FR" sz="1800" b="1" baseline="-25000" dirty="0" smtClean="0">
                  <a:solidFill>
                    <a:srgbClr val="FF9900"/>
                  </a:solidFill>
                  <a:latin typeface="Times New Roman" panose="02020603050405020304" pitchFamily="18" charset="0"/>
                </a:rPr>
                <a:t>10</a:t>
              </a:r>
              <a:endParaRPr lang="en-CA" altLang="fr-FR" sz="1800" b="1" baseline="-25000" dirty="0">
                <a:solidFill>
                  <a:srgbClr val="FF99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2" name="Line 59"/>
            <p:cNvSpPr>
              <a:spLocks noChangeShapeType="1"/>
            </p:cNvSpPr>
            <p:nvPr/>
          </p:nvSpPr>
          <p:spPr bwMode="auto">
            <a:xfrm>
              <a:off x="862" y="2795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3" name="Rectangle 62"/>
          <p:cNvSpPr/>
          <p:nvPr/>
        </p:nvSpPr>
        <p:spPr>
          <a:xfrm>
            <a:off x="4441760" y="3002834"/>
            <a:ext cx="445927" cy="743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7" name="Groupe 6"/>
          <p:cNvGrpSpPr/>
          <p:nvPr/>
        </p:nvGrpSpPr>
        <p:grpSpPr>
          <a:xfrm>
            <a:off x="2930196" y="2764486"/>
            <a:ext cx="1072627" cy="1039112"/>
            <a:chOff x="2930196" y="2764486"/>
            <a:chExt cx="1072627" cy="1039112"/>
          </a:xfrm>
        </p:grpSpPr>
        <p:sp>
          <p:nvSpPr>
            <p:cNvPr id="103" name="Rectangle 102"/>
            <p:cNvSpPr/>
            <p:nvPr/>
          </p:nvSpPr>
          <p:spPr>
            <a:xfrm>
              <a:off x="2930196" y="2764486"/>
              <a:ext cx="896508" cy="9765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3505466" y="3212178"/>
              <a:ext cx="497357" cy="5914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05" name="Rectangle 104"/>
          <p:cNvSpPr/>
          <p:nvPr/>
        </p:nvSpPr>
        <p:spPr>
          <a:xfrm>
            <a:off x="5471391" y="3305457"/>
            <a:ext cx="4153766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400" b="1" u="sng" dirty="0"/>
              <a:t>0 &lt; t &lt; 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  <a:endParaRPr lang="fr-FR" sz="2400" dirty="0" smtClean="0"/>
          </a:p>
          <a:p>
            <a:pPr algn="ctr"/>
            <a:r>
              <a:rPr lang="en-US" sz="2400" dirty="0" smtClean="0"/>
              <a:t>T</a:t>
            </a:r>
            <a:r>
              <a:rPr lang="en-US" sz="2400" baseline="-25000" dirty="0" smtClean="0"/>
              <a:t>1</a:t>
            </a:r>
            <a:r>
              <a:rPr lang="en-US" sz="2400" dirty="0" smtClean="0"/>
              <a:t> </a:t>
            </a:r>
            <a:r>
              <a:rPr lang="en-US" sz="2400" dirty="0"/>
              <a:t>“closed”, T</a:t>
            </a:r>
            <a:r>
              <a:rPr lang="en-US" sz="2400" baseline="-25000" dirty="0"/>
              <a:t>2</a:t>
            </a:r>
            <a:r>
              <a:rPr lang="en-US" sz="2400" dirty="0"/>
              <a:t> “open</a:t>
            </a:r>
            <a:r>
              <a:rPr lang="en-US" sz="2400" dirty="0" smtClean="0"/>
              <a:t>”</a:t>
            </a:r>
          </a:p>
          <a:p>
            <a:pPr algn="ctr"/>
            <a:r>
              <a:rPr lang="en-US" sz="2400" dirty="0" smtClean="0"/>
              <a:t>D</a:t>
            </a:r>
            <a:r>
              <a:rPr lang="en-US" sz="2400" baseline="-25000" dirty="0" smtClean="0"/>
              <a:t>3</a:t>
            </a:r>
            <a:r>
              <a:rPr lang="en-US" sz="2400" dirty="0" smtClean="0"/>
              <a:t> “forward”, D</a:t>
            </a:r>
            <a:r>
              <a:rPr lang="en-US" sz="2400" baseline="-25000" dirty="0" smtClean="0"/>
              <a:t>2</a:t>
            </a:r>
            <a:r>
              <a:rPr lang="en-US" sz="2400" dirty="0" smtClean="0"/>
              <a:t> &amp; D</a:t>
            </a:r>
            <a:r>
              <a:rPr lang="en-US" sz="2400" baseline="-25000" dirty="0" smtClean="0"/>
              <a:t>4</a:t>
            </a:r>
            <a:r>
              <a:rPr lang="en-US" sz="2400" dirty="0" smtClean="0"/>
              <a:t> “reverse” </a:t>
            </a:r>
            <a:endParaRPr lang="en-US" sz="2400" dirty="0"/>
          </a:p>
        </p:txBody>
      </p:sp>
      <p:sp>
        <p:nvSpPr>
          <p:cNvPr id="107" name="ZoneTexte 106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1970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7" grpId="0" animBg="1"/>
      <p:bldP spid="31" grpId="0" animBg="1"/>
      <p:bldP spid="34" grpId="0"/>
      <p:bldP spid="35" grpId="0"/>
      <p:bldP spid="36" grpId="0" animBg="1"/>
      <p:bldP spid="68" grpId="0" animBg="1"/>
      <p:bldP spid="69" grpId="0" animBg="1"/>
      <p:bldP spid="70" grpId="0"/>
      <p:bldP spid="71" grpId="0" animBg="1"/>
      <p:bldP spid="6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Image 9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Continuous 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mode study: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second phase</a:t>
            </a: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  <a:p>
            <a:pPr lvl="0">
              <a:defRPr/>
            </a:pP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e 14"/>
          <p:cNvGrpSpPr/>
          <p:nvPr/>
        </p:nvGrpSpPr>
        <p:grpSpPr>
          <a:xfrm>
            <a:off x="2533674" y="2825764"/>
            <a:ext cx="1026463" cy="971274"/>
            <a:chOff x="2648246" y="1477267"/>
            <a:chExt cx="1532275" cy="4246301"/>
          </a:xfrm>
        </p:grpSpPr>
        <p:sp>
          <p:nvSpPr>
            <p:cNvPr id="16" name="Rectangle 15"/>
            <p:cNvSpPr/>
            <p:nvPr/>
          </p:nvSpPr>
          <p:spPr>
            <a:xfrm>
              <a:off x="2648246" y="1477267"/>
              <a:ext cx="1532275" cy="3672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656303" y="5033076"/>
              <a:ext cx="733866" cy="6904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5196272" y="2704724"/>
            <a:ext cx="893134" cy="1135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7399607" y="2475914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7" name="Connecteur droit 26"/>
          <p:cNvCxnSpPr/>
          <p:nvPr/>
        </p:nvCxnSpPr>
        <p:spPr>
          <a:xfrm flipV="1">
            <a:off x="7397339" y="2592698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69694" y="995111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 flipV="1">
            <a:off x="7356972" y="1375080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ZoneTexte 32"/>
              <p:cNvSpPr txBox="1"/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3" name="ZoneTexte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blipFill>
                <a:blip r:embed="rId4"/>
                <a:stretch>
                  <a:fillRect l="-242" r="-969"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utoShape 355"/>
          <p:cNvSpPr>
            <a:spLocks noChangeArrowheads="1"/>
          </p:cNvSpPr>
          <p:nvPr/>
        </p:nvSpPr>
        <p:spPr bwMode="auto">
          <a:xfrm rot="16200000">
            <a:off x="6302243" y="6232292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𝒄𝒔𝒕</m:t>
                      </m:r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blipFill>
                <a:blip r:embed="rId5"/>
                <a:stretch>
                  <a:fillRect l="-6383" r="-4255" b="-2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93"/>
          <p:cNvGrpSpPr>
            <a:grpSpLocks/>
          </p:cNvGrpSpPr>
          <p:nvPr/>
        </p:nvGrpSpPr>
        <p:grpSpPr bwMode="auto">
          <a:xfrm>
            <a:off x="10601461" y="3405419"/>
            <a:ext cx="1152525" cy="2381250"/>
            <a:chOff x="2244" y="2429"/>
            <a:chExt cx="726" cy="1500"/>
          </a:xfrm>
        </p:grpSpPr>
        <p:sp>
          <p:nvSpPr>
            <p:cNvPr id="37" name="Freeform 66" descr="noir)"/>
            <p:cNvSpPr>
              <a:spLocks/>
            </p:cNvSpPr>
            <p:nvPr/>
          </p:nvSpPr>
          <p:spPr bwMode="auto">
            <a:xfrm>
              <a:off x="2244" y="3203"/>
              <a:ext cx="726" cy="182"/>
            </a:xfrm>
            <a:custGeom>
              <a:avLst/>
              <a:gdLst>
                <a:gd name="T0" fmla="*/ 0 w 726"/>
                <a:gd name="T1" fmla="*/ 0 h 182"/>
                <a:gd name="T2" fmla="*/ 726 w 726"/>
                <a:gd name="T3" fmla="*/ 91 h 182"/>
                <a:gd name="T4" fmla="*/ 726 w 726"/>
                <a:gd name="T5" fmla="*/ 182 h 182"/>
                <a:gd name="T6" fmla="*/ 0 w 726"/>
                <a:gd name="T7" fmla="*/ 91 h 182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26" h="182">
                  <a:moveTo>
                    <a:pt x="0" y="0"/>
                  </a:moveTo>
                  <a:lnTo>
                    <a:pt x="726" y="91"/>
                  </a:lnTo>
                  <a:lnTo>
                    <a:pt x="726" y="182"/>
                  </a:lnTo>
                  <a:lnTo>
                    <a:pt x="0" y="91"/>
                  </a:lnTo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67" descr="noir)"/>
            <p:cNvSpPr>
              <a:spLocks/>
            </p:cNvSpPr>
            <p:nvPr/>
          </p:nvSpPr>
          <p:spPr bwMode="auto">
            <a:xfrm>
              <a:off x="2244" y="3747"/>
              <a:ext cx="726" cy="182"/>
            </a:xfrm>
            <a:custGeom>
              <a:avLst/>
              <a:gdLst>
                <a:gd name="T0" fmla="*/ 0 w 726"/>
                <a:gd name="T1" fmla="*/ 0 h 182"/>
                <a:gd name="T2" fmla="*/ 726 w 726"/>
                <a:gd name="T3" fmla="*/ 91 h 182"/>
                <a:gd name="T4" fmla="*/ 726 w 726"/>
                <a:gd name="T5" fmla="*/ 182 h 182"/>
                <a:gd name="T6" fmla="*/ 0 w 726"/>
                <a:gd name="T7" fmla="*/ 91 h 182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26" h="182">
                  <a:moveTo>
                    <a:pt x="0" y="0"/>
                  </a:moveTo>
                  <a:lnTo>
                    <a:pt x="726" y="91"/>
                  </a:lnTo>
                  <a:lnTo>
                    <a:pt x="726" y="182"/>
                  </a:lnTo>
                  <a:lnTo>
                    <a:pt x="0" y="91"/>
                  </a:lnTo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Rectangle 55" descr="noir)"/>
            <p:cNvSpPr>
              <a:spLocks noChangeArrowheads="1"/>
            </p:cNvSpPr>
            <p:nvPr/>
          </p:nvSpPr>
          <p:spPr bwMode="auto">
            <a:xfrm>
              <a:off x="2244" y="2429"/>
              <a:ext cx="726" cy="136"/>
            </a:xfrm>
            <a:prstGeom prst="rect">
              <a:avLst/>
            </a:pr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40" name="Rectangle 4"/>
          <p:cNvSpPr>
            <a:spLocks noChangeArrowheads="1"/>
          </p:cNvSpPr>
          <p:nvPr/>
        </p:nvSpPr>
        <p:spPr bwMode="auto">
          <a:xfrm>
            <a:off x="9810886" y="252645"/>
            <a:ext cx="790575" cy="36036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41" name="Line 5"/>
          <p:cNvSpPr>
            <a:spLocks noChangeShapeType="1"/>
          </p:cNvSpPr>
          <p:nvPr/>
        </p:nvSpPr>
        <p:spPr bwMode="auto">
          <a:xfrm flipV="1">
            <a:off x="9810886" y="36745"/>
            <a:ext cx="0" cy="6492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Text Box 6"/>
          <p:cNvSpPr txBox="1">
            <a:spLocks noChangeArrowheads="1"/>
          </p:cNvSpPr>
          <p:nvPr/>
        </p:nvSpPr>
        <p:spPr bwMode="auto">
          <a:xfrm>
            <a:off x="9567070" y="394422"/>
            <a:ext cx="27305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43" name="Line 8"/>
          <p:cNvSpPr>
            <a:spLocks noChangeShapeType="1"/>
          </p:cNvSpPr>
          <p:nvPr/>
        </p:nvSpPr>
        <p:spPr bwMode="auto">
          <a:xfrm>
            <a:off x="9810886" y="908282"/>
            <a:ext cx="790575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Text Box 9"/>
          <p:cNvSpPr txBox="1">
            <a:spLocks noChangeArrowheads="1"/>
          </p:cNvSpPr>
          <p:nvPr/>
        </p:nvSpPr>
        <p:spPr bwMode="auto">
          <a:xfrm>
            <a:off x="9408569" y="686032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 smtClean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endParaRPr lang="fr-FR" altLang="fr-FR" sz="1800" b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45" name="Line 10"/>
          <p:cNvSpPr>
            <a:spLocks noChangeShapeType="1"/>
          </p:cNvSpPr>
          <p:nvPr/>
        </p:nvSpPr>
        <p:spPr bwMode="auto">
          <a:xfrm flipV="1">
            <a:off x="9810886" y="763820"/>
            <a:ext cx="0" cy="6492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Text Box 11"/>
          <p:cNvSpPr txBox="1">
            <a:spLocks noChangeArrowheads="1"/>
          </p:cNvSpPr>
          <p:nvPr/>
        </p:nvSpPr>
        <p:spPr bwMode="auto">
          <a:xfrm>
            <a:off x="11827011" y="252645"/>
            <a:ext cx="2333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47" name="Text Box 12"/>
          <p:cNvSpPr txBox="1">
            <a:spLocks noChangeArrowheads="1"/>
          </p:cNvSpPr>
          <p:nvPr/>
        </p:nvSpPr>
        <p:spPr bwMode="auto">
          <a:xfrm>
            <a:off x="10601461" y="181207"/>
            <a:ext cx="504825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48" name="Line 16"/>
          <p:cNvSpPr>
            <a:spLocks noChangeShapeType="1"/>
          </p:cNvSpPr>
          <p:nvPr/>
        </p:nvSpPr>
        <p:spPr bwMode="auto">
          <a:xfrm flipV="1">
            <a:off x="9810886" y="1482957"/>
            <a:ext cx="0" cy="7207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17"/>
          <p:cNvSpPr>
            <a:spLocks noChangeShapeType="1"/>
          </p:cNvSpPr>
          <p:nvPr/>
        </p:nvSpPr>
        <p:spPr bwMode="auto">
          <a:xfrm flipV="1">
            <a:off x="9810886" y="1763945"/>
            <a:ext cx="792163" cy="360362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Text Box 18"/>
          <p:cNvSpPr txBox="1">
            <a:spLocks noChangeArrowheads="1"/>
          </p:cNvSpPr>
          <p:nvPr/>
        </p:nvSpPr>
        <p:spPr bwMode="auto">
          <a:xfrm>
            <a:off x="9435555" y="1333732"/>
            <a:ext cx="3222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  <a:endParaRPr lang="fr-FR" altLang="fr-FR" sz="1800" b="1" baseline="-25000" dirty="0">
              <a:solidFill>
                <a:srgbClr val="009900"/>
              </a:solidFill>
              <a:latin typeface="Symbol" panose="05050102010706020507" pitchFamily="18" charset="2"/>
            </a:endParaRPr>
          </a:p>
        </p:txBody>
      </p:sp>
      <p:sp>
        <p:nvSpPr>
          <p:cNvPr id="51" name="Line 19"/>
          <p:cNvSpPr>
            <a:spLocks noChangeShapeType="1"/>
          </p:cNvSpPr>
          <p:nvPr/>
        </p:nvSpPr>
        <p:spPr bwMode="auto">
          <a:xfrm>
            <a:off x="10601461" y="181208"/>
            <a:ext cx="0" cy="606066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Text Box 22"/>
          <p:cNvSpPr txBox="1">
            <a:spLocks noChangeArrowheads="1"/>
          </p:cNvSpPr>
          <p:nvPr/>
        </p:nvSpPr>
        <p:spPr bwMode="auto">
          <a:xfrm>
            <a:off x="9450524" y="2197332"/>
            <a:ext cx="35137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rgbClr val="0033CC"/>
                </a:solidFill>
                <a:latin typeface="Times New Roman" panose="02020603050405020304" pitchFamily="18" charset="0"/>
              </a:rPr>
              <a:t>L</a:t>
            </a:r>
            <a:endParaRPr lang="fr-FR" altLang="fr-FR" sz="1800" b="1" baseline="-25000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sp>
        <p:nvSpPr>
          <p:cNvPr id="53" name="Line 23"/>
          <p:cNvSpPr>
            <a:spLocks noChangeShapeType="1"/>
          </p:cNvSpPr>
          <p:nvPr/>
        </p:nvSpPr>
        <p:spPr bwMode="auto">
          <a:xfrm flipV="1">
            <a:off x="9810886" y="2268770"/>
            <a:ext cx="0" cy="87502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25"/>
          <p:cNvSpPr>
            <a:spLocks noChangeShapeType="1"/>
          </p:cNvSpPr>
          <p:nvPr/>
        </p:nvSpPr>
        <p:spPr bwMode="auto">
          <a:xfrm flipV="1">
            <a:off x="9810886" y="2341795"/>
            <a:ext cx="790575" cy="287337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Freeform 27" descr="noir)"/>
          <p:cNvSpPr>
            <a:spLocks/>
          </p:cNvSpPr>
          <p:nvPr/>
        </p:nvSpPr>
        <p:spPr bwMode="auto">
          <a:xfrm>
            <a:off x="9810886" y="3405420"/>
            <a:ext cx="790575" cy="360362"/>
          </a:xfrm>
          <a:custGeom>
            <a:avLst/>
            <a:gdLst>
              <a:gd name="T0" fmla="*/ 0 w 498"/>
              <a:gd name="T1" fmla="*/ 2147483646 h 227"/>
              <a:gd name="T2" fmla="*/ 2147483646 w 498"/>
              <a:gd name="T3" fmla="*/ 2147483646 h 227"/>
              <a:gd name="T4" fmla="*/ 2147483646 w 498"/>
              <a:gd name="T5" fmla="*/ 0 h 227"/>
              <a:gd name="T6" fmla="*/ 0 w 498"/>
              <a:gd name="T7" fmla="*/ 2147483646 h 227"/>
              <a:gd name="T8" fmla="*/ 0 w 498"/>
              <a:gd name="T9" fmla="*/ 2147483646 h 22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98" h="227">
                <a:moveTo>
                  <a:pt x="0" y="136"/>
                </a:moveTo>
                <a:lnTo>
                  <a:pt x="498" y="136"/>
                </a:lnTo>
                <a:lnTo>
                  <a:pt x="498" y="0"/>
                </a:lnTo>
                <a:lnTo>
                  <a:pt x="0" y="227"/>
                </a:lnTo>
                <a:lnTo>
                  <a:pt x="0" y="136"/>
                </a:lnTo>
                <a:close/>
              </a:path>
            </a:pathLst>
          </a:custGeom>
          <a:blipFill dpi="0" rotWithShape="0">
            <a:blip r:embed="rId6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Text Box 32"/>
          <p:cNvSpPr txBox="1">
            <a:spLocks noChangeArrowheads="1"/>
          </p:cNvSpPr>
          <p:nvPr/>
        </p:nvSpPr>
        <p:spPr bwMode="auto">
          <a:xfrm>
            <a:off x="9521961" y="3915007"/>
            <a:ext cx="32573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A5002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rgbClr val="A50021"/>
                </a:solidFill>
                <a:latin typeface="Times New Roman" panose="02020603050405020304" pitchFamily="18" charset="0"/>
              </a:rPr>
              <a:t>3</a:t>
            </a:r>
            <a:endParaRPr lang="fr-FR" altLang="fr-FR" sz="1800" b="1" baseline="-25000" dirty="0">
              <a:solidFill>
                <a:srgbClr val="A50021"/>
              </a:solidFill>
              <a:latin typeface="Times New Roman" panose="02020603050405020304" pitchFamily="18" charset="0"/>
            </a:endParaRPr>
          </a:p>
        </p:txBody>
      </p:sp>
      <p:sp>
        <p:nvSpPr>
          <p:cNvPr id="57" name="Line 38"/>
          <p:cNvSpPr>
            <a:spLocks noChangeShapeType="1"/>
          </p:cNvSpPr>
          <p:nvPr/>
        </p:nvSpPr>
        <p:spPr bwMode="auto">
          <a:xfrm flipV="1">
            <a:off x="9810886" y="3986445"/>
            <a:ext cx="0" cy="1296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43"/>
          <p:cNvSpPr>
            <a:spLocks noChangeShapeType="1"/>
          </p:cNvSpPr>
          <p:nvPr/>
        </p:nvSpPr>
        <p:spPr bwMode="auto">
          <a:xfrm flipV="1">
            <a:off x="9810886" y="3122845"/>
            <a:ext cx="0" cy="7207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44"/>
          <p:cNvSpPr>
            <a:spLocks noChangeShapeType="1"/>
          </p:cNvSpPr>
          <p:nvPr/>
        </p:nvSpPr>
        <p:spPr bwMode="auto">
          <a:xfrm flipV="1">
            <a:off x="9810886" y="3411770"/>
            <a:ext cx="790575" cy="354012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Text Box 45"/>
          <p:cNvSpPr txBox="1">
            <a:spLocks noChangeArrowheads="1"/>
          </p:cNvSpPr>
          <p:nvPr/>
        </p:nvSpPr>
        <p:spPr bwMode="auto">
          <a:xfrm>
            <a:off x="9466625" y="3028730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rgbClr val="FF9900"/>
                </a:solidFill>
                <a:latin typeface="Times New Roman" panose="02020603050405020304" pitchFamily="18" charset="0"/>
              </a:rPr>
              <a:t>10</a:t>
            </a:r>
            <a:endParaRPr lang="fr-FR" altLang="fr-FR" sz="1800" b="1" baseline="-25000" dirty="0">
              <a:solidFill>
                <a:srgbClr val="FF99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1" name="Line 3"/>
          <p:cNvSpPr>
            <a:spLocks noChangeShapeType="1"/>
          </p:cNvSpPr>
          <p:nvPr/>
        </p:nvSpPr>
        <p:spPr bwMode="auto">
          <a:xfrm>
            <a:off x="9702936" y="613007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7"/>
          <p:cNvSpPr>
            <a:spLocks noChangeShapeType="1"/>
          </p:cNvSpPr>
          <p:nvPr/>
        </p:nvSpPr>
        <p:spPr bwMode="auto">
          <a:xfrm flipV="1">
            <a:off x="9702936" y="1333732"/>
            <a:ext cx="2339975" cy="79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15"/>
          <p:cNvSpPr>
            <a:spLocks noChangeShapeType="1"/>
          </p:cNvSpPr>
          <p:nvPr/>
        </p:nvSpPr>
        <p:spPr bwMode="auto">
          <a:xfrm>
            <a:off x="9702936" y="1987782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24"/>
          <p:cNvSpPr>
            <a:spLocks noChangeShapeType="1"/>
          </p:cNvSpPr>
          <p:nvPr/>
        </p:nvSpPr>
        <p:spPr bwMode="auto">
          <a:xfrm>
            <a:off x="9702936" y="2941889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39"/>
          <p:cNvSpPr>
            <a:spLocks noChangeShapeType="1"/>
          </p:cNvSpPr>
          <p:nvPr/>
        </p:nvSpPr>
        <p:spPr bwMode="auto">
          <a:xfrm>
            <a:off x="9702936" y="5140557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46"/>
          <p:cNvSpPr>
            <a:spLocks noChangeShapeType="1"/>
          </p:cNvSpPr>
          <p:nvPr/>
        </p:nvSpPr>
        <p:spPr bwMode="auto">
          <a:xfrm>
            <a:off x="9702936" y="3622907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51"/>
          <p:cNvSpPr>
            <a:spLocks noChangeShapeType="1"/>
          </p:cNvSpPr>
          <p:nvPr/>
        </p:nvSpPr>
        <p:spPr bwMode="auto">
          <a:xfrm>
            <a:off x="11753986" y="174858"/>
            <a:ext cx="0" cy="606701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52"/>
          <p:cNvSpPr>
            <a:spLocks noChangeShapeType="1"/>
          </p:cNvSpPr>
          <p:nvPr/>
        </p:nvSpPr>
        <p:spPr bwMode="auto">
          <a:xfrm>
            <a:off x="10601461" y="1327382"/>
            <a:ext cx="1152525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53"/>
          <p:cNvSpPr>
            <a:spLocks noChangeShapeType="1"/>
          </p:cNvSpPr>
          <p:nvPr/>
        </p:nvSpPr>
        <p:spPr bwMode="auto">
          <a:xfrm flipV="1">
            <a:off x="10601461" y="895582"/>
            <a:ext cx="1588" cy="41910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54"/>
          <p:cNvSpPr>
            <a:spLocks noChangeShapeType="1"/>
          </p:cNvSpPr>
          <p:nvPr/>
        </p:nvSpPr>
        <p:spPr bwMode="auto">
          <a:xfrm>
            <a:off x="10601461" y="3399070"/>
            <a:ext cx="1152525" cy="635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71" name="Group 92"/>
          <p:cNvGrpSpPr>
            <a:grpSpLocks/>
          </p:cNvGrpSpPr>
          <p:nvPr/>
        </p:nvGrpSpPr>
        <p:grpSpPr bwMode="auto">
          <a:xfrm>
            <a:off x="10601462" y="4634144"/>
            <a:ext cx="1152525" cy="1152525"/>
            <a:chOff x="2244" y="3203"/>
            <a:chExt cx="726" cy="726"/>
          </a:xfrm>
        </p:grpSpPr>
        <p:sp>
          <p:nvSpPr>
            <p:cNvPr id="72" name="Line 40"/>
            <p:cNvSpPr>
              <a:spLocks noChangeShapeType="1"/>
            </p:cNvSpPr>
            <p:nvPr/>
          </p:nvSpPr>
          <p:spPr bwMode="auto">
            <a:xfrm>
              <a:off x="2244" y="3203"/>
              <a:ext cx="726" cy="91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2"/>
            <p:cNvSpPr>
              <a:spLocks noChangeShapeType="1"/>
            </p:cNvSpPr>
            <p:nvPr/>
          </p:nvSpPr>
          <p:spPr bwMode="auto">
            <a:xfrm>
              <a:off x="2244" y="3838"/>
              <a:ext cx="726" cy="91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4" name="Line 50"/>
          <p:cNvSpPr>
            <a:spLocks noChangeShapeType="1"/>
          </p:cNvSpPr>
          <p:nvPr/>
        </p:nvSpPr>
        <p:spPr bwMode="auto">
          <a:xfrm>
            <a:off x="10601461" y="2341792"/>
            <a:ext cx="1152525" cy="280987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Text Box 60"/>
          <p:cNvSpPr txBox="1">
            <a:spLocks noChangeArrowheads="1"/>
          </p:cNvSpPr>
          <p:nvPr/>
        </p:nvSpPr>
        <p:spPr bwMode="auto">
          <a:xfrm>
            <a:off x="9514390" y="5252236"/>
            <a:ext cx="32573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A5002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rgbClr val="A50021"/>
                </a:solidFill>
                <a:latin typeface="Times New Roman" panose="02020603050405020304" pitchFamily="18" charset="0"/>
              </a:rPr>
              <a:t>4</a:t>
            </a:r>
            <a:endParaRPr lang="fr-FR" altLang="fr-FR" sz="1800" b="1" baseline="-25000" dirty="0">
              <a:solidFill>
                <a:srgbClr val="A5002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6" name="Line 61"/>
          <p:cNvSpPr>
            <a:spLocks noChangeShapeType="1"/>
          </p:cNvSpPr>
          <p:nvPr/>
        </p:nvSpPr>
        <p:spPr bwMode="auto">
          <a:xfrm flipV="1">
            <a:off x="9810886" y="5353282"/>
            <a:ext cx="0" cy="9382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63"/>
          <p:cNvSpPr>
            <a:spLocks noChangeShapeType="1"/>
          </p:cNvSpPr>
          <p:nvPr/>
        </p:nvSpPr>
        <p:spPr bwMode="auto">
          <a:xfrm>
            <a:off x="9702936" y="6148620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68"/>
          <p:cNvSpPr>
            <a:spLocks noChangeShapeType="1"/>
          </p:cNvSpPr>
          <p:nvPr/>
        </p:nvSpPr>
        <p:spPr bwMode="auto">
          <a:xfrm flipV="1">
            <a:off x="9810886" y="4130907"/>
            <a:ext cx="792163" cy="287338"/>
          </a:xfrm>
          <a:prstGeom prst="line">
            <a:avLst/>
          </a:prstGeom>
          <a:noFill/>
          <a:ln w="25400">
            <a:solidFill>
              <a:srgbClr val="A5002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3"/>
          <p:cNvSpPr>
            <a:spLocks noChangeShapeType="1"/>
          </p:cNvSpPr>
          <p:nvPr/>
        </p:nvSpPr>
        <p:spPr bwMode="auto">
          <a:xfrm>
            <a:off x="9810886" y="6147032"/>
            <a:ext cx="790575" cy="0"/>
          </a:xfrm>
          <a:prstGeom prst="line">
            <a:avLst/>
          </a:prstGeom>
          <a:noFill/>
          <a:ln w="25400">
            <a:solidFill>
              <a:srgbClr val="A5002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0" name="Group 95"/>
          <p:cNvGrpSpPr>
            <a:grpSpLocks/>
          </p:cNvGrpSpPr>
          <p:nvPr/>
        </p:nvGrpSpPr>
        <p:grpSpPr bwMode="auto">
          <a:xfrm>
            <a:off x="10601461" y="4130907"/>
            <a:ext cx="1154113" cy="2016125"/>
            <a:chOff x="2244" y="2886"/>
            <a:chExt cx="727" cy="1270"/>
          </a:xfrm>
        </p:grpSpPr>
        <p:sp>
          <p:nvSpPr>
            <p:cNvPr id="81" name="Line 69"/>
            <p:cNvSpPr>
              <a:spLocks noChangeShapeType="1"/>
            </p:cNvSpPr>
            <p:nvPr/>
          </p:nvSpPr>
          <p:spPr bwMode="auto">
            <a:xfrm>
              <a:off x="2244" y="3294"/>
              <a:ext cx="726" cy="91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0"/>
            <p:cNvSpPr>
              <a:spLocks noChangeShapeType="1"/>
            </p:cNvSpPr>
            <p:nvPr/>
          </p:nvSpPr>
          <p:spPr bwMode="auto">
            <a:xfrm>
              <a:off x="2970" y="3385"/>
              <a:ext cx="1" cy="136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1"/>
            <p:cNvSpPr>
              <a:spLocks noChangeShapeType="1"/>
            </p:cNvSpPr>
            <p:nvPr/>
          </p:nvSpPr>
          <p:spPr bwMode="auto">
            <a:xfrm flipV="1">
              <a:off x="2244" y="2886"/>
              <a:ext cx="1" cy="408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2"/>
            <p:cNvSpPr>
              <a:spLocks noChangeShapeType="1"/>
            </p:cNvSpPr>
            <p:nvPr/>
          </p:nvSpPr>
          <p:spPr bwMode="auto">
            <a:xfrm>
              <a:off x="2244" y="3747"/>
              <a:ext cx="726" cy="91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74"/>
            <p:cNvSpPr>
              <a:spLocks noChangeShapeType="1"/>
            </p:cNvSpPr>
            <p:nvPr/>
          </p:nvSpPr>
          <p:spPr bwMode="auto">
            <a:xfrm>
              <a:off x="2244" y="3747"/>
              <a:ext cx="0" cy="409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75"/>
            <p:cNvSpPr>
              <a:spLocks noChangeShapeType="1"/>
            </p:cNvSpPr>
            <p:nvPr/>
          </p:nvSpPr>
          <p:spPr bwMode="auto">
            <a:xfrm>
              <a:off x="2970" y="3838"/>
              <a:ext cx="0" cy="318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7" name="Line 49"/>
          <p:cNvSpPr>
            <a:spLocks noChangeShapeType="1"/>
          </p:cNvSpPr>
          <p:nvPr/>
        </p:nvSpPr>
        <p:spPr bwMode="auto">
          <a:xfrm flipV="1">
            <a:off x="10601461" y="1763945"/>
            <a:ext cx="1152525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" name="Groupe 1"/>
          <p:cNvGrpSpPr/>
          <p:nvPr/>
        </p:nvGrpSpPr>
        <p:grpSpPr>
          <a:xfrm>
            <a:off x="4501658" y="2799273"/>
            <a:ext cx="971689" cy="979675"/>
            <a:chOff x="4501658" y="2799273"/>
            <a:chExt cx="971689" cy="979675"/>
          </a:xfrm>
        </p:grpSpPr>
        <p:sp>
          <p:nvSpPr>
            <p:cNvPr id="89" name="Rectangle 88"/>
            <p:cNvSpPr/>
            <p:nvPr/>
          </p:nvSpPr>
          <p:spPr>
            <a:xfrm>
              <a:off x="4517016" y="2799273"/>
              <a:ext cx="956331" cy="8664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4501658" y="3485027"/>
              <a:ext cx="366774" cy="2939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e 2"/>
          <p:cNvGrpSpPr/>
          <p:nvPr/>
        </p:nvGrpSpPr>
        <p:grpSpPr>
          <a:xfrm>
            <a:off x="3277490" y="2704724"/>
            <a:ext cx="749583" cy="1135126"/>
            <a:chOff x="3277490" y="2704724"/>
            <a:chExt cx="749583" cy="1135126"/>
          </a:xfrm>
        </p:grpSpPr>
        <p:sp>
          <p:nvSpPr>
            <p:cNvPr id="91" name="Rectangle 90"/>
            <p:cNvSpPr/>
            <p:nvPr/>
          </p:nvSpPr>
          <p:spPr>
            <a:xfrm>
              <a:off x="3277490" y="2704724"/>
              <a:ext cx="569060" cy="11351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3458013" y="3305324"/>
              <a:ext cx="569060" cy="3709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93" name="Rectangle 92"/>
          <p:cNvSpPr/>
          <p:nvPr/>
        </p:nvSpPr>
        <p:spPr>
          <a:xfrm>
            <a:off x="6549892" y="3305457"/>
            <a:ext cx="1996764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l-GR" sz="2400" b="1" u="sng" dirty="0"/>
              <a:t>α</a:t>
            </a:r>
            <a:r>
              <a:rPr lang="fr-FR" sz="2400" b="1" u="sng" dirty="0"/>
              <a:t>T &lt; t &lt; </a:t>
            </a:r>
            <a:r>
              <a:rPr lang="fr-FR" sz="2400" b="1" u="sng" dirty="0" smtClean="0"/>
              <a:t>T/2:</a:t>
            </a:r>
            <a:r>
              <a:rPr lang="fr-FR" sz="2400" dirty="0" smtClean="0"/>
              <a:t> </a:t>
            </a:r>
          </a:p>
          <a:p>
            <a:pPr algn="ctr"/>
            <a:r>
              <a:rPr lang="en-US" sz="2400" dirty="0" smtClean="0"/>
              <a:t>T</a:t>
            </a:r>
            <a:r>
              <a:rPr lang="en-US" sz="2400" baseline="-25000" dirty="0" smtClean="0"/>
              <a:t>1</a:t>
            </a:r>
            <a:r>
              <a:rPr lang="en-US" sz="2400" dirty="0" smtClean="0"/>
              <a:t> &amp; T</a:t>
            </a:r>
            <a:r>
              <a:rPr lang="en-US" sz="2400" baseline="-25000" dirty="0" smtClean="0"/>
              <a:t>2</a:t>
            </a:r>
            <a:r>
              <a:rPr lang="en-US" sz="2400" dirty="0" smtClean="0"/>
              <a:t> </a:t>
            </a:r>
            <a:r>
              <a:rPr lang="en-US" sz="2400" dirty="0"/>
              <a:t>“open</a:t>
            </a:r>
            <a:r>
              <a:rPr lang="en-US" sz="2400" dirty="0" smtClean="0"/>
              <a:t>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  <a:blipFill>
                <a:blip r:embed="rId7"/>
                <a:stretch>
                  <a:fillRect b="-14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 94"/>
              <p:cNvSpPr/>
              <p:nvPr/>
            </p:nvSpPr>
            <p:spPr>
              <a:xfrm>
                <a:off x="2415025" y="4884512"/>
                <a:ext cx="4912563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 smtClean="0"/>
                  <a:t>If D</a:t>
                </a:r>
                <a:r>
                  <a:rPr lang="en-US" sz="2400" baseline="-25000" dirty="0"/>
                  <a:t>2</a:t>
                </a:r>
                <a:r>
                  <a:rPr lang="en-US" sz="2400" dirty="0"/>
                  <a:t> « forward </a:t>
                </a:r>
                <a:r>
                  <a:rPr lang="en-US" sz="2400" dirty="0" smtClean="0"/>
                  <a:t>» </a:t>
                </a:r>
                <a:r>
                  <a:rPr lang="en-US" sz="2400" dirty="0" smtClean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→ D</a:t>
                </a:r>
                <a:r>
                  <a:rPr lang="en-US" sz="2400" baseline="-25000" dirty="0" smtClean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</a:t>
                </a:r>
                <a:r>
                  <a:rPr lang="en-US" sz="2400" dirty="0" smtClean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2400" dirty="0"/>
                  <a:t>« forward »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en-US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5" name="Rectangle 9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25" y="4884512"/>
                <a:ext cx="4912563" cy="830997"/>
              </a:xfrm>
              <a:prstGeom prst="rect">
                <a:avLst/>
              </a:prstGeom>
              <a:blipFill>
                <a:blip r:embed="rId8"/>
                <a:stretch>
                  <a:fillRect l="-1613" t="-5839" b="-656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AutoShape 355"/>
          <p:cNvSpPr>
            <a:spLocks noChangeArrowheads="1"/>
          </p:cNvSpPr>
          <p:nvPr/>
        </p:nvSpPr>
        <p:spPr bwMode="auto">
          <a:xfrm rot="16200000">
            <a:off x="7163664" y="5098279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732348" y="5108583"/>
            <a:ext cx="17632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 smtClean="0">
                <a:solidFill>
                  <a:srgbClr val="FF0000"/>
                </a:solidFill>
              </a:rPr>
              <a:t>“reverse”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ectangle 96"/>
              <p:cNvSpPr/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Rectangle 9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  <a:blipFill>
                <a:blip r:embed="rId9"/>
                <a:stretch>
                  <a:fillRect b="-1315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AutoShape 355"/>
          <p:cNvSpPr>
            <a:spLocks noChangeArrowheads="1"/>
          </p:cNvSpPr>
          <p:nvPr/>
        </p:nvSpPr>
        <p:spPr bwMode="auto">
          <a:xfrm rot="16200000">
            <a:off x="6302242" y="56956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6956779" y="5728506"/>
            <a:ext cx="261122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 smtClean="0">
                <a:solidFill>
                  <a:srgbClr val="FF0000"/>
                </a:solidFill>
              </a:rPr>
              <a:t>D</a:t>
            </a:r>
            <a:r>
              <a:rPr lang="en-US" sz="2400" b="1" baseline="-25000" dirty="0" smtClean="0">
                <a:solidFill>
                  <a:srgbClr val="FF0000"/>
                </a:solidFill>
              </a:rPr>
              <a:t>3</a:t>
            </a:r>
            <a:r>
              <a:rPr lang="en-US" sz="2400" b="1" dirty="0" smtClean="0">
                <a:solidFill>
                  <a:srgbClr val="FF0000"/>
                </a:solidFill>
              </a:rPr>
              <a:t> &amp; D</a:t>
            </a:r>
            <a:r>
              <a:rPr lang="en-US" sz="2400" b="1" baseline="-25000" dirty="0" smtClean="0">
                <a:solidFill>
                  <a:srgbClr val="FF0000"/>
                </a:solidFill>
              </a:rPr>
              <a:t>4</a:t>
            </a:r>
            <a:r>
              <a:rPr lang="en-US" sz="2400" b="1" dirty="0" smtClean="0">
                <a:solidFill>
                  <a:srgbClr val="FF0000"/>
                </a:solidFill>
              </a:rPr>
              <a:t> “forward” </a:t>
            </a:r>
            <a:endParaRPr lang="fr-FR" sz="2400" b="1" dirty="0">
              <a:solidFill>
                <a:srgbClr val="FF0000"/>
              </a:solidFill>
            </a:endParaRPr>
          </a:p>
        </p:txBody>
      </p:sp>
      <p:sp>
        <p:nvSpPr>
          <p:cNvPr id="198" name="ZoneTexte 197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9655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6" grpId="0" animBg="1"/>
      <p:bldP spid="31" grpId="0" animBg="1"/>
      <p:bldP spid="33" grpId="0"/>
      <p:bldP spid="34" grpId="0" animBg="1"/>
      <p:bldP spid="35" grpId="0"/>
      <p:bldP spid="68" grpId="0" animBg="1"/>
      <p:bldP spid="70" grpId="0" animBg="1"/>
      <p:bldP spid="74" grpId="0" animBg="1"/>
      <p:bldP spid="87" grpId="0" animBg="1"/>
      <p:bldP spid="6" grpId="0"/>
      <p:bldP spid="95" grpId="0"/>
      <p:bldP spid="96" grpId="0" animBg="1"/>
      <p:bldP spid="12" grpId="0"/>
      <p:bldP spid="97" grpId="0"/>
      <p:bldP spid="98" grpId="0" animBg="1"/>
      <p:bldP spid="99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Image 8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Continuous 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mode study: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demagnetization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479964" y="2772229"/>
            <a:ext cx="1264778" cy="1027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2453311" y="4610932"/>
                <a:ext cx="7001853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 smtClean="0"/>
                  <a:t> 		</a:t>
                </a:r>
                <a:r>
                  <a:rPr lang="en-US" sz="2400" dirty="0" smtClean="0">
                    <a:solidFill>
                      <a:srgbClr val="FF0000"/>
                    </a:solidFill>
                  </a:rPr>
                  <a:t>Demagnetization</a:t>
                </a:r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311" y="4610932"/>
                <a:ext cx="7001853" cy="624273"/>
              </a:xfrm>
              <a:prstGeom prst="rect">
                <a:avLst/>
              </a:prstGeom>
              <a:blipFill>
                <a:blip r:embed="rId3"/>
                <a:stretch>
                  <a:fillRect b="-87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4746494" y="2710377"/>
            <a:ext cx="1274841" cy="12046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3264329" y="2737303"/>
            <a:ext cx="0" cy="10885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399606" y="2475914"/>
            <a:ext cx="886265" cy="738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/>
          <p:cNvSpPr/>
          <p:nvPr/>
        </p:nvSpPr>
        <p:spPr>
          <a:xfrm>
            <a:off x="7420561" y="897093"/>
            <a:ext cx="481323" cy="612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>
            <a:off x="7393439" y="2594081"/>
            <a:ext cx="5250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/>
              <p:cNvSpPr txBox="1"/>
              <p:nvPr/>
            </p:nvSpPr>
            <p:spPr>
              <a:xfrm>
                <a:off x="4466005" y="5413158"/>
                <a:ext cx="287713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4" name="ZoneTexte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005" y="5413158"/>
                <a:ext cx="2877134" cy="369332"/>
              </a:xfrm>
              <a:prstGeom prst="rect">
                <a:avLst/>
              </a:prstGeom>
              <a:blipFill>
                <a:blip r:embed="rId4"/>
                <a:stretch>
                  <a:fillRect l="-1059" r="-2119" b="-2459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ZoneTexte 34"/>
              <p:cNvSpPr txBox="1"/>
              <p:nvPr/>
            </p:nvSpPr>
            <p:spPr>
              <a:xfrm>
                <a:off x="4259902" y="5978192"/>
                <a:ext cx="4539256" cy="7523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𝓡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902" y="5978192"/>
                <a:ext cx="4539256" cy="75232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utoShape 355"/>
          <p:cNvSpPr>
            <a:spLocks noChangeArrowheads="1"/>
          </p:cNvSpPr>
          <p:nvPr/>
        </p:nvSpPr>
        <p:spPr bwMode="auto">
          <a:xfrm rot="16200000">
            <a:off x="3195109" y="6012609"/>
            <a:ext cx="495300" cy="823584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03" name="Connecteur droit 102"/>
          <p:cNvCxnSpPr/>
          <p:nvPr/>
        </p:nvCxnSpPr>
        <p:spPr>
          <a:xfrm>
            <a:off x="7917125" y="2215507"/>
            <a:ext cx="2595" cy="36968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5471391" y="3305457"/>
            <a:ext cx="4153766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400" b="1" u="sng" dirty="0" smtClean="0"/>
              <a:t>T/2 </a:t>
            </a:r>
            <a:r>
              <a:rPr lang="fr-FR" sz="2400" b="1" u="sng" dirty="0"/>
              <a:t>&lt; t &lt; </a:t>
            </a:r>
            <a:r>
              <a:rPr lang="fr-FR" sz="2400" b="1" u="sng" dirty="0" smtClean="0"/>
              <a:t>T/2+</a:t>
            </a:r>
            <a:r>
              <a:rPr lang="el-GR" sz="2400" b="1" u="sng" dirty="0" smtClean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  <a:endParaRPr lang="fr-FR" sz="2400" dirty="0" smtClean="0"/>
          </a:p>
          <a:p>
            <a:pPr algn="ctr"/>
            <a:r>
              <a:rPr lang="en-US" sz="2400" dirty="0" smtClean="0"/>
              <a:t>T</a:t>
            </a:r>
            <a:r>
              <a:rPr lang="en-US" sz="2400" baseline="-25000" dirty="0" smtClean="0"/>
              <a:t>1</a:t>
            </a:r>
            <a:r>
              <a:rPr lang="en-US" sz="2400" dirty="0" smtClean="0"/>
              <a:t> “open”, </a:t>
            </a:r>
            <a:r>
              <a:rPr lang="en-US" sz="2400" dirty="0"/>
              <a:t>T</a:t>
            </a:r>
            <a:r>
              <a:rPr lang="en-US" sz="2400" baseline="-25000" dirty="0"/>
              <a:t>2</a:t>
            </a:r>
            <a:r>
              <a:rPr lang="en-US" sz="2400" dirty="0"/>
              <a:t> </a:t>
            </a:r>
            <a:r>
              <a:rPr lang="en-US" sz="2400" dirty="0" smtClean="0"/>
              <a:t>“closed”</a:t>
            </a:r>
          </a:p>
          <a:p>
            <a:pPr algn="ctr"/>
            <a:r>
              <a:rPr lang="en-US" sz="2400" dirty="0" smtClean="0"/>
              <a:t>D</a:t>
            </a:r>
            <a:r>
              <a:rPr lang="en-US" sz="2400" baseline="-25000" dirty="0" smtClean="0"/>
              <a:t>4</a:t>
            </a:r>
            <a:r>
              <a:rPr lang="en-US" sz="2400" dirty="0" smtClean="0"/>
              <a:t> “forward”, D</a:t>
            </a:r>
            <a:r>
              <a:rPr lang="en-US" sz="2400" baseline="-25000" dirty="0" smtClean="0"/>
              <a:t>1</a:t>
            </a:r>
            <a:r>
              <a:rPr lang="en-US" sz="2400" dirty="0" smtClean="0"/>
              <a:t> &amp; D</a:t>
            </a:r>
            <a:r>
              <a:rPr lang="en-US" sz="2400" baseline="-25000" dirty="0" smtClean="0"/>
              <a:t>3</a:t>
            </a:r>
            <a:r>
              <a:rPr lang="en-US" sz="2400" dirty="0" smtClean="0"/>
              <a:t> “reverse” </a:t>
            </a:r>
            <a:endParaRPr lang="en-US" sz="2400" dirty="0"/>
          </a:p>
        </p:txBody>
      </p:sp>
      <p:sp>
        <p:nvSpPr>
          <p:cNvPr id="73" name="Rectangle 72"/>
          <p:cNvSpPr/>
          <p:nvPr/>
        </p:nvSpPr>
        <p:spPr>
          <a:xfrm>
            <a:off x="4456186" y="2898216"/>
            <a:ext cx="360139" cy="8675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 74"/>
          <p:cNvSpPr/>
          <p:nvPr/>
        </p:nvSpPr>
        <p:spPr>
          <a:xfrm>
            <a:off x="3565206" y="3032315"/>
            <a:ext cx="514658" cy="5399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 75"/>
          <p:cNvSpPr/>
          <p:nvPr/>
        </p:nvSpPr>
        <p:spPr>
          <a:xfrm>
            <a:off x="4805867" y="2711565"/>
            <a:ext cx="338159" cy="4478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Rectangle 6"/>
          <p:cNvSpPr>
            <a:spLocks noChangeArrowheads="1"/>
          </p:cNvSpPr>
          <p:nvPr/>
        </p:nvSpPr>
        <p:spPr bwMode="auto">
          <a:xfrm>
            <a:off x="9756198" y="316799"/>
            <a:ext cx="533814" cy="33942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79" name="Line 7"/>
          <p:cNvSpPr>
            <a:spLocks noChangeShapeType="1"/>
          </p:cNvSpPr>
          <p:nvPr/>
        </p:nvSpPr>
        <p:spPr bwMode="auto">
          <a:xfrm flipV="1">
            <a:off x="9756198" y="113440"/>
            <a:ext cx="0" cy="61157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Rectangle 9"/>
          <p:cNvSpPr>
            <a:spLocks noChangeArrowheads="1"/>
          </p:cNvSpPr>
          <p:nvPr/>
        </p:nvSpPr>
        <p:spPr bwMode="auto">
          <a:xfrm>
            <a:off x="11125985" y="316799"/>
            <a:ext cx="533814" cy="339429"/>
          </a:xfrm>
          <a:prstGeom prst="rect">
            <a:avLst/>
          </a:pr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34" name="Line 11"/>
          <p:cNvSpPr>
            <a:spLocks noChangeShapeType="1"/>
          </p:cNvSpPr>
          <p:nvPr/>
        </p:nvSpPr>
        <p:spPr bwMode="auto">
          <a:xfrm>
            <a:off x="9756198" y="659459"/>
            <a:ext cx="0" cy="331779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5" name="Line 12"/>
          <p:cNvSpPr>
            <a:spLocks noChangeShapeType="1"/>
          </p:cNvSpPr>
          <p:nvPr/>
        </p:nvSpPr>
        <p:spPr bwMode="auto">
          <a:xfrm>
            <a:off x="10290012" y="659459"/>
            <a:ext cx="0" cy="5688374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6" name="Line 13"/>
          <p:cNvSpPr>
            <a:spLocks noChangeShapeType="1"/>
          </p:cNvSpPr>
          <p:nvPr/>
        </p:nvSpPr>
        <p:spPr bwMode="auto">
          <a:xfrm>
            <a:off x="11127664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7" name="Line 14"/>
          <p:cNvSpPr>
            <a:spLocks noChangeShapeType="1"/>
          </p:cNvSpPr>
          <p:nvPr/>
        </p:nvSpPr>
        <p:spPr bwMode="auto">
          <a:xfrm>
            <a:off x="11661478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8" name="Text Box 16"/>
          <p:cNvSpPr txBox="1">
            <a:spLocks noChangeArrowheads="1"/>
          </p:cNvSpPr>
          <p:nvPr/>
        </p:nvSpPr>
        <p:spPr bwMode="auto">
          <a:xfrm>
            <a:off x="9450681" y="310817"/>
            <a:ext cx="315588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39" name="Text Box 17"/>
          <p:cNvSpPr txBox="1">
            <a:spLocks noChangeArrowheads="1"/>
          </p:cNvSpPr>
          <p:nvPr/>
        </p:nvSpPr>
        <p:spPr bwMode="auto">
          <a:xfrm>
            <a:off x="10699333" y="636719"/>
            <a:ext cx="50526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smtClean="0">
                <a:latin typeface="Times New Roman" panose="02020603050405020304" pitchFamily="18" charset="0"/>
              </a:rPr>
              <a:t>T/2</a:t>
            </a:r>
            <a:endParaRPr lang="fr-FR" altLang="fr-FR" sz="1800" b="1" i="1" dirty="0">
              <a:latin typeface="Times New Roman" panose="02020603050405020304" pitchFamily="18" charset="0"/>
            </a:endParaRPr>
          </a:p>
        </p:txBody>
      </p:sp>
      <p:sp>
        <p:nvSpPr>
          <p:cNvPr id="140" name="Line 20"/>
          <p:cNvSpPr>
            <a:spLocks noChangeShapeType="1"/>
          </p:cNvSpPr>
          <p:nvPr/>
        </p:nvSpPr>
        <p:spPr bwMode="auto">
          <a:xfrm>
            <a:off x="9756198" y="993073"/>
            <a:ext cx="53381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Line 21"/>
          <p:cNvSpPr>
            <a:spLocks noChangeShapeType="1"/>
          </p:cNvSpPr>
          <p:nvPr/>
        </p:nvSpPr>
        <p:spPr bwMode="auto">
          <a:xfrm flipV="1">
            <a:off x="10288332" y="993073"/>
            <a:ext cx="0" cy="41868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2" name="Line 22"/>
          <p:cNvSpPr>
            <a:spLocks noChangeShapeType="1"/>
          </p:cNvSpPr>
          <p:nvPr/>
        </p:nvSpPr>
        <p:spPr bwMode="auto">
          <a:xfrm flipV="1">
            <a:off x="11125985" y="1399790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3" name="Line 23"/>
          <p:cNvSpPr>
            <a:spLocks noChangeShapeType="1"/>
          </p:cNvSpPr>
          <p:nvPr/>
        </p:nvSpPr>
        <p:spPr bwMode="auto">
          <a:xfrm flipV="1">
            <a:off x="10288332" y="1399790"/>
            <a:ext cx="85276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4" name="Line 24"/>
          <p:cNvSpPr>
            <a:spLocks noChangeShapeType="1"/>
          </p:cNvSpPr>
          <p:nvPr/>
        </p:nvSpPr>
        <p:spPr bwMode="auto">
          <a:xfrm>
            <a:off x="11125985" y="1783648"/>
            <a:ext cx="53381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6" name="Text Box 28"/>
          <p:cNvSpPr txBox="1">
            <a:spLocks noChangeArrowheads="1"/>
          </p:cNvSpPr>
          <p:nvPr/>
        </p:nvSpPr>
        <p:spPr bwMode="auto">
          <a:xfrm>
            <a:off x="9450681" y="783733"/>
            <a:ext cx="396164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47" name="Line 30"/>
          <p:cNvSpPr>
            <a:spLocks noChangeShapeType="1"/>
          </p:cNvSpPr>
          <p:nvPr/>
        </p:nvSpPr>
        <p:spPr bwMode="auto">
          <a:xfrm flipV="1">
            <a:off x="9756198" y="1803037"/>
            <a:ext cx="550601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31"/>
          <p:cNvSpPr>
            <a:spLocks noChangeShapeType="1"/>
          </p:cNvSpPr>
          <p:nvPr/>
        </p:nvSpPr>
        <p:spPr bwMode="auto">
          <a:xfrm>
            <a:off x="11125985" y="1803037"/>
            <a:ext cx="550601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34"/>
          <p:cNvSpPr>
            <a:spLocks noChangeShapeType="1"/>
          </p:cNvSpPr>
          <p:nvPr/>
        </p:nvSpPr>
        <p:spPr bwMode="auto">
          <a:xfrm flipV="1">
            <a:off x="10288332" y="1818277"/>
            <a:ext cx="83765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35"/>
          <p:cNvSpPr>
            <a:spLocks noChangeShapeType="1"/>
          </p:cNvSpPr>
          <p:nvPr/>
        </p:nvSpPr>
        <p:spPr bwMode="auto">
          <a:xfrm flipV="1">
            <a:off x="9756198" y="857002"/>
            <a:ext cx="0" cy="1018289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1" name="Line 36"/>
          <p:cNvSpPr>
            <a:spLocks noChangeShapeType="1"/>
          </p:cNvSpPr>
          <p:nvPr/>
        </p:nvSpPr>
        <p:spPr bwMode="auto">
          <a:xfrm flipV="1">
            <a:off x="9756198" y="1584438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Line 37"/>
          <p:cNvSpPr>
            <a:spLocks noChangeShapeType="1"/>
          </p:cNvSpPr>
          <p:nvPr/>
        </p:nvSpPr>
        <p:spPr bwMode="auto">
          <a:xfrm flipV="1">
            <a:off x="9756198" y="993073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3" name="Line 5"/>
          <p:cNvSpPr>
            <a:spLocks noChangeShapeType="1"/>
          </p:cNvSpPr>
          <p:nvPr/>
        </p:nvSpPr>
        <p:spPr bwMode="auto">
          <a:xfrm>
            <a:off x="9715910" y="654733"/>
            <a:ext cx="236271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4" name="Line 19"/>
          <p:cNvSpPr>
            <a:spLocks noChangeShapeType="1"/>
          </p:cNvSpPr>
          <p:nvPr/>
        </p:nvSpPr>
        <p:spPr bwMode="auto">
          <a:xfrm>
            <a:off x="9715910" y="1398295"/>
            <a:ext cx="236271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5" name="Line 29"/>
          <p:cNvSpPr>
            <a:spLocks noChangeShapeType="1"/>
          </p:cNvSpPr>
          <p:nvPr/>
        </p:nvSpPr>
        <p:spPr bwMode="auto">
          <a:xfrm>
            <a:off x="9715910" y="2058444"/>
            <a:ext cx="236271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6" name="Line 42"/>
          <p:cNvSpPr>
            <a:spLocks noChangeShapeType="1"/>
          </p:cNvSpPr>
          <p:nvPr/>
        </p:nvSpPr>
        <p:spPr bwMode="auto">
          <a:xfrm>
            <a:off x="9747805" y="3639320"/>
            <a:ext cx="233082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7" name="Text Box 54"/>
          <p:cNvSpPr txBox="1">
            <a:spLocks noChangeArrowheads="1"/>
          </p:cNvSpPr>
          <p:nvPr/>
        </p:nvSpPr>
        <p:spPr bwMode="auto">
          <a:xfrm>
            <a:off x="10004639" y="669686"/>
            <a:ext cx="439809" cy="2870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8" name="Text Box 146"/>
          <p:cNvSpPr txBox="1">
            <a:spLocks noChangeArrowheads="1"/>
          </p:cNvSpPr>
          <p:nvPr/>
        </p:nvSpPr>
        <p:spPr bwMode="auto">
          <a:xfrm>
            <a:off x="9490969" y="1517151"/>
            <a:ext cx="340768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  <a:endParaRPr lang="fr-FR" altLang="fr-FR" sz="1800" b="1" baseline="-25000">
              <a:solidFill>
                <a:srgbClr val="009900"/>
              </a:solidFill>
              <a:latin typeface="Symbol" panose="05050102010706020507" pitchFamily="18" charset="2"/>
            </a:endParaRPr>
          </a:p>
        </p:txBody>
      </p:sp>
      <p:sp>
        <p:nvSpPr>
          <p:cNvPr id="159" name="Line 151"/>
          <p:cNvSpPr>
            <a:spLocks noChangeShapeType="1"/>
          </p:cNvSpPr>
          <p:nvPr/>
        </p:nvSpPr>
        <p:spPr bwMode="auto">
          <a:xfrm flipV="1">
            <a:off x="9756198" y="3504744"/>
            <a:ext cx="532135" cy="270646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0" name="Line 152"/>
          <p:cNvSpPr>
            <a:spLocks noChangeShapeType="1"/>
          </p:cNvSpPr>
          <p:nvPr/>
        </p:nvSpPr>
        <p:spPr bwMode="auto">
          <a:xfrm>
            <a:off x="11125985" y="3504744"/>
            <a:ext cx="532135" cy="270646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1" name="Line 153"/>
          <p:cNvSpPr>
            <a:spLocks noChangeShapeType="1"/>
          </p:cNvSpPr>
          <p:nvPr/>
        </p:nvSpPr>
        <p:spPr bwMode="auto">
          <a:xfrm flipV="1">
            <a:off x="10288332" y="3504744"/>
            <a:ext cx="837652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2" name="Line 156"/>
          <p:cNvSpPr>
            <a:spLocks noChangeShapeType="1"/>
          </p:cNvSpPr>
          <p:nvPr/>
        </p:nvSpPr>
        <p:spPr bwMode="auto">
          <a:xfrm flipV="1">
            <a:off x="9756198" y="3096531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3" name="Text Box 157"/>
          <p:cNvSpPr txBox="1">
            <a:spLocks noChangeArrowheads="1"/>
          </p:cNvSpPr>
          <p:nvPr/>
        </p:nvSpPr>
        <p:spPr bwMode="auto">
          <a:xfrm>
            <a:off x="9436101" y="3029244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chemeClr val="accent2"/>
                </a:solidFill>
                <a:latin typeface="Times New Roman" panose="02020603050405020304" pitchFamily="18" charset="0"/>
              </a:rPr>
              <a:t>10</a:t>
            </a:r>
            <a:endParaRPr lang="fr-FR" altLang="fr-FR" sz="1800" b="1" baseline="-25000" dirty="0">
              <a:solidFill>
                <a:schemeClr val="accent2"/>
              </a:solidFill>
              <a:latin typeface="Times New Roman" panose="02020603050405020304" pitchFamily="18" charset="0"/>
            </a:endParaRPr>
          </a:p>
        </p:txBody>
      </p:sp>
      <p:sp>
        <p:nvSpPr>
          <p:cNvPr id="164" name="Line 82"/>
          <p:cNvSpPr>
            <a:spLocks noChangeShapeType="1"/>
          </p:cNvSpPr>
          <p:nvPr/>
        </p:nvSpPr>
        <p:spPr bwMode="auto">
          <a:xfrm flipV="1">
            <a:off x="9756198" y="2331668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5" name="Line 88"/>
          <p:cNvSpPr>
            <a:spLocks noChangeShapeType="1"/>
          </p:cNvSpPr>
          <p:nvPr/>
        </p:nvSpPr>
        <p:spPr bwMode="auto">
          <a:xfrm>
            <a:off x="9678704" y="2994131"/>
            <a:ext cx="239992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6" name="Line 76"/>
          <p:cNvSpPr>
            <a:spLocks noChangeShapeType="1"/>
          </p:cNvSpPr>
          <p:nvPr/>
        </p:nvSpPr>
        <p:spPr bwMode="auto">
          <a:xfrm flipV="1">
            <a:off x="9756197" y="2459236"/>
            <a:ext cx="547618" cy="295511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7" name="Line 77"/>
          <p:cNvSpPr>
            <a:spLocks noChangeShapeType="1"/>
          </p:cNvSpPr>
          <p:nvPr/>
        </p:nvSpPr>
        <p:spPr bwMode="auto">
          <a:xfrm>
            <a:off x="10303815" y="2459236"/>
            <a:ext cx="859312" cy="293354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8" name="Line 147"/>
          <p:cNvSpPr>
            <a:spLocks noChangeShapeType="1"/>
          </p:cNvSpPr>
          <p:nvPr/>
        </p:nvSpPr>
        <p:spPr bwMode="auto">
          <a:xfrm flipV="1">
            <a:off x="11163126" y="2459236"/>
            <a:ext cx="547618" cy="295511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Text Box 150"/>
          <p:cNvSpPr txBox="1">
            <a:spLocks noChangeArrowheads="1"/>
          </p:cNvSpPr>
          <p:nvPr/>
        </p:nvSpPr>
        <p:spPr bwMode="auto">
          <a:xfrm>
            <a:off x="9444503" y="2260226"/>
            <a:ext cx="35137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chemeClr val="accent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chemeClr val="accent1"/>
                </a:solidFill>
                <a:latin typeface="Times New Roman" panose="02020603050405020304" pitchFamily="18" charset="0"/>
              </a:rPr>
              <a:t>L</a:t>
            </a:r>
            <a:endParaRPr lang="fr-FR" altLang="fr-FR" sz="1800" b="1" baseline="-25000" dirty="0">
              <a:solidFill>
                <a:schemeClr val="accent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70" name="Line 84"/>
          <p:cNvSpPr>
            <a:spLocks noChangeShapeType="1"/>
          </p:cNvSpPr>
          <p:nvPr/>
        </p:nvSpPr>
        <p:spPr bwMode="auto">
          <a:xfrm flipV="1">
            <a:off x="9750314" y="4127499"/>
            <a:ext cx="0" cy="106307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Line 89"/>
          <p:cNvSpPr>
            <a:spLocks noChangeShapeType="1"/>
          </p:cNvSpPr>
          <p:nvPr/>
        </p:nvSpPr>
        <p:spPr bwMode="auto">
          <a:xfrm>
            <a:off x="9705541" y="5190571"/>
            <a:ext cx="237308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2" name="Line 90"/>
          <p:cNvSpPr>
            <a:spLocks noChangeShapeType="1"/>
          </p:cNvSpPr>
          <p:nvPr/>
        </p:nvSpPr>
        <p:spPr bwMode="auto">
          <a:xfrm flipH="1" flipV="1">
            <a:off x="10297931" y="5844234"/>
            <a:ext cx="0" cy="35852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3" name="Text Box 99"/>
          <p:cNvSpPr txBox="1">
            <a:spLocks noChangeArrowheads="1"/>
          </p:cNvSpPr>
          <p:nvPr/>
        </p:nvSpPr>
        <p:spPr bwMode="auto">
          <a:xfrm>
            <a:off x="9444503" y="4121573"/>
            <a:ext cx="34744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  <a:endParaRPr lang="fr-FR" altLang="fr-FR" sz="1800" b="1" baseline="-25000" dirty="0">
              <a:solidFill>
                <a:srgbClr val="FF99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74" name="Line 160"/>
          <p:cNvSpPr>
            <a:spLocks noChangeShapeType="1"/>
          </p:cNvSpPr>
          <p:nvPr/>
        </p:nvSpPr>
        <p:spPr bwMode="auto">
          <a:xfrm>
            <a:off x="9672821" y="6201131"/>
            <a:ext cx="240580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5" name="Line 161"/>
          <p:cNvSpPr>
            <a:spLocks noChangeShapeType="1"/>
          </p:cNvSpPr>
          <p:nvPr/>
        </p:nvSpPr>
        <p:spPr bwMode="auto">
          <a:xfrm flipV="1">
            <a:off x="9750314" y="5413157"/>
            <a:ext cx="0" cy="86266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6" name="Line 162"/>
          <p:cNvSpPr>
            <a:spLocks noChangeShapeType="1"/>
          </p:cNvSpPr>
          <p:nvPr/>
        </p:nvSpPr>
        <p:spPr bwMode="auto">
          <a:xfrm flipV="1">
            <a:off x="9750314" y="4209319"/>
            <a:ext cx="538480" cy="48627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7" name="Line 165"/>
          <p:cNvSpPr>
            <a:spLocks noChangeShapeType="1"/>
          </p:cNvSpPr>
          <p:nvPr/>
        </p:nvSpPr>
        <p:spPr bwMode="auto">
          <a:xfrm>
            <a:off x="10297931" y="4708242"/>
            <a:ext cx="844974" cy="243134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8" name="Line 167"/>
          <p:cNvSpPr>
            <a:spLocks noChangeShapeType="1"/>
          </p:cNvSpPr>
          <p:nvPr/>
        </p:nvSpPr>
        <p:spPr bwMode="auto">
          <a:xfrm flipV="1">
            <a:off x="10297931" y="4209318"/>
            <a:ext cx="0" cy="482391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9" name="Line 168"/>
          <p:cNvSpPr>
            <a:spLocks noChangeShapeType="1"/>
          </p:cNvSpPr>
          <p:nvPr/>
        </p:nvSpPr>
        <p:spPr bwMode="auto">
          <a:xfrm flipV="1">
            <a:off x="11134383" y="4947435"/>
            <a:ext cx="0" cy="24313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69"/>
          <p:cNvSpPr>
            <a:spLocks noChangeShapeType="1"/>
          </p:cNvSpPr>
          <p:nvPr/>
        </p:nvSpPr>
        <p:spPr bwMode="auto">
          <a:xfrm>
            <a:off x="9750314" y="6201131"/>
            <a:ext cx="53848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Line 170"/>
          <p:cNvSpPr>
            <a:spLocks noChangeShapeType="1"/>
          </p:cNvSpPr>
          <p:nvPr/>
        </p:nvSpPr>
        <p:spPr bwMode="auto">
          <a:xfrm flipV="1">
            <a:off x="11106543" y="5504431"/>
            <a:ext cx="539828" cy="256709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2" name="Line 172"/>
          <p:cNvSpPr>
            <a:spLocks noChangeShapeType="1"/>
          </p:cNvSpPr>
          <p:nvPr/>
        </p:nvSpPr>
        <p:spPr bwMode="auto">
          <a:xfrm flipH="1">
            <a:off x="11125984" y="5772003"/>
            <a:ext cx="0" cy="243134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3" name="Line 173"/>
          <p:cNvSpPr>
            <a:spLocks noChangeShapeType="1"/>
          </p:cNvSpPr>
          <p:nvPr/>
        </p:nvSpPr>
        <p:spPr bwMode="auto">
          <a:xfrm flipV="1">
            <a:off x="11157243" y="5192192"/>
            <a:ext cx="500877" cy="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4" name="Text Box 180"/>
          <p:cNvSpPr txBox="1">
            <a:spLocks noChangeArrowheads="1"/>
          </p:cNvSpPr>
          <p:nvPr/>
        </p:nvSpPr>
        <p:spPr bwMode="auto">
          <a:xfrm>
            <a:off x="9396558" y="5356265"/>
            <a:ext cx="42951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rgbClr val="0000FF"/>
                </a:solidFill>
                <a:latin typeface="Times New Roman" panose="02020603050405020304" pitchFamily="18" charset="0"/>
              </a:rPr>
              <a:t>4</a:t>
            </a:r>
            <a:endParaRPr lang="fr-FR" altLang="fr-FR" sz="1800" b="1" baseline="-2500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5" name="Line 94"/>
          <p:cNvSpPr>
            <a:spLocks noChangeShapeType="1"/>
          </p:cNvSpPr>
          <p:nvPr/>
        </p:nvSpPr>
        <p:spPr bwMode="auto">
          <a:xfrm>
            <a:off x="10284128" y="5844234"/>
            <a:ext cx="844974" cy="18344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6" name="ZoneTexte 185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9888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3" grpId="0" animBg="1"/>
      <p:bldP spid="26" grpId="0" animBg="1"/>
      <p:bldP spid="27" grpId="0" animBg="1"/>
      <p:bldP spid="34" grpId="0"/>
      <p:bldP spid="35" grpId="0"/>
      <p:bldP spid="36" grpId="0" animBg="1"/>
      <p:bldP spid="73" grpId="0" animBg="1"/>
      <p:bldP spid="75" grpId="0" animBg="1"/>
      <p:bldP spid="76" grpId="0" animBg="1"/>
      <p:bldP spid="142" grpId="0" animBg="1"/>
      <p:bldP spid="144" grpId="0" animBg="1"/>
      <p:bldP spid="148" grpId="0" animBg="1"/>
      <p:bldP spid="160" grpId="0" animBg="1"/>
      <p:bldP spid="168" grpId="0" animBg="1"/>
      <p:bldP spid="179" grpId="0" animBg="1"/>
      <p:bldP spid="181" grpId="0" animBg="1"/>
      <p:bldP spid="182" grpId="0" animBg="1"/>
      <p:bldP spid="18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Image 17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Continuous 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mode study: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fourth phase</a:t>
            </a: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  <a:p>
            <a:pPr lvl="0">
              <a:defRPr/>
            </a:pP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e 14"/>
          <p:cNvGrpSpPr/>
          <p:nvPr/>
        </p:nvGrpSpPr>
        <p:grpSpPr>
          <a:xfrm>
            <a:off x="2494069" y="2828292"/>
            <a:ext cx="1076624" cy="971851"/>
            <a:chOff x="2866168" y="1937805"/>
            <a:chExt cx="1354109" cy="3585991"/>
          </a:xfrm>
        </p:grpSpPr>
        <p:sp>
          <p:nvSpPr>
            <p:cNvPr id="16" name="Rectangle 15"/>
            <p:cNvSpPr/>
            <p:nvPr/>
          </p:nvSpPr>
          <p:spPr>
            <a:xfrm>
              <a:off x="3042667" y="1937805"/>
              <a:ext cx="1177610" cy="3052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866168" y="4007084"/>
              <a:ext cx="733865" cy="15167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604657" y="2799714"/>
            <a:ext cx="870224" cy="8273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7399607" y="2475914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7" name="Connecteur droit 26"/>
          <p:cNvCxnSpPr/>
          <p:nvPr/>
        </p:nvCxnSpPr>
        <p:spPr>
          <a:xfrm flipV="1">
            <a:off x="7397339" y="2592698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69694" y="995111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 flipV="1">
            <a:off x="7356972" y="1375080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6508822" y="3305457"/>
            <a:ext cx="207890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400" b="1" u="sng" dirty="0" smtClean="0"/>
              <a:t>T/2+</a:t>
            </a:r>
            <a:r>
              <a:rPr lang="el-GR" sz="2400" b="1" u="sng" dirty="0" smtClean="0"/>
              <a:t>α</a:t>
            </a:r>
            <a:r>
              <a:rPr lang="fr-FR" sz="2400" b="1" u="sng" dirty="0"/>
              <a:t>T &lt; t &lt; </a:t>
            </a:r>
            <a:r>
              <a:rPr lang="fr-FR" sz="2400" b="1" u="sng" dirty="0" smtClean="0"/>
              <a:t>T:</a:t>
            </a:r>
            <a:r>
              <a:rPr lang="fr-FR" sz="2400" dirty="0" smtClean="0"/>
              <a:t> </a:t>
            </a:r>
          </a:p>
          <a:p>
            <a:pPr algn="ctr"/>
            <a:r>
              <a:rPr lang="en-US" sz="2400" dirty="0" smtClean="0"/>
              <a:t>T</a:t>
            </a:r>
            <a:r>
              <a:rPr lang="en-US" sz="2400" baseline="-25000" dirty="0" smtClean="0"/>
              <a:t>1</a:t>
            </a:r>
            <a:r>
              <a:rPr lang="en-US" sz="2400" dirty="0" smtClean="0"/>
              <a:t> &amp; T</a:t>
            </a:r>
            <a:r>
              <a:rPr lang="en-US" sz="2400" baseline="-25000" dirty="0" smtClean="0"/>
              <a:t>2</a:t>
            </a:r>
            <a:r>
              <a:rPr lang="en-US" sz="2400" dirty="0" smtClean="0"/>
              <a:t> </a:t>
            </a:r>
            <a:r>
              <a:rPr lang="en-US" sz="2400" dirty="0"/>
              <a:t>“open</a:t>
            </a:r>
            <a:r>
              <a:rPr lang="en-US" sz="2400" dirty="0" smtClean="0"/>
              <a:t>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Rectangle 88"/>
              <p:cNvSpPr/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9" name="Rectangle 8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  <a:blipFill>
                <a:blip r:embed="rId4"/>
                <a:stretch>
                  <a:fillRect b="-14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/>
          <p:cNvSpPr/>
          <p:nvPr/>
        </p:nvSpPr>
        <p:spPr>
          <a:xfrm>
            <a:off x="4479197" y="3379568"/>
            <a:ext cx="374336" cy="4835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/>
              <p:cNvSpPr txBox="1"/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92" name="ZoneTexte 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blipFill>
                <a:blip r:embed="rId5"/>
                <a:stretch>
                  <a:fillRect l="-242" r="-969"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AutoShape 355"/>
          <p:cNvSpPr>
            <a:spLocks noChangeArrowheads="1"/>
          </p:cNvSpPr>
          <p:nvPr/>
        </p:nvSpPr>
        <p:spPr bwMode="auto">
          <a:xfrm rot="16200000">
            <a:off x="6302243" y="6232292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ZoneTexte 93"/>
              <p:cNvSpPr txBox="1"/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𝒄𝒔𝒕</m:t>
                      </m:r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4" name="ZoneTexte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blipFill>
                <a:blip r:embed="rId6"/>
                <a:stretch>
                  <a:fillRect l="-6383" r="-4255" b="-2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 94"/>
              <p:cNvSpPr/>
              <p:nvPr/>
            </p:nvSpPr>
            <p:spPr>
              <a:xfrm>
                <a:off x="2555580" y="4906451"/>
                <a:ext cx="3368102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If </a:t>
                </a:r>
                <a:r>
                  <a:rPr lang="en-US" sz="2400" dirty="0" smtClean="0"/>
                  <a:t>D</a:t>
                </a:r>
                <a:r>
                  <a:rPr lang="en-US" sz="2400" baseline="-25000" dirty="0" smtClean="0"/>
                  <a:t>1</a:t>
                </a:r>
                <a:r>
                  <a:rPr lang="en-US" sz="2400" dirty="0" smtClean="0"/>
                  <a:t> </a:t>
                </a:r>
                <a:r>
                  <a:rPr lang="en-US" sz="2400" dirty="0"/>
                  <a:t>« forward </a:t>
                </a:r>
                <a:r>
                  <a:rPr lang="en-US" sz="2400" dirty="0" smtClean="0"/>
                  <a:t>»</a:t>
                </a:r>
                <a:endParaRPr lang="fr-FR" sz="2400" b="1" i="1" dirty="0" smtClean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5" name="Rectangle 9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580" y="4906451"/>
                <a:ext cx="3368102" cy="830997"/>
              </a:xfrm>
              <a:prstGeom prst="rect">
                <a:avLst/>
              </a:prstGeom>
              <a:blipFill>
                <a:blip r:embed="rId7"/>
                <a:stretch>
                  <a:fillRect l="-2351" t="-5882" b="-735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AutoShape 355"/>
          <p:cNvSpPr>
            <a:spLocks noChangeArrowheads="1"/>
          </p:cNvSpPr>
          <p:nvPr/>
        </p:nvSpPr>
        <p:spPr bwMode="auto">
          <a:xfrm rot="16200000">
            <a:off x="6323080" y="5014498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ectangle 96"/>
              <p:cNvSpPr/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Rectangle 9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  <a:blipFill>
                <a:blip r:embed="rId8"/>
                <a:stretch>
                  <a:fillRect b="-1315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AutoShape 355"/>
          <p:cNvSpPr>
            <a:spLocks noChangeArrowheads="1"/>
          </p:cNvSpPr>
          <p:nvPr/>
        </p:nvSpPr>
        <p:spPr bwMode="auto">
          <a:xfrm rot="16200000">
            <a:off x="6302242" y="56956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6956779" y="5728506"/>
            <a:ext cx="261122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 smtClean="0">
                <a:solidFill>
                  <a:srgbClr val="FF0000"/>
                </a:solidFill>
              </a:rPr>
              <a:t>D</a:t>
            </a:r>
            <a:r>
              <a:rPr lang="en-US" sz="2400" b="1" baseline="-25000" dirty="0" smtClean="0">
                <a:solidFill>
                  <a:srgbClr val="FF0000"/>
                </a:solidFill>
              </a:rPr>
              <a:t>3</a:t>
            </a:r>
            <a:r>
              <a:rPr lang="en-US" sz="2400" b="1" dirty="0" smtClean="0">
                <a:solidFill>
                  <a:srgbClr val="FF0000"/>
                </a:solidFill>
              </a:rPr>
              <a:t> &amp; D</a:t>
            </a:r>
            <a:r>
              <a:rPr lang="en-US" sz="2400" b="1" baseline="-25000" dirty="0" smtClean="0">
                <a:solidFill>
                  <a:srgbClr val="FF0000"/>
                </a:solidFill>
              </a:rPr>
              <a:t>4</a:t>
            </a:r>
            <a:r>
              <a:rPr lang="en-US" sz="2400" b="1" dirty="0" smtClean="0">
                <a:solidFill>
                  <a:srgbClr val="FF0000"/>
                </a:solidFill>
              </a:rPr>
              <a:t> “forward” </a:t>
            </a:r>
            <a:endParaRPr lang="fr-FR" sz="2400" b="1" dirty="0">
              <a:solidFill>
                <a:srgbClr val="FF0000"/>
              </a:solidFill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7114266" y="5036079"/>
            <a:ext cx="18830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 smtClean="0">
                <a:solidFill>
                  <a:srgbClr val="FF0000"/>
                </a:solidFill>
              </a:rPr>
              <a:t>D</a:t>
            </a:r>
            <a:r>
              <a:rPr lang="en-US" sz="2400" b="1" baseline="-25000" dirty="0" smtClean="0">
                <a:solidFill>
                  <a:srgbClr val="FF0000"/>
                </a:solidFill>
              </a:rPr>
              <a:t>1</a:t>
            </a:r>
            <a:r>
              <a:rPr lang="en-US" sz="2400" b="1" dirty="0" smtClean="0">
                <a:solidFill>
                  <a:srgbClr val="FF0000"/>
                </a:solidFill>
              </a:rPr>
              <a:t> “reverse” 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60521" y="2666036"/>
            <a:ext cx="1047710" cy="11341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Rectangle 101"/>
          <p:cNvSpPr/>
          <p:nvPr/>
        </p:nvSpPr>
        <p:spPr>
          <a:xfrm>
            <a:off x="3146028" y="2770127"/>
            <a:ext cx="649057" cy="11110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" name="Rectangle 102"/>
          <p:cNvSpPr/>
          <p:nvPr/>
        </p:nvSpPr>
        <p:spPr>
          <a:xfrm>
            <a:off x="3450776" y="3217799"/>
            <a:ext cx="649057" cy="4525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4" name="Rectangle 6"/>
          <p:cNvSpPr>
            <a:spLocks noChangeArrowheads="1"/>
          </p:cNvSpPr>
          <p:nvPr/>
        </p:nvSpPr>
        <p:spPr bwMode="auto">
          <a:xfrm>
            <a:off x="9458568" y="316799"/>
            <a:ext cx="492869" cy="33942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05" name="Line 7"/>
          <p:cNvSpPr>
            <a:spLocks noChangeShapeType="1"/>
          </p:cNvSpPr>
          <p:nvPr/>
        </p:nvSpPr>
        <p:spPr bwMode="auto">
          <a:xfrm flipV="1">
            <a:off x="9458568" y="113440"/>
            <a:ext cx="0" cy="61157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6" name="Rectangle 9"/>
          <p:cNvSpPr>
            <a:spLocks noChangeArrowheads="1"/>
          </p:cNvSpPr>
          <p:nvPr/>
        </p:nvSpPr>
        <p:spPr bwMode="auto">
          <a:xfrm>
            <a:off x="10723290" y="316799"/>
            <a:ext cx="492869" cy="339429"/>
          </a:xfrm>
          <a:prstGeom prst="rect">
            <a:avLst/>
          </a:pr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07" name="Line 11"/>
          <p:cNvSpPr>
            <a:spLocks noChangeShapeType="1"/>
          </p:cNvSpPr>
          <p:nvPr/>
        </p:nvSpPr>
        <p:spPr bwMode="auto">
          <a:xfrm>
            <a:off x="9458568" y="659459"/>
            <a:ext cx="0" cy="331779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8" name="Line 12"/>
          <p:cNvSpPr>
            <a:spLocks noChangeShapeType="1"/>
          </p:cNvSpPr>
          <p:nvPr/>
        </p:nvSpPr>
        <p:spPr bwMode="auto">
          <a:xfrm>
            <a:off x="9951437" y="659459"/>
            <a:ext cx="0" cy="5688374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9" name="Line 13"/>
          <p:cNvSpPr>
            <a:spLocks noChangeShapeType="1"/>
          </p:cNvSpPr>
          <p:nvPr/>
        </p:nvSpPr>
        <p:spPr bwMode="auto">
          <a:xfrm>
            <a:off x="10724840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0" name="Line 14"/>
          <p:cNvSpPr>
            <a:spLocks noChangeShapeType="1"/>
          </p:cNvSpPr>
          <p:nvPr/>
        </p:nvSpPr>
        <p:spPr bwMode="auto">
          <a:xfrm>
            <a:off x="11217709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1" name="Text Box 16"/>
          <p:cNvSpPr txBox="1">
            <a:spLocks noChangeArrowheads="1"/>
          </p:cNvSpPr>
          <p:nvPr/>
        </p:nvSpPr>
        <p:spPr bwMode="auto">
          <a:xfrm>
            <a:off x="9176485" y="310817"/>
            <a:ext cx="291382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12" name="Text Box 17"/>
          <p:cNvSpPr txBox="1">
            <a:spLocks noChangeArrowheads="1"/>
          </p:cNvSpPr>
          <p:nvPr/>
        </p:nvSpPr>
        <p:spPr bwMode="auto">
          <a:xfrm>
            <a:off x="10329363" y="636719"/>
            <a:ext cx="4665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smtClean="0">
                <a:latin typeface="Times New Roman" panose="02020603050405020304" pitchFamily="18" charset="0"/>
              </a:rPr>
              <a:t>T/2</a:t>
            </a:r>
            <a:endParaRPr lang="fr-FR" altLang="fr-FR" sz="1800" b="1" i="1" dirty="0">
              <a:latin typeface="Times New Roman" panose="02020603050405020304" pitchFamily="18" charset="0"/>
            </a:endParaRPr>
          </a:p>
        </p:txBody>
      </p:sp>
      <p:sp>
        <p:nvSpPr>
          <p:cNvPr id="113" name="Line 20"/>
          <p:cNvSpPr>
            <a:spLocks noChangeShapeType="1"/>
          </p:cNvSpPr>
          <p:nvPr/>
        </p:nvSpPr>
        <p:spPr bwMode="auto">
          <a:xfrm>
            <a:off x="9458568" y="993073"/>
            <a:ext cx="492869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4" name="Line 21"/>
          <p:cNvSpPr>
            <a:spLocks noChangeShapeType="1"/>
          </p:cNvSpPr>
          <p:nvPr/>
        </p:nvSpPr>
        <p:spPr bwMode="auto">
          <a:xfrm flipV="1">
            <a:off x="9949886" y="993073"/>
            <a:ext cx="0" cy="41868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Line 22"/>
          <p:cNvSpPr>
            <a:spLocks noChangeShapeType="1"/>
          </p:cNvSpPr>
          <p:nvPr/>
        </p:nvSpPr>
        <p:spPr bwMode="auto">
          <a:xfrm flipV="1">
            <a:off x="10723290" y="1399790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6" name="Line 23"/>
          <p:cNvSpPr>
            <a:spLocks noChangeShapeType="1"/>
          </p:cNvSpPr>
          <p:nvPr/>
        </p:nvSpPr>
        <p:spPr bwMode="auto">
          <a:xfrm flipV="1">
            <a:off x="9949886" y="1399790"/>
            <a:ext cx="787351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7" name="Line 24"/>
          <p:cNvSpPr>
            <a:spLocks noChangeShapeType="1"/>
          </p:cNvSpPr>
          <p:nvPr/>
        </p:nvSpPr>
        <p:spPr bwMode="auto">
          <a:xfrm>
            <a:off x="10723290" y="1783648"/>
            <a:ext cx="492869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8" name="Text Box 28"/>
          <p:cNvSpPr txBox="1">
            <a:spLocks noChangeArrowheads="1"/>
          </p:cNvSpPr>
          <p:nvPr/>
        </p:nvSpPr>
        <p:spPr bwMode="auto">
          <a:xfrm>
            <a:off x="9107031" y="752477"/>
            <a:ext cx="365777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19" name="Line 30"/>
          <p:cNvSpPr>
            <a:spLocks noChangeShapeType="1"/>
          </p:cNvSpPr>
          <p:nvPr/>
        </p:nvSpPr>
        <p:spPr bwMode="auto">
          <a:xfrm flipV="1">
            <a:off x="9458568" y="1803037"/>
            <a:ext cx="508369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0" name="Line 31"/>
          <p:cNvSpPr>
            <a:spLocks noChangeShapeType="1"/>
          </p:cNvSpPr>
          <p:nvPr/>
        </p:nvSpPr>
        <p:spPr bwMode="auto">
          <a:xfrm>
            <a:off x="10723290" y="1803037"/>
            <a:ext cx="508369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1" name="Line 34"/>
          <p:cNvSpPr>
            <a:spLocks noChangeShapeType="1"/>
          </p:cNvSpPr>
          <p:nvPr/>
        </p:nvSpPr>
        <p:spPr bwMode="auto">
          <a:xfrm flipV="1">
            <a:off x="9949886" y="1818277"/>
            <a:ext cx="77340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2" name="Line 35"/>
          <p:cNvSpPr>
            <a:spLocks noChangeShapeType="1"/>
          </p:cNvSpPr>
          <p:nvPr/>
        </p:nvSpPr>
        <p:spPr bwMode="auto">
          <a:xfrm flipV="1">
            <a:off x="9458568" y="857002"/>
            <a:ext cx="0" cy="1018289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3" name="Line 36"/>
          <p:cNvSpPr>
            <a:spLocks noChangeShapeType="1"/>
          </p:cNvSpPr>
          <p:nvPr/>
        </p:nvSpPr>
        <p:spPr bwMode="auto">
          <a:xfrm flipV="1">
            <a:off x="9458568" y="1584438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4" name="Line 37"/>
          <p:cNvSpPr>
            <a:spLocks noChangeShapeType="1"/>
          </p:cNvSpPr>
          <p:nvPr/>
        </p:nvSpPr>
        <p:spPr bwMode="auto">
          <a:xfrm flipV="1">
            <a:off x="9458568" y="993073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5" name="Line 5"/>
          <p:cNvSpPr>
            <a:spLocks noChangeShapeType="1"/>
          </p:cNvSpPr>
          <p:nvPr/>
        </p:nvSpPr>
        <p:spPr bwMode="auto">
          <a:xfrm>
            <a:off x="9421369" y="654733"/>
            <a:ext cx="2663951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6" name="Line 19"/>
          <p:cNvSpPr>
            <a:spLocks noChangeShapeType="1"/>
          </p:cNvSpPr>
          <p:nvPr/>
        </p:nvSpPr>
        <p:spPr bwMode="auto">
          <a:xfrm>
            <a:off x="9421370" y="1398295"/>
            <a:ext cx="26639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7" name="Line 29"/>
          <p:cNvSpPr>
            <a:spLocks noChangeShapeType="1"/>
          </p:cNvSpPr>
          <p:nvPr/>
        </p:nvSpPr>
        <p:spPr bwMode="auto">
          <a:xfrm>
            <a:off x="9421369" y="2058444"/>
            <a:ext cx="2663951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8" name="Line 42"/>
          <p:cNvSpPr>
            <a:spLocks noChangeShapeType="1"/>
          </p:cNvSpPr>
          <p:nvPr/>
        </p:nvSpPr>
        <p:spPr bwMode="auto">
          <a:xfrm>
            <a:off x="9450818" y="3639320"/>
            <a:ext cx="2634502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9" name="Text Box 54"/>
          <p:cNvSpPr txBox="1">
            <a:spLocks noChangeArrowheads="1"/>
          </p:cNvSpPr>
          <p:nvPr/>
        </p:nvSpPr>
        <p:spPr bwMode="auto">
          <a:xfrm>
            <a:off x="9613812" y="640283"/>
            <a:ext cx="406075" cy="2870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30" name="Text Box 146"/>
          <p:cNvSpPr txBox="1">
            <a:spLocks noChangeArrowheads="1"/>
          </p:cNvSpPr>
          <p:nvPr/>
        </p:nvSpPr>
        <p:spPr bwMode="auto">
          <a:xfrm>
            <a:off x="9153237" y="1494371"/>
            <a:ext cx="314630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  <a:endParaRPr lang="fr-FR" altLang="fr-FR" sz="1800" b="1" baseline="-25000" dirty="0">
              <a:solidFill>
                <a:srgbClr val="009900"/>
              </a:solidFill>
              <a:latin typeface="Symbol" panose="05050102010706020507" pitchFamily="18" charset="2"/>
            </a:endParaRPr>
          </a:p>
        </p:txBody>
      </p:sp>
      <p:sp>
        <p:nvSpPr>
          <p:cNvPr id="131" name="Line 151"/>
          <p:cNvSpPr>
            <a:spLocks noChangeShapeType="1"/>
          </p:cNvSpPr>
          <p:nvPr/>
        </p:nvSpPr>
        <p:spPr bwMode="auto">
          <a:xfrm flipV="1">
            <a:off x="9458568" y="3504744"/>
            <a:ext cx="491319" cy="270646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2" name="Line 152"/>
          <p:cNvSpPr>
            <a:spLocks noChangeShapeType="1"/>
          </p:cNvSpPr>
          <p:nvPr/>
        </p:nvSpPr>
        <p:spPr bwMode="auto">
          <a:xfrm>
            <a:off x="10723290" y="3504743"/>
            <a:ext cx="494419" cy="312051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3" name="Line 153"/>
          <p:cNvSpPr>
            <a:spLocks noChangeShapeType="1"/>
          </p:cNvSpPr>
          <p:nvPr/>
        </p:nvSpPr>
        <p:spPr bwMode="auto">
          <a:xfrm flipV="1">
            <a:off x="9949886" y="3504744"/>
            <a:ext cx="773402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4" name="Line 156"/>
          <p:cNvSpPr>
            <a:spLocks noChangeShapeType="1"/>
          </p:cNvSpPr>
          <p:nvPr/>
        </p:nvSpPr>
        <p:spPr bwMode="auto">
          <a:xfrm flipV="1">
            <a:off x="9458568" y="3096531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5" name="Text Box 157"/>
          <p:cNvSpPr txBox="1">
            <a:spLocks noChangeArrowheads="1"/>
          </p:cNvSpPr>
          <p:nvPr/>
        </p:nvSpPr>
        <p:spPr bwMode="auto">
          <a:xfrm>
            <a:off x="9163023" y="3029244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chemeClr val="accent2"/>
                </a:solidFill>
                <a:latin typeface="Times New Roman" panose="02020603050405020304" pitchFamily="18" charset="0"/>
              </a:rPr>
              <a:t>10</a:t>
            </a:r>
            <a:endParaRPr lang="fr-FR" altLang="fr-FR" sz="1800" b="1" baseline="-25000" dirty="0">
              <a:solidFill>
                <a:schemeClr val="accent2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6" name="Line 82"/>
          <p:cNvSpPr>
            <a:spLocks noChangeShapeType="1"/>
          </p:cNvSpPr>
          <p:nvPr/>
        </p:nvSpPr>
        <p:spPr bwMode="auto">
          <a:xfrm flipV="1">
            <a:off x="9458568" y="2331668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7" name="Line 88"/>
          <p:cNvSpPr>
            <a:spLocks noChangeShapeType="1"/>
          </p:cNvSpPr>
          <p:nvPr/>
        </p:nvSpPr>
        <p:spPr bwMode="auto">
          <a:xfrm>
            <a:off x="9387018" y="2994131"/>
            <a:ext cx="2698302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8" name="Line 76"/>
          <p:cNvSpPr>
            <a:spLocks noChangeShapeType="1"/>
          </p:cNvSpPr>
          <p:nvPr/>
        </p:nvSpPr>
        <p:spPr bwMode="auto">
          <a:xfrm flipV="1">
            <a:off x="9458567" y="2459236"/>
            <a:ext cx="505615" cy="295511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9" name="Line 77"/>
          <p:cNvSpPr>
            <a:spLocks noChangeShapeType="1"/>
          </p:cNvSpPr>
          <p:nvPr/>
        </p:nvSpPr>
        <p:spPr bwMode="auto">
          <a:xfrm>
            <a:off x="9964182" y="2459236"/>
            <a:ext cx="793401" cy="293354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Line 147"/>
          <p:cNvSpPr>
            <a:spLocks noChangeShapeType="1"/>
          </p:cNvSpPr>
          <p:nvPr/>
        </p:nvSpPr>
        <p:spPr bwMode="auto">
          <a:xfrm flipV="1">
            <a:off x="10757582" y="2451695"/>
            <a:ext cx="457027" cy="303052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Text Box 150"/>
          <p:cNvSpPr txBox="1">
            <a:spLocks noChangeArrowheads="1"/>
          </p:cNvSpPr>
          <p:nvPr/>
        </p:nvSpPr>
        <p:spPr bwMode="auto">
          <a:xfrm>
            <a:off x="9170781" y="2260226"/>
            <a:ext cx="32442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chemeClr val="accent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chemeClr val="accent1"/>
                </a:solidFill>
                <a:latin typeface="Times New Roman" panose="02020603050405020304" pitchFamily="18" charset="0"/>
              </a:rPr>
              <a:t>L</a:t>
            </a:r>
            <a:endParaRPr lang="fr-FR" altLang="fr-FR" sz="1800" b="1" baseline="-25000" dirty="0">
              <a:solidFill>
                <a:schemeClr val="accent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2" name="Line 84"/>
          <p:cNvSpPr>
            <a:spLocks noChangeShapeType="1"/>
          </p:cNvSpPr>
          <p:nvPr/>
        </p:nvSpPr>
        <p:spPr bwMode="auto">
          <a:xfrm flipV="1">
            <a:off x="9453135" y="3881155"/>
            <a:ext cx="0" cy="130941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3" name="Line 89"/>
          <p:cNvSpPr>
            <a:spLocks noChangeShapeType="1"/>
          </p:cNvSpPr>
          <p:nvPr/>
        </p:nvSpPr>
        <p:spPr bwMode="auto">
          <a:xfrm>
            <a:off x="9411796" y="5190571"/>
            <a:ext cx="267352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4" name="Line 90"/>
          <p:cNvSpPr>
            <a:spLocks noChangeShapeType="1"/>
          </p:cNvSpPr>
          <p:nvPr/>
        </p:nvSpPr>
        <p:spPr bwMode="auto">
          <a:xfrm flipH="1" flipV="1">
            <a:off x="9958749" y="5844234"/>
            <a:ext cx="0" cy="35852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5" name="Text Box 99"/>
          <p:cNvSpPr txBox="1">
            <a:spLocks noChangeArrowheads="1"/>
          </p:cNvSpPr>
          <p:nvPr/>
        </p:nvSpPr>
        <p:spPr bwMode="auto">
          <a:xfrm>
            <a:off x="9093799" y="3988751"/>
            <a:ext cx="39762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  <a:endParaRPr lang="fr-FR" altLang="fr-FR" sz="1800" b="1" baseline="-25000" dirty="0">
              <a:solidFill>
                <a:srgbClr val="FF99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6" name="Line 160"/>
          <p:cNvSpPr>
            <a:spLocks noChangeShapeType="1"/>
          </p:cNvSpPr>
          <p:nvPr/>
        </p:nvSpPr>
        <p:spPr bwMode="auto">
          <a:xfrm>
            <a:off x="9381585" y="6201131"/>
            <a:ext cx="270373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7" name="Line 161"/>
          <p:cNvSpPr>
            <a:spLocks noChangeShapeType="1"/>
          </p:cNvSpPr>
          <p:nvPr/>
        </p:nvSpPr>
        <p:spPr bwMode="auto">
          <a:xfrm flipV="1">
            <a:off x="9453135" y="5368642"/>
            <a:ext cx="0" cy="907176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162"/>
          <p:cNvSpPr>
            <a:spLocks noChangeShapeType="1"/>
          </p:cNvSpPr>
          <p:nvPr/>
        </p:nvSpPr>
        <p:spPr bwMode="auto">
          <a:xfrm flipV="1">
            <a:off x="9453135" y="4209319"/>
            <a:ext cx="497177" cy="48627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165"/>
          <p:cNvSpPr>
            <a:spLocks noChangeShapeType="1"/>
          </p:cNvSpPr>
          <p:nvPr/>
        </p:nvSpPr>
        <p:spPr bwMode="auto">
          <a:xfrm>
            <a:off x="9958749" y="4708242"/>
            <a:ext cx="780163" cy="243134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167"/>
          <p:cNvSpPr>
            <a:spLocks noChangeShapeType="1"/>
          </p:cNvSpPr>
          <p:nvPr/>
        </p:nvSpPr>
        <p:spPr bwMode="auto">
          <a:xfrm flipV="1">
            <a:off x="9958749" y="4209318"/>
            <a:ext cx="0" cy="482391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1" name="Line 168"/>
          <p:cNvSpPr>
            <a:spLocks noChangeShapeType="1"/>
          </p:cNvSpPr>
          <p:nvPr/>
        </p:nvSpPr>
        <p:spPr bwMode="auto">
          <a:xfrm flipV="1">
            <a:off x="10731043" y="4947435"/>
            <a:ext cx="0" cy="24313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Line 169"/>
          <p:cNvSpPr>
            <a:spLocks noChangeShapeType="1"/>
          </p:cNvSpPr>
          <p:nvPr/>
        </p:nvSpPr>
        <p:spPr bwMode="auto">
          <a:xfrm>
            <a:off x="9453135" y="6201131"/>
            <a:ext cx="497177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3" name="Line 170"/>
          <p:cNvSpPr>
            <a:spLocks noChangeShapeType="1"/>
          </p:cNvSpPr>
          <p:nvPr/>
        </p:nvSpPr>
        <p:spPr bwMode="auto">
          <a:xfrm flipV="1">
            <a:off x="10705339" y="5504431"/>
            <a:ext cx="498422" cy="256709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4" name="Line 172"/>
          <p:cNvSpPr>
            <a:spLocks noChangeShapeType="1"/>
          </p:cNvSpPr>
          <p:nvPr/>
        </p:nvSpPr>
        <p:spPr bwMode="auto">
          <a:xfrm flipH="1">
            <a:off x="10723289" y="5772003"/>
            <a:ext cx="0" cy="243134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5" name="Line 173"/>
          <p:cNvSpPr>
            <a:spLocks noChangeShapeType="1"/>
          </p:cNvSpPr>
          <p:nvPr/>
        </p:nvSpPr>
        <p:spPr bwMode="auto">
          <a:xfrm flipV="1">
            <a:off x="10752150" y="5192192"/>
            <a:ext cx="462459" cy="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6" name="Text Box 180"/>
          <p:cNvSpPr txBox="1">
            <a:spLocks noChangeArrowheads="1"/>
          </p:cNvSpPr>
          <p:nvPr/>
        </p:nvSpPr>
        <p:spPr bwMode="auto">
          <a:xfrm>
            <a:off x="9088443" y="5220260"/>
            <a:ext cx="54734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rgbClr val="0000FF"/>
                </a:solidFill>
                <a:latin typeface="Times New Roman" panose="02020603050405020304" pitchFamily="18" charset="0"/>
              </a:rPr>
              <a:t>4</a:t>
            </a:r>
            <a:endParaRPr lang="fr-FR" altLang="fr-FR" sz="1800" b="1" baseline="-2500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157" name="Line 94"/>
          <p:cNvSpPr>
            <a:spLocks noChangeShapeType="1"/>
          </p:cNvSpPr>
          <p:nvPr/>
        </p:nvSpPr>
        <p:spPr bwMode="auto">
          <a:xfrm>
            <a:off x="9946005" y="5844234"/>
            <a:ext cx="780163" cy="18344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8" name="Line 14"/>
          <p:cNvSpPr>
            <a:spLocks noChangeShapeType="1"/>
          </p:cNvSpPr>
          <p:nvPr/>
        </p:nvSpPr>
        <p:spPr bwMode="auto">
          <a:xfrm>
            <a:off x="11994097" y="552026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9" name="Text Box 17"/>
          <p:cNvSpPr txBox="1">
            <a:spLocks noChangeArrowheads="1"/>
          </p:cNvSpPr>
          <p:nvPr/>
        </p:nvSpPr>
        <p:spPr bwMode="auto">
          <a:xfrm>
            <a:off x="11684488" y="650008"/>
            <a:ext cx="30074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smtClean="0">
                <a:latin typeface="Times New Roman" panose="02020603050405020304" pitchFamily="18" charset="0"/>
              </a:rPr>
              <a:t>T</a:t>
            </a:r>
            <a:endParaRPr lang="fr-FR" altLang="fr-FR" sz="1800" b="1" i="1" dirty="0">
              <a:latin typeface="Times New Roman" panose="02020603050405020304" pitchFamily="18" charset="0"/>
            </a:endParaRPr>
          </a:p>
        </p:txBody>
      </p:sp>
      <p:sp>
        <p:nvSpPr>
          <p:cNvPr id="161" name="Line 153"/>
          <p:cNvSpPr>
            <a:spLocks noChangeShapeType="1"/>
          </p:cNvSpPr>
          <p:nvPr/>
        </p:nvSpPr>
        <p:spPr bwMode="auto">
          <a:xfrm flipV="1">
            <a:off x="11203761" y="3818417"/>
            <a:ext cx="773402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2" name="Line 22"/>
          <p:cNvSpPr>
            <a:spLocks noChangeShapeType="1"/>
          </p:cNvSpPr>
          <p:nvPr/>
        </p:nvSpPr>
        <p:spPr bwMode="auto">
          <a:xfrm flipV="1">
            <a:off x="11231659" y="1399790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3" name="Line 24"/>
          <p:cNvSpPr>
            <a:spLocks noChangeShapeType="1"/>
          </p:cNvSpPr>
          <p:nvPr/>
        </p:nvSpPr>
        <p:spPr bwMode="auto">
          <a:xfrm>
            <a:off x="11231659" y="1398295"/>
            <a:ext cx="74550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4" name="Line 24"/>
          <p:cNvSpPr>
            <a:spLocks noChangeShapeType="1"/>
          </p:cNvSpPr>
          <p:nvPr/>
        </p:nvSpPr>
        <p:spPr bwMode="auto">
          <a:xfrm>
            <a:off x="9946005" y="1393240"/>
            <a:ext cx="75933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5" name="Line 34"/>
          <p:cNvSpPr>
            <a:spLocks noChangeShapeType="1"/>
          </p:cNvSpPr>
          <p:nvPr/>
        </p:nvSpPr>
        <p:spPr bwMode="auto">
          <a:xfrm flipV="1">
            <a:off x="11220695" y="2331668"/>
            <a:ext cx="77340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6" name="Line 77"/>
          <p:cNvSpPr>
            <a:spLocks noChangeShapeType="1"/>
          </p:cNvSpPr>
          <p:nvPr/>
        </p:nvSpPr>
        <p:spPr bwMode="auto">
          <a:xfrm>
            <a:off x="11203761" y="2446243"/>
            <a:ext cx="793401" cy="293354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7" name="Line 94"/>
          <p:cNvSpPr>
            <a:spLocks noChangeShapeType="1"/>
          </p:cNvSpPr>
          <p:nvPr/>
        </p:nvSpPr>
        <p:spPr bwMode="auto">
          <a:xfrm>
            <a:off x="11217314" y="5909990"/>
            <a:ext cx="780163" cy="18344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8" name="Line 165"/>
          <p:cNvSpPr>
            <a:spLocks noChangeShapeType="1"/>
          </p:cNvSpPr>
          <p:nvPr/>
        </p:nvSpPr>
        <p:spPr bwMode="auto">
          <a:xfrm>
            <a:off x="11231659" y="4555842"/>
            <a:ext cx="780163" cy="243134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Line 168"/>
          <p:cNvSpPr>
            <a:spLocks noChangeShapeType="1"/>
          </p:cNvSpPr>
          <p:nvPr/>
        </p:nvSpPr>
        <p:spPr bwMode="auto">
          <a:xfrm flipV="1">
            <a:off x="11231659" y="4535862"/>
            <a:ext cx="0" cy="684398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0" name="Line 172"/>
          <p:cNvSpPr>
            <a:spLocks noChangeShapeType="1"/>
          </p:cNvSpPr>
          <p:nvPr/>
        </p:nvSpPr>
        <p:spPr bwMode="auto">
          <a:xfrm flipH="1">
            <a:off x="11230475" y="5504430"/>
            <a:ext cx="0" cy="405559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ZoneTexte 170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8992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6" grpId="0" animBg="1"/>
      <p:bldP spid="31" grpId="0" animBg="1"/>
      <p:bldP spid="89" grpId="0"/>
      <p:bldP spid="91" grpId="0" animBg="1"/>
      <p:bldP spid="92" grpId="0"/>
      <p:bldP spid="93" grpId="0" animBg="1"/>
      <p:bldP spid="94" grpId="0"/>
      <p:bldP spid="95" grpId="0"/>
      <p:bldP spid="96" grpId="0" animBg="1"/>
      <p:bldP spid="97" grpId="0"/>
      <p:bldP spid="98" grpId="0" animBg="1"/>
      <p:bldP spid="99" grpId="0"/>
      <p:bldP spid="100" grpId="0"/>
      <p:bldP spid="101" grpId="0" animBg="1"/>
      <p:bldP spid="102" grpId="0" animBg="1"/>
      <p:bldP spid="103" grpId="0" animBg="1"/>
      <p:bldP spid="161" grpId="0" animBg="1"/>
      <p:bldP spid="162" grpId="0" animBg="1"/>
      <p:bldP spid="163" grpId="0" animBg="1"/>
      <p:bldP spid="165" grpId="0" animBg="1"/>
      <p:bldP spid="166" grpId="0" animBg="1"/>
      <p:bldP spid="167" grpId="0" animBg="1"/>
      <p:bldP spid="168" grpId="0" animBg="1"/>
      <p:bldP spid="169" grpId="0" animBg="1"/>
      <p:bldP spid="17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roupe 127"/>
          <p:cNvGrpSpPr/>
          <p:nvPr/>
        </p:nvGrpSpPr>
        <p:grpSpPr>
          <a:xfrm>
            <a:off x="2909816" y="1193572"/>
            <a:ext cx="4164764" cy="5248729"/>
            <a:chOff x="3689727" y="1762352"/>
            <a:chExt cx="3295954" cy="4102100"/>
          </a:xfrm>
        </p:grpSpPr>
        <p:sp>
          <p:nvSpPr>
            <p:cNvPr id="2" name="Freeform 198" descr="noir)"/>
            <p:cNvSpPr>
              <a:spLocks/>
            </p:cNvSpPr>
            <p:nvPr/>
          </p:nvSpPr>
          <p:spPr bwMode="auto">
            <a:xfrm>
              <a:off x="3978956" y="5362802"/>
              <a:ext cx="503237" cy="287337"/>
            </a:xfrm>
            <a:custGeom>
              <a:avLst/>
              <a:gdLst>
                <a:gd name="T0" fmla="*/ 0 w 317"/>
                <a:gd name="T1" fmla="*/ 2147483646 h 181"/>
                <a:gd name="T2" fmla="*/ 0 w 317"/>
                <a:gd name="T3" fmla="*/ 2147483646 h 181"/>
                <a:gd name="T4" fmla="*/ 2147483646 w 317"/>
                <a:gd name="T5" fmla="*/ 2147483646 h 181"/>
                <a:gd name="T6" fmla="*/ 2147483646 w 317"/>
                <a:gd name="T7" fmla="*/ 0 h 181"/>
                <a:gd name="T8" fmla="*/ 0 w 317"/>
                <a:gd name="T9" fmla="*/ 2147483646 h 1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7" h="181">
                  <a:moveTo>
                    <a:pt x="0" y="181"/>
                  </a:moveTo>
                  <a:lnTo>
                    <a:pt x="0" y="90"/>
                  </a:lnTo>
                  <a:lnTo>
                    <a:pt x="317" y="90"/>
                  </a:lnTo>
                  <a:lnTo>
                    <a:pt x="317" y="0"/>
                  </a:lnTo>
                  <a:lnTo>
                    <a:pt x="0" y="181"/>
                  </a:lnTo>
                  <a:close/>
                </a:path>
              </a:pathLst>
            </a:custGeom>
            <a:blipFill dpi="0" rotWithShape="0">
              <a:blip r:embed="rId3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Rectangle 6"/>
            <p:cNvSpPr>
              <a:spLocks noChangeArrowheads="1"/>
            </p:cNvSpPr>
            <p:nvPr/>
          </p:nvSpPr>
          <p:spPr bwMode="auto">
            <a:xfrm>
              <a:off x="3978956" y="1978252"/>
              <a:ext cx="504825" cy="3603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4" name="Line 7"/>
            <p:cNvSpPr>
              <a:spLocks noChangeShapeType="1"/>
            </p:cNvSpPr>
            <p:nvPr/>
          </p:nvSpPr>
          <p:spPr bwMode="auto">
            <a:xfrm flipV="1">
              <a:off x="3978956" y="1762352"/>
              <a:ext cx="0" cy="64928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Rectangle 9"/>
            <p:cNvSpPr>
              <a:spLocks noChangeArrowheads="1"/>
            </p:cNvSpPr>
            <p:nvPr/>
          </p:nvSpPr>
          <p:spPr bwMode="auto">
            <a:xfrm>
              <a:off x="5274356" y="1978252"/>
              <a:ext cx="504825" cy="360362"/>
            </a:xfrm>
            <a:prstGeom prst="rect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2</a:t>
              </a:r>
            </a:p>
          </p:txBody>
        </p:sp>
        <p:grpSp>
          <p:nvGrpSpPr>
            <p:cNvPr id="6" name="Group 10"/>
            <p:cNvGrpSpPr>
              <a:grpSpLocks/>
            </p:cNvGrpSpPr>
            <p:nvPr/>
          </p:nvGrpSpPr>
          <p:grpSpPr bwMode="auto">
            <a:xfrm>
              <a:off x="3978956" y="2337027"/>
              <a:ext cx="2593975" cy="3527425"/>
              <a:chOff x="2663" y="1117"/>
              <a:chExt cx="1634" cy="2812"/>
            </a:xfrm>
          </p:grpSpPr>
          <p:sp>
            <p:nvSpPr>
              <p:cNvPr id="7" name="Line 11"/>
              <p:cNvSpPr>
                <a:spLocks noChangeShapeType="1"/>
              </p:cNvSpPr>
              <p:nvPr/>
            </p:nvSpPr>
            <p:spPr bwMode="auto">
              <a:xfrm>
                <a:off x="2663" y="1121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" name="Line 12"/>
              <p:cNvSpPr>
                <a:spLocks noChangeShapeType="1"/>
              </p:cNvSpPr>
              <p:nvPr/>
            </p:nvSpPr>
            <p:spPr bwMode="auto">
              <a:xfrm>
                <a:off x="2981" y="1121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" name="Line 13"/>
              <p:cNvSpPr>
                <a:spLocks noChangeShapeType="1"/>
              </p:cNvSpPr>
              <p:nvPr/>
            </p:nvSpPr>
            <p:spPr bwMode="auto">
              <a:xfrm>
                <a:off x="3480" y="1117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" name="Line 14"/>
              <p:cNvSpPr>
                <a:spLocks noChangeShapeType="1"/>
              </p:cNvSpPr>
              <p:nvPr/>
            </p:nvSpPr>
            <p:spPr bwMode="auto">
              <a:xfrm>
                <a:off x="3798" y="1117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" name="Line 15"/>
              <p:cNvSpPr>
                <a:spLocks noChangeShapeType="1"/>
              </p:cNvSpPr>
              <p:nvPr/>
            </p:nvSpPr>
            <p:spPr bwMode="auto">
              <a:xfrm>
                <a:off x="4297" y="1121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" name="Text Box 16"/>
            <p:cNvSpPr txBox="1">
              <a:spLocks noChangeArrowheads="1"/>
            </p:cNvSpPr>
            <p:nvPr/>
          </p:nvSpPr>
          <p:spPr bwMode="auto">
            <a:xfrm>
              <a:off x="3690031" y="1971902"/>
              <a:ext cx="2984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3" name="Text Box 17"/>
            <p:cNvSpPr txBox="1">
              <a:spLocks noChangeArrowheads="1"/>
            </p:cNvSpPr>
            <p:nvPr/>
          </p:nvSpPr>
          <p:spPr bwMode="auto">
            <a:xfrm>
              <a:off x="6353856" y="1978252"/>
              <a:ext cx="3238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4" name="Line 20"/>
            <p:cNvSpPr>
              <a:spLocks noChangeShapeType="1"/>
            </p:cNvSpPr>
            <p:nvPr/>
          </p:nvSpPr>
          <p:spPr bwMode="auto">
            <a:xfrm>
              <a:off x="3978956" y="2841852"/>
              <a:ext cx="504825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21"/>
            <p:cNvSpPr>
              <a:spLocks noChangeShapeType="1"/>
            </p:cNvSpPr>
            <p:nvPr/>
          </p:nvSpPr>
          <p:spPr bwMode="auto">
            <a:xfrm flipV="1">
              <a:off x="4482193" y="2841852"/>
              <a:ext cx="0" cy="4445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22"/>
            <p:cNvSpPr>
              <a:spLocks noChangeShapeType="1"/>
            </p:cNvSpPr>
            <p:nvPr/>
          </p:nvSpPr>
          <p:spPr bwMode="auto">
            <a:xfrm flipV="1">
              <a:off x="5274356" y="3273652"/>
              <a:ext cx="0" cy="4318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23"/>
            <p:cNvSpPr>
              <a:spLocks noChangeShapeType="1"/>
            </p:cNvSpPr>
            <p:nvPr/>
          </p:nvSpPr>
          <p:spPr bwMode="auto">
            <a:xfrm flipV="1">
              <a:off x="4482193" y="3273652"/>
              <a:ext cx="80645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24"/>
            <p:cNvSpPr>
              <a:spLocks noChangeShapeType="1"/>
            </p:cNvSpPr>
            <p:nvPr/>
          </p:nvSpPr>
          <p:spPr bwMode="auto">
            <a:xfrm>
              <a:off x="5274356" y="3705452"/>
              <a:ext cx="504825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25"/>
            <p:cNvSpPr>
              <a:spLocks noChangeShapeType="1"/>
            </p:cNvSpPr>
            <p:nvPr/>
          </p:nvSpPr>
          <p:spPr bwMode="auto">
            <a:xfrm flipH="1" flipV="1">
              <a:off x="5779181" y="3273652"/>
              <a:ext cx="0" cy="43338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26"/>
            <p:cNvSpPr>
              <a:spLocks noChangeShapeType="1"/>
            </p:cNvSpPr>
            <p:nvPr/>
          </p:nvSpPr>
          <p:spPr bwMode="auto">
            <a:xfrm flipV="1">
              <a:off x="6571343" y="2841852"/>
              <a:ext cx="0" cy="4318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27"/>
            <p:cNvSpPr>
              <a:spLocks noChangeShapeType="1"/>
            </p:cNvSpPr>
            <p:nvPr/>
          </p:nvSpPr>
          <p:spPr bwMode="auto">
            <a:xfrm>
              <a:off x="5779181" y="3273652"/>
              <a:ext cx="792162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Text Box 28"/>
            <p:cNvSpPr txBox="1">
              <a:spLocks noChangeArrowheads="1"/>
            </p:cNvSpPr>
            <p:nvPr/>
          </p:nvSpPr>
          <p:spPr bwMode="auto">
            <a:xfrm>
              <a:off x="3690031" y="2619602"/>
              <a:ext cx="3746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3" name="Line 30"/>
            <p:cNvSpPr>
              <a:spLocks noChangeShapeType="1"/>
            </p:cNvSpPr>
            <p:nvPr/>
          </p:nvSpPr>
          <p:spPr bwMode="auto">
            <a:xfrm flipV="1">
              <a:off x="3978956" y="4065814"/>
              <a:ext cx="520700" cy="576263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31"/>
            <p:cNvSpPr>
              <a:spLocks noChangeShapeType="1"/>
            </p:cNvSpPr>
            <p:nvPr/>
          </p:nvSpPr>
          <p:spPr bwMode="auto">
            <a:xfrm>
              <a:off x="5274356" y="4065814"/>
              <a:ext cx="520700" cy="576263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32"/>
            <p:cNvSpPr>
              <a:spLocks noChangeShapeType="1"/>
            </p:cNvSpPr>
            <p:nvPr/>
          </p:nvSpPr>
          <p:spPr bwMode="auto">
            <a:xfrm flipH="1">
              <a:off x="5779181" y="4642077"/>
              <a:ext cx="792162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33"/>
            <p:cNvSpPr>
              <a:spLocks noChangeShapeType="1"/>
            </p:cNvSpPr>
            <p:nvPr/>
          </p:nvSpPr>
          <p:spPr bwMode="auto">
            <a:xfrm flipV="1">
              <a:off x="6571343" y="4281714"/>
              <a:ext cx="287338" cy="360363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34"/>
            <p:cNvSpPr>
              <a:spLocks noChangeShapeType="1"/>
            </p:cNvSpPr>
            <p:nvPr/>
          </p:nvSpPr>
          <p:spPr bwMode="auto">
            <a:xfrm flipV="1">
              <a:off x="4482193" y="4065814"/>
              <a:ext cx="792163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35"/>
            <p:cNvSpPr>
              <a:spLocks noChangeShapeType="1"/>
            </p:cNvSpPr>
            <p:nvPr/>
          </p:nvSpPr>
          <p:spPr bwMode="auto">
            <a:xfrm flipV="1">
              <a:off x="3978956" y="2697389"/>
              <a:ext cx="0" cy="108108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36"/>
            <p:cNvSpPr>
              <a:spLocks noChangeShapeType="1"/>
            </p:cNvSpPr>
            <p:nvPr/>
          </p:nvSpPr>
          <p:spPr bwMode="auto">
            <a:xfrm flipV="1">
              <a:off x="3978956" y="3849914"/>
              <a:ext cx="0" cy="86518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37"/>
            <p:cNvSpPr>
              <a:spLocks noChangeShapeType="1"/>
            </p:cNvSpPr>
            <p:nvPr/>
          </p:nvSpPr>
          <p:spPr bwMode="auto">
            <a:xfrm flipV="1">
              <a:off x="3978956" y="2841852"/>
              <a:ext cx="0" cy="4318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5"/>
            <p:cNvSpPr>
              <a:spLocks noChangeShapeType="1"/>
            </p:cNvSpPr>
            <p:nvPr/>
          </p:nvSpPr>
          <p:spPr bwMode="auto">
            <a:xfrm>
              <a:off x="3940856" y="2337027"/>
              <a:ext cx="301466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19"/>
            <p:cNvSpPr>
              <a:spLocks noChangeShapeType="1"/>
            </p:cNvSpPr>
            <p:nvPr/>
          </p:nvSpPr>
          <p:spPr bwMode="auto">
            <a:xfrm>
              <a:off x="3940856" y="3272064"/>
              <a:ext cx="301466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9"/>
            <p:cNvSpPr>
              <a:spLocks noChangeShapeType="1"/>
            </p:cNvSpPr>
            <p:nvPr/>
          </p:nvSpPr>
          <p:spPr bwMode="auto">
            <a:xfrm>
              <a:off x="3940856" y="4353152"/>
              <a:ext cx="301466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42"/>
            <p:cNvSpPr>
              <a:spLocks noChangeShapeType="1"/>
            </p:cNvSpPr>
            <p:nvPr/>
          </p:nvSpPr>
          <p:spPr bwMode="auto">
            <a:xfrm>
              <a:off x="3971018" y="5505677"/>
              <a:ext cx="3014663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Box 54"/>
            <p:cNvSpPr txBox="1">
              <a:spLocks noChangeArrowheads="1"/>
            </p:cNvSpPr>
            <p:nvPr/>
          </p:nvSpPr>
          <p:spPr bwMode="auto">
            <a:xfrm>
              <a:off x="4213906" y="2352902"/>
              <a:ext cx="415925" cy="304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latin typeface="Symbol" panose="05050102010706020507" pitchFamily="18" charset="2"/>
                </a:rPr>
                <a:t>a</a:t>
              </a:r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36" name="Text Box 146"/>
            <p:cNvSpPr txBox="1">
              <a:spLocks noChangeArrowheads="1"/>
            </p:cNvSpPr>
            <p:nvPr/>
          </p:nvSpPr>
          <p:spPr bwMode="auto">
            <a:xfrm>
              <a:off x="3728131" y="3778477"/>
              <a:ext cx="322262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Symbol" panose="05050102010706020507" pitchFamily="18" charset="2"/>
                </a:rPr>
                <a:t>j</a:t>
              </a:r>
              <a:endParaRPr lang="fr-FR" altLang="fr-FR" sz="1800" b="1" baseline="-25000">
                <a:solidFill>
                  <a:srgbClr val="009900"/>
                </a:solidFill>
                <a:latin typeface="Symbol" panose="05050102010706020507" pitchFamily="18" charset="2"/>
              </a:endParaRPr>
            </a:p>
          </p:txBody>
        </p:sp>
        <p:sp>
          <p:nvSpPr>
            <p:cNvPr id="37" name="Line 151"/>
            <p:cNvSpPr>
              <a:spLocks noChangeShapeType="1"/>
            </p:cNvSpPr>
            <p:nvPr/>
          </p:nvSpPr>
          <p:spPr bwMode="auto">
            <a:xfrm flipV="1">
              <a:off x="3978956" y="5362802"/>
              <a:ext cx="503237" cy="2873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152"/>
            <p:cNvSpPr>
              <a:spLocks noChangeShapeType="1"/>
            </p:cNvSpPr>
            <p:nvPr/>
          </p:nvSpPr>
          <p:spPr bwMode="auto">
            <a:xfrm>
              <a:off x="5274356" y="5362802"/>
              <a:ext cx="503237" cy="2873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153"/>
            <p:cNvSpPr>
              <a:spLocks noChangeShapeType="1"/>
            </p:cNvSpPr>
            <p:nvPr/>
          </p:nvSpPr>
          <p:spPr bwMode="auto">
            <a:xfrm flipV="1">
              <a:off x="4482193" y="5362802"/>
              <a:ext cx="792163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154"/>
            <p:cNvSpPr>
              <a:spLocks noChangeShapeType="1"/>
            </p:cNvSpPr>
            <p:nvPr/>
          </p:nvSpPr>
          <p:spPr bwMode="auto">
            <a:xfrm flipH="1">
              <a:off x="5779181" y="5650139"/>
              <a:ext cx="792162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155"/>
            <p:cNvSpPr>
              <a:spLocks noChangeShapeType="1"/>
            </p:cNvSpPr>
            <p:nvPr/>
          </p:nvSpPr>
          <p:spPr bwMode="auto">
            <a:xfrm flipV="1">
              <a:off x="6571343" y="5434239"/>
              <a:ext cx="358775" cy="21590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56"/>
            <p:cNvSpPr>
              <a:spLocks noChangeShapeType="1"/>
            </p:cNvSpPr>
            <p:nvPr/>
          </p:nvSpPr>
          <p:spPr bwMode="auto">
            <a:xfrm flipV="1">
              <a:off x="3978956" y="4929414"/>
              <a:ext cx="0" cy="86518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Text Box 157"/>
            <p:cNvSpPr txBox="1">
              <a:spLocks noChangeArrowheads="1"/>
            </p:cNvSpPr>
            <p:nvPr/>
          </p:nvSpPr>
          <p:spPr bwMode="auto">
            <a:xfrm>
              <a:off x="3689727" y="4853466"/>
              <a:ext cx="318672" cy="2886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 smtClean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smtClean="0">
                  <a:solidFill>
                    <a:srgbClr val="009900"/>
                  </a:solidFill>
                  <a:latin typeface="Times New Roman" panose="02020603050405020304" pitchFamily="18" charset="0"/>
                </a:rPr>
                <a:t>10</a:t>
              </a:r>
              <a:endParaRPr lang="fr-FR" altLang="fr-FR" sz="1800" b="1" baseline="-25000" dirty="0">
                <a:solidFill>
                  <a:srgbClr val="0099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44" name="Freeform 232" descr="noir)"/>
          <p:cNvSpPr>
            <a:spLocks/>
          </p:cNvSpPr>
          <p:nvPr/>
        </p:nvSpPr>
        <p:spPr bwMode="auto">
          <a:xfrm>
            <a:off x="10253015" y="4560080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Freeform 233" descr="noir)"/>
          <p:cNvSpPr>
            <a:spLocks/>
          </p:cNvSpPr>
          <p:nvPr/>
        </p:nvSpPr>
        <p:spPr bwMode="auto">
          <a:xfrm>
            <a:off x="10253015" y="5886631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Freeform 229" descr="noir)"/>
          <p:cNvSpPr>
            <a:spLocks/>
          </p:cNvSpPr>
          <p:nvPr/>
        </p:nvSpPr>
        <p:spPr bwMode="auto">
          <a:xfrm>
            <a:off x="8847807" y="5813564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Freeform 228" descr="noir)"/>
          <p:cNvSpPr>
            <a:spLocks/>
          </p:cNvSpPr>
          <p:nvPr/>
        </p:nvSpPr>
        <p:spPr bwMode="auto">
          <a:xfrm>
            <a:off x="8847807" y="4634770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Freeform 182" descr="noir)"/>
          <p:cNvSpPr>
            <a:spLocks/>
          </p:cNvSpPr>
          <p:nvPr/>
        </p:nvSpPr>
        <p:spPr bwMode="auto">
          <a:xfrm>
            <a:off x="8300190" y="729810"/>
            <a:ext cx="547618" cy="514707"/>
          </a:xfrm>
          <a:custGeom>
            <a:avLst/>
            <a:gdLst>
              <a:gd name="T0" fmla="*/ 0 w 318"/>
              <a:gd name="T1" fmla="*/ 2147483646 h 317"/>
              <a:gd name="T2" fmla="*/ 0 w 318"/>
              <a:gd name="T3" fmla="*/ 2147483646 h 317"/>
              <a:gd name="T4" fmla="*/ 2147483646 w 318"/>
              <a:gd name="T5" fmla="*/ 2147483646 h 317"/>
              <a:gd name="T6" fmla="*/ 2147483646 w 318"/>
              <a:gd name="T7" fmla="*/ 0 h 317"/>
              <a:gd name="T8" fmla="*/ 0 w 318"/>
              <a:gd name="T9" fmla="*/ 2147483646 h 31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8" h="317">
                <a:moveTo>
                  <a:pt x="0" y="317"/>
                </a:moveTo>
                <a:lnTo>
                  <a:pt x="0" y="227"/>
                </a:lnTo>
                <a:lnTo>
                  <a:pt x="318" y="91"/>
                </a:lnTo>
                <a:lnTo>
                  <a:pt x="318" y="0"/>
                </a:lnTo>
                <a:lnTo>
                  <a:pt x="0" y="317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57"/>
          <p:cNvSpPr>
            <a:spLocks noChangeShapeType="1"/>
          </p:cNvSpPr>
          <p:nvPr/>
        </p:nvSpPr>
        <p:spPr bwMode="auto">
          <a:xfrm flipV="1">
            <a:off x="8300190" y="510612"/>
            <a:ext cx="0" cy="1105729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0" name="Group 59"/>
          <p:cNvGrpSpPr>
            <a:grpSpLocks/>
          </p:cNvGrpSpPr>
          <p:nvPr/>
        </p:nvGrpSpPr>
        <p:grpSpPr bwMode="auto">
          <a:xfrm>
            <a:off x="8300190" y="1541652"/>
            <a:ext cx="2813860" cy="4786621"/>
            <a:chOff x="2663" y="1117"/>
            <a:chExt cx="1634" cy="2812"/>
          </a:xfrm>
        </p:grpSpPr>
        <p:sp>
          <p:nvSpPr>
            <p:cNvPr id="51" name="Line 60"/>
            <p:cNvSpPr>
              <a:spLocks noChangeShapeType="1"/>
            </p:cNvSpPr>
            <p:nvPr/>
          </p:nvSpPr>
          <p:spPr bwMode="auto">
            <a:xfrm>
              <a:off x="2663" y="1121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61"/>
            <p:cNvSpPr>
              <a:spLocks noChangeShapeType="1"/>
            </p:cNvSpPr>
            <p:nvPr/>
          </p:nvSpPr>
          <p:spPr bwMode="auto">
            <a:xfrm>
              <a:off x="2981" y="1121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62"/>
            <p:cNvSpPr>
              <a:spLocks noChangeShapeType="1"/>
            </p:cNvSpPr>
            <p:nvPr/>
          </p:nvSpPr>
          <p:spPr bwMode="auto">
            <a:xfrm>
              <a:off x="3480" y="1117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63"/>
            <p:cNvSpPr>
              <a:spLocks noChangeShapeType="1"/>
            </p:cNvSpPr>
            <p:nvPr/>
          </p:nvSpPr>
          <p:spPr bwMode="auto">
            <a:xfrm>
              <a:off x="3798" y="1117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64"/>
            <p:cNvSpPr>
              <a:spLocks noChangeShapeType="1"/>
            </p:cNvSpPr>
            <p:nvPr/>
          </p:nvSpPr>
          <p:spPr bwMode="auto">
            <a:xfrm>
              <a:off x="4297" y="1121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6" name="Text Box 65"/>
          <p:cNvSpPr txBox="1">
            <a:spLocks noChangeArrowheads="1"/>
          </p:cNvSpPr>
          <p:nvPr/>
        </p:nvSpPr>
        <p:spPr bwMode="auto">
          <a:xfrm>
            <a:off x="8028103" y="1166580"/>
            <a:ext cx="323749" cy="375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57" name="Text Box 66"/>
          <p:cNvSpPr txBox="1">
            <a:spLocks noChangeArrowheads="1"/>
          </p:cNvSpPr>
          <p:nvPr/>
        </p:nvSpPr>
        <p:spPr bwMode="auto">
          <a:xfrm>
            <a:off x="10840240" y="1173075"/>
            <a:ext cx="351302" cy="375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58" name="Line 68"/>
          <p:cNvSpPr>
            <a:spLocks noChangeShapeType="1"/>
          </p:cNvSpPr>
          <p:nvPr/>
        </p:nvSpPr>
        <p:spPr bwMode="auto">
          <a:xfrm flipV="1">
            <a:off x="8300190" y="877564"/>
            <a:ext cx="547618" cy="233811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70"/>
          <p:cNvSpPr>
            <a:spLocks noChangeShapeType="1"/>
          </p:cNvSpPr>
          <p:nvPr/>
        </p:nvSpPr>
        <p:spPr bwMode="auto">
          <a:xfrm flipV="1">
            <a:off x="8300190" y="731433"/>
            <a:ext cx="547618" cy="51470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Text Box 75"/>
          <p:cNvSpPr txBox="1">
            <a:spLocks noChangeArrowheads="1"/>
          </p:cNvSpPr>
          <p:nvPr/>
        </p:nvSpPr>
        <p:spPr bwMode="auto">
          <a:xfrm>
            <a:off x="7911002" y="362857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FF3300"/>
                </a:solidFill>
                <a:latin typeface="Times New Roman" panose="02020603050405020304" pitchFamily="18" charset="0"/>
              </a:rPr>
              <a:t>-i</a:t>
            </a:r>
            <a:r>
              <a:rPr lang="fr-FR" altLang="fr-FR" sz="1800" b="1" baseline="-25000" dirty="0" smtClean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  <a:endParaRPr lang="fr-FR" altLang="fr-FR" sz="1800" b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1" name="Line 81"/>
          <p:cNvSpPr>
            <a:spLocks noChangeShapeType="1"/>
          </p:cNvSpPr>
          <p:nvPr/>
        </p:nvSpPr>
        <p:spPr bwMode="auto">
          <a:xfrm flipV="1">
            <a:off x="8300190" y="1908604"/>
            <a:ext cx="0" cy="110572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82"/>
          <p:cNvSpPr>
            <a:spLocks noChangeShapeType="1"/>
          </p:cNvSpPr>
          <p:nvPr/>
        </p:nvSpPr>
        <p:spPr bwMode="auto">
          <a:xfrm flipV="1">
            <a:off x="8300190" y="3087399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84"/>
          <p:cNvSpPr>
            <a:spLocks noChangeShapeType="1"/>
          </p:cNvSpPr>
          <p:nvPr/>
        </p:nvSpPr>
        <p:spPr bwMode="auto">
          <a:xfrm flipV="1">
            <a:off x="8300190" y="4118438"/>
            <a:ext cx="0" cy="88490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86"/>
          <p:cNvSpPr>
            <a:spLocks noChangeShapeType="1"/>
          </p:cNvSpPr>
          <p:nvPr/>
        </p:nvSpPr>
        <p:spPr bwMode="auto">
          <a:xfrm>
            <a:off x="8222696" y="1541652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87"/>
          <p:cNvSpPr>
            <a:spLocks noChangeShapeType="1"/>
          </p:cNvSpPr>
          <p:nvPr/>
        </p:nvSpPr>
        <p:spPr bwMode="auto">
          <a:xfrm>
            <a:off x="8222696" y="2795136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88"/>
          <p:cNvSpPr>
            <a:spLocks noChangeShapeType="1"/>
          </p:cNvSpPr>
          <p:nvPr/>
        </p:nvSpPr>
        <p:spPr bwMode="auto">
          <a:xfrm>
            <a:off x="8222696" y="3749862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89"/>
          <p:cNvSpPr>
            <a:spLocks noChangeShapeType="1"/>
          </p:cNvSpPr>
          <p:nvPr/>
        </p:nvSpPr>
        <p:spPr bwMode="auto">
          <a:xfrm>
            <a:off x="8255416" y="5003347"/>
            <a:ext cx="327020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90"/>
          <p:cNvSpPr>
            <a:spLocks noChangeShapeType="1"/>
          </p:cNvSpPr>
          <p:nvPr/>
        </p:nvSpPr>
        <p:spPr bwMode="auto">
          <a:xfrm flipH="1" flipV="1">
            <a:off x="8847807" y="5813564"/>
            <a:ext cx="0" cy="443266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Text Box 99"/>
          <p:cNvSpPr txBox="1">
            <a:spLocks noChangeArrowheads="1"/>
          </p:cNvSpPr>
          <p:nvPr/>
        </p:nvSpPr>
        <p:spPr bwMode="auto">
          <a:xfrm>
            <a:off x="7911002" y="4045373"/>
            <a:ext cx="353341" cy="37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  <a:endParaRPr lang="fr-FR" altLang="fr-FR" sz="1800" b="1" baseline="-25000" dirty="0">
              <a:solidFill>
                <a:srgbClr val="FF99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0" name="Text Box 100"/>
          <p:cNvSpPr txBox="1">
            <a:spLocks noChangeArrowheads="1"/>
          </p:cNvSpPr>
          <p:nvPr/>
        </p:nvSpPr>
        <p:spPr bwMode="auto">
          <a:xfrm>
            <a:off x="8787534" y="1229904"/>
            <a:ext cx="451182" cy="3117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grpSp>
        <p:nvGrpSpPr>
          <p:cNvPr id="71" name="Group 183"/>
          <p:cNvGrpSpPr>
            <a:grpSpLocks/>
          </p:cNvGrpSpPr>
          <p:nvPr/>
        </p:nvGrpSpPr>
        <p:grpSpPr bwMode="auto">
          <a:xfrm>
            <a:off x="8300190" y="3014333"/>
            <a:ext cx="3125553" cy="295511"/>
            <a:chOff x="3061" y="1979"/>
            <a:chExt cx="1815" cy="137"/>
          </a:xfrm>
        </p:grpSpPr>
        <p:sp>
          <p:nvSpPr>
            <p:cNvPr id="72" name="Line 76"/>
            <p:cNvSpPr>
              <a:spLocks noChangeShapeType="1"/>
            </p:cNvSpPr>
            <p:nvPr/>
          </p:nvSpPr>
          <p:spPr bwMode="auto">
            <a:xfrm flipV="1">
              <a:off x="3061" y="1979"/>
              <a:ext cx="318" cy="1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77"/>
            <p:cNvSpPr>
              <a:spLocks noChangeShapeType="1"/>
            </p:cNvSpPr>
            <p:nvPr/>
          </p:nvSpPr>
          <p:spPr bwMode="auto">
            <a:xfrm>
              <a:off x="3379" y="1979"/>
              <a:ext cx="499" cy="136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147"/>
            <p:cNvSpPr>
              <a:spLocks noChangeShapeType="1"/>
            </p:cNvSpPr>
            <p:nvPr/>
          </p:nvSpPr>
          <p:spPr bwMode="auto">
            <a:xfrm flipV="1">
              <a:off x="3878" y="1979"/>
              <a:ext cx="318" cy="1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148"/>
            <p:cNvSpPr>
              <a:spLocks noChangeShapeType="1"/>
            </p:cNvSpPr>
            <p:nvPr/>
          </p:nvSpPr>
          <p:spPr bwMode="auto">
            <a:xfrm>
              <a:off x="4196" y="1979"/>
              <a:ext cx="499" cy="136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149"/>
            <p:cNvSpPr>
              <a:spLocks noChangeShapeType="1"/>
            </p:cNvSpPr>
            <p:nvPr/>
          </p:nvSpPr>
          <p:spPr bwMode="auto">
            <a:xfrm flipV="1">
              <a:off x="4694" y="2025"/>
              <a:ext cx="182" cy="9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7" name="Text Box 150"/>
          <p:cNvSpPr txBox="1">
            <a:spLocks noChangeArrowheads="1"/>
          </p:cNvSpPr>
          <p:nvPr/>
        </p:nvSpPr>
        <p:spPr bwMode="auto">
          <a:xfrm>
            <a:off x="7988495" y="3015957"/>
            <a:ext cx="381163" cy="37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rgbClr val="009900"/>
                </a:solidFill>
                <a:latin typeface="Times New Roman" panose="02020603050405020304" pitchFamily="18" charset="0"/>
              </a:rPr>
              <a:t>L</a:t>
            </a:r>
            <a:endParaRPr lang="fr-FR" altLang="fr-FR" sz="1800" b="1" baseline="-25000" dirty="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78" name="Line 158"/>
          <p:cNvSpPr>
            <a:spLocks noChangeShapeType="1"/>
          </p:cNvSpPr>
          <p:nvPr/>
        </p:nvSpPr>
        <p:spPr bwMode="auto">
          <a:xfrm flipV="1">
            <a:off x="8847807" y="731433"/>
            <a:ext cx="0" cy="80859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159"/>
          <p:cNvSpPr>
            <a:spLocks noChangeShapeType="1"/>
          </p:cNvSpPr>
          <p:nvPr/>
        </p:nvSpPr>
        <p:spPr bwMode="auto">
          <a:xfrm flipH="1" flipV="1">
            <a:off x="8300190" y="1244517"/>
            <a:ext cx="1722" cy="29551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160"/>
          <p:cNvSpPr>
            <a:spLocks noChangeShapeType="1"/>
          </p:cNvSpPr>
          <p:nvPr/>
        </p:nvSpPr>
        <p:spPr bwMode="auto">
          <a:xfrm>
            <a:off x="8222696" y="6255207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161"/>
          <p:cNvSpPr>
            <a:spLocks noChangeShapeType="1"/>
          </p:cNvSpPr>
          <p:nvPr/>
        </p:nvSpPr>
        <p:spPr bwMode="auto">
          <a:xfrm flipV="1">
            <a:off x="8300190" y="5444989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162"/>
          <p:cNvSpPr>
            <a:spLocks noChangeShapeType="1"/>
          </p:cNvSpPr>
          <p:nvPr/>
        </p:nvSpPr>
        <p:spPr bwMode="auto">
          <a:xfrm flipV="1">
            <a:off x="8300190" y="4266194"/>
            <a:ext cx="547618" cy="295511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165"/>
          <p:cNvSpPr>
            <a:spLocks noChangeShapeType="1"/>
          </p:cNvSpPr>
          <p:nvPr/>
        </p:nvSpPr>
        <p:spPr bwMode="auto">
          <a:xfrm>
            <a:off x="8847807" y="4707836"/>
            <a:ext cx="859312" cy="147755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167"/>
          <p:cNvSpPr>
            <a:spLocks noChangeShapeType="1"/>
          </p:cNvSpPr>
          <p:nvPr/>
        </p:nvSpPr>
        <p:spPr bwMode="auto">
          <a:xfrm flipV="1">
            <a:off x="8847807" y="4266194"/>
            <a:ext cx="0" cy="441642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Line 168"/>
          <p:cNvSpPr>
            <a:spLocks noChangeShapeType="1"/>
          </p:cNvSpPr>
          <p:nvPr/>
        </p:nvSpPr>
        <p:spPr bwMode="auto">
          <a:xfrm flipV="1">
            <a:off x="9707119" y="4855591"/>
            <a:ext cx="0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6" name="Line 169"/>
          <p:cNvSpPr>
            <a:spLocks noChangeShapeType="1"/>
          </p:cNvSpPr>
          <p:nvPr/>
        </p:nvSpPr>
        <p:spPr bwMode="auto">
          <a:xfrm>
            <a:off x="8300190" y="6255207"/>
            <a:ext cx="547618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7" name="Line 170"/>
          <p:cNvSpPr>
            <a:spLocks noChangeShapeType="1"/>
          </p:cNvSpPr>
          <p:nvPr/>
        </p:nvSpPr>
        <p:spPr bwMode="auto">
          <a:xfrm flipV="1">
            <a:off x="9707119" y="5518054"/>
            <a:ext cx="547618" cy="295511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Line 172"/>
          <p:cNvSpPr>
            <a:spLocks noChangeShapeType="1"/>
          </p:cNvSpPr>
          <p:nvPr/>
        </p:nvSpPr>
        <p:spPr bwMode="auto">
          <a:xfrm flipH="1">
            <a:off x="9707119" y="5811941"/>
            <a:ext cx="0" cy="14775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9" name="Line 173"/>
          <p:cNvSpPr>
            <a:spLocks noChangeShapeType="1"/>
          </p:cNvSpPr>
          <p:nvPr/>
        </p:nvSpPr>
        <p:spPr bwMode="auto">
          <a:xfrm flipV="1">
            <a:off x="9707119" y="5003347"/>
            <a:ext cx="545896" cy="1623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0" name="Line 174"/>
          <p:cNvSpPr>
            <a:spLocks noChangeShapeType="1"/>
          </p:cNvSpPr>
          <p:nvPr/>
        </p:nvSpPr>
        <p:spPr bwMode="auto">
          <a:xfrm flipH="1" flipV="1">
            <a:off x="10253015" y="4560080"/>
            <a:ext cx="0" cy="444889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1" name="Line 175"/>
          <p:cNvSpPr>
            <a:spLocks noChangeShapeType="1"/>
          </p:cNvSpPr>
          <p:nvPr/>
        </p:nvSpPr>
        <p:spPr bwMode="auto">
          <a:xfrm>
            <a:off x="10253015" y="4560080"/>
            <a:ext cx="874811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2" name="Line 178"/>
          <p:cNvSpPr>
            <a:spLocks noChangeShapeType="1"/>
          </p:cNvSpPr>
          <p:nvPr/>
        </p:nvSpPr>
        <p:spPr bwMode="auto">
          <a:xfrm>
            <a:off x="10253015" y="5961320"/>
            <a:ext cx="859312" cy="146132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3" name="Line 179"/>
          <p:cNvSpPr>
            <a:spLocks noChangeShapeType="1"/>
          </p:cNvSpPr>
          <p:nvPr/>
        </p:nvSpPr>
        <p:spPr bwMode="auto">
          <a:xfrm flipH="1" flipV="1">
            <a:off x="10253015" y="5518054"/>
            <a:ext cx="0" cy="441642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Text Box 180"/>
          <p:cNvSpPr txBox="1">
            <a:spLocks noChangeArrowheads="1"/>
          </p:cNvSpPr>
          <p:nvPr/>
        </p:nvSpPr>
        <p:spPr bwMode="auto">
          <a:xfrm>
            <a:off x="7907987" y="5297233"/>
            <a:ext cx="32573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rgbClr val="0000FF"/>
                </a:solidFill>
                <a:latin typeface="Times New Roman" panose="02020603050405020304" pitchFamily="18" charset="0"/>
              </a:rPr>
              <a:t>4</a:t>
            </a:r>
            <a:endParaRPr lang="fr-FR" altLang="fr-FR" sz="1800" b="1" baseline="-2500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sp>
        <p:nvSpPr>
          <p:cNvPr id="95" name="Line 94"/>
          <p:cNvSpPr>
            <a:spLocks noChangeShapeType="1"/>
          </p:cNvSpPr>
          <p:nvPr/>
        </p:nvSpPr>
        <p:spPr bwMode="auto">
          <a:xfrm>
            <a:off x="8847807" y="5813564"/>
            <a:ext cx="859312" cy="146132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96" name="Group 212"/>
          <p:cNvGrpSpPr>
            <a:grpSpLocks/>
          </p:cNvGrpSpPr>
          <p:nvPr/>
        </p:nvGrpSpPr>
        <p:grpSpPr bwMode="auto">
          <a:xfrm>
            <a:off x="8300190" y="3382910"/>
            <a:ext cx="3125553" cy="147755"/>
            <a:chOff x="3061" y="2115"/>
            <a:chExt cx="1815" cy="91"/>
          </a:xfrm>
        </p:grpSpPr>
        <p:sp>
          <p:nvSpPr>
            <p:cNvPr id="97" name="Line 201"/>
            <p:cNvSpPr>
              <a:spLocks noChangeShapeType="1"/>
            </p:cNvSpPr>
            <p:nvPr/>
          </p:nvSpPr>
          <p:spPr bwMode="auto">
            <a:xfrm flipV="1">
              <a:off x="3061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202"/>
            <p:cNvSpPr>
              <a:spLocks noChangeShapeType="1"/>
            </p:cNvSpPr>
            <p:nvPr/>
          </p:nvSpPr>
          <p:spPr bwMode="auto">
            <a:xfrm>
              <a:off x="3379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207"/>
            <p:cNvSpPr>
              <a:spLocks noChangeShapeType="1"/>
            </p:cNvSpPr>
            <p:nvPr/>
          </p:nvSpPr>
          <p:spPr bwMode="auto">
            <a:xfrm flipV="1">
              <a:off x="3877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208"/>
            <p:cNvSpPr>
              <a:spLocks noChangeShapeType="1"/>
            </p:cNvSpPr>
            <p:nvPr/>
          </p:nvSpPr>
          <p:spPr bwMode="auto">
            <a:xfrm>
              <a:off x="4195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209"/>
            <p:cNvSpPr>
              <a:spLocks noChangeShapeType="1"/>
            </p:cNvSpPr>
            <p:nvPr/>
          </p:nvSpPr>
          <p:spPr bwMode="auto">
            <a:xfrm flipV="1">
              <a:off x="4693" y="2160"/>
              <a:ext cx="183" cy="46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2" name="Group 216"/>
          <p:cNvGrpSpPr>
            <a:grpSpLocks/>
          </p:cNvGrpSpPr>
          <p:nvPr/>
        </p:nvGrpSpPr>
        <p:grpSpPr bwMode="auto">
          <a:xfrm>
            <a:off x="8300190" y="4634770"/>
            <a:ext cx="3125553" cy="147756"/>
            <a:chOff x="3061" y="2115"/>
            <a:chExt cx="1815" cy="91"/>
          </a:xfrm>
        </p:grpSpPr>
        <p:sp>
          <p:nvSpPr>
            <p:cNvPr id="103" name="Line 217"/>
            <p:cNvSpPr>
              <a:spLocks noChangeShapeType="1"/>
            </p:cNvSpPr>
            <p:nvPr/>
          </p:nvSpPr>
          <p:spPr bwMode="auto">
            <a:xfrm flipV="1">
              <a:off x="3061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218"/>
            <p:cNvSpPr>
              <a:spLocks noChangeShapeType="1"/>
            </p:cNvSpPr>
            <p:nvPr/>
          </p:nvSpPr>
          <p:spPr bwMode="auto">
            <a:xfrm>
              <a:off x="3379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219"/>
            <p:cNvSpPr>
              <a:spLocks noChangeShapeType="1"/>
            </p:cNvSpPr>
            <p:nvPr/>
          </p:nvSpPr>
          <p:spPr bwMode="auto">
            <a:xfrm flipV="1">
              <a:off x="3877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220"/>
            <p:cNvSpPr>
              <a:spLocks noChangeShapeType="1"/>
            </p:cNvSpPr>
            <p:nvPr/>
          </p:nvSpPr>
          <p:spPr bwMode="auto">
            <a:xfrm>
              <a:off x="4195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221"/>
            <p:cNvSpPr>
              <a:spLocks noChangeShapeType="1"/>
            </p:cNvSpPr>
            <p:nvPr/>
          </p:nvSpPr>
          <p:spPr bwMode="auto">
            <a:xfrm flipV="1">
              <a:off x="4693" y="2160"/>
              <a:ext cx="183" cy="46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8" name="Group 222"/>
          <p:cNvGrpSpPr>
            <a:grpSpLocks/>
          </p:cNvGrpSpPr>
          <p:nvPr/>
        </p:nvGrpSpPr>
        <p:grpSpPr bwMode="auto">
          <a:xfrm>
            <a:off x="8300190" y="5886631"/>
            <a:ext cx="3125553" cy="147755"/>
            <a:chOff x="3061" y="2115"/>
            <a:chExt cx="1815" cy="91"/>
          </a:xfrm>
        </p:grpSpPr>
        <p:sp>
          <p:nvSpPr>
            <p:cNvPr id="109" name="Line 223"/>
            <p:cNvSpPr>
              <a:spLocks noChangeShapeType="1"/>
            </p:cNvSpPr>
            <p:nvPr/>
          </p:nvSpPr>
          <p:spPr bwMode="auto">
            <a:xfrm flipV="1">
              <a:off x="3061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224"/>
            <p:cNvSpPr>
              <a:spLocks noChangeShapeType="1"/>
            </p:cNvSpPr>
            <p:nvPr/>
          </p:nvSpPr>
          <p:spPr bwMode="auto">
            <a:xfrm>
              <a:off x="3379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225"/>
            <p:cNvSpPr>
              <a:spLocks noChangeShapeType="1"/>
            </p:cNvSpPr>
            <p:nvPr/>
          </p:nvSpPr>
          <p:spPr bwMode="auto">
            <a:xfrm flipV="1">
              <a:off x="3877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226"/>
            <p:cNvSpPr>
              <a:spLocks noChangeShapeType="1"/>
            </p:cNvSpPr>
            <p:nvPr/>
          </p:nvSpPr>
          <p:spPr bwMode="auto">
            <a:xfrm>
              <a:off x="4195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227"/>
            <p:cNvSpPr>
              <a:spLocks noChangeShapeType="1"/>
            </p:cNvSpPr>
            <p:nvPr/>
          </p:nvSpPr>
          <p:spPr bwMode="auto">
            <a:xfrm flipV="1">
              <a:off x="4693" y="2160"/>
              <a:ext cx="183" cy="46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4" name="Line 234"/>
          <p:cNvSpPr>
            <a:spLocks noChangeShapeType="1"/>
          </p:cNvSpPr>
          <p:nvPr/>
        </p:nvSpPr>
        <p:spPr bwMode="auto">
          <a:xfrm flipV="1">
            <a:off x="11112327" y="4413949"/>
            <a:ext cx="313416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Line 235"/>
          <p:cNvSpPr>
            <a:spLocks noChangeShapeType="1"/>
          </p:cNvSpPr>
          <p:nvPr/>
        </p:nvSpPr>
        <p:spPr bwMode="auto">
          <a:xfrm flipV="1">
            <a:off x="11110605" y="4560080"/>
            <a:ext cx="1722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6" name="Line 236"/>
          <p:cNvSpPr>
            <a:spLocks noChangeShapeType="1"/>
          </p:cNvSpPr>
          <p:nvPr/>
        </p:nvSpPr>
        <p:spPr bwMode="auto">
          <a:xfrm flipH="1" flipV="1">
            <a:off x="11110605" y="6107452"/>
            <a:ext cx="1722" cy="14775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7" name="Line 237"/>
          <p:cNvSpPr>
            <a:spLocks noChangeShapeType="1"/>
          </p:cNvSpPr>
          <p:nvPr/>
        </p:nvSpPr>
        <p:spPr bwMode="auto">
          <a:xfrm>
            <a:off x="11112327" y="6255207"/>
            <a:ext cx="313416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8" name="Text Box 238"/>
          <p:cNvSpPr txBox="1">
            <a:spLocks noChangeArrowheads="1"/>
          </p:cNvSpPr>
          <p:nvPr/>
        </p:nvSpPr>
        <p:spPr bwMode="auto">
          <a:xfrm>
            <a:off x="7831787" y="1762473"/>
            <a:ext cx="436808" cy="37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-</a:t>
            </a:r>
            <a:r>
              <a:rPr lang="fr-FR" altLang="fr-FR" sz="1800" b="1" dirty="0" smtClean="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smtClean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endParaRPr lang="fr-FR" altLang="fr-FR" sz="1800" b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19" name="Freeform 239" descr="noir)"/>
          <p:cNvSpPr>
            <a:spLocks/>
          </p:cNvSpPr>
          <p:nvPr/>
        </p:nvSpPr>
        <p:spPr bwMode="auto">
          <a:xfrm>
            <a:off x="9707119" y="1983294"/>
            <a:ext cx="547618" cy="514707"/>
          </a:xfrm>
          <a:custGeom>
            <a:avLst/>
            <a:gdLst>
              <a:gd name="T0" fmla="*/ 0 w 318"/>
              <a:gd name="T1" fmla="*/ 2147483646 h 317"/>
              <a:gd name="T2" fmla="*/ 0 w 318"/>
              <a:gd name="T3" fmla="*/ 2147483646 h 317"/>
              <a:gd name="T4" fmla="*/ 2147483646 w 318"/>
              <a:gd name="T5" fmla="*/ 2147483646 h 317"/>
              <a:gd name="T6" fmla="*/ 2147483646 w 318"/>
              <a:gd name="T7" fmla="*/ 0 h 317"/>
              <a:gd name="T8" fmla="*/ 0 w 318"/>
              <a:gd name="T9" fmla="*/ 2147483646 h 31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8" h="317">
                <a:moveTo>
                  <a:pt x="0" y="317"/>
                </a:moveTo>
                <a:lnTo>
                  <a:pt x="0" y="227"/>
                </a:lnTo>
                <a:lnTo>
                  <a:pt x="318" y="91"/>
                </a:lnTo>
                <a:lnTo>
                  <a:pt x="318" y="0"/>
                </a:lnTo>
                <a:lnTo>
                  <a:pt x="0" y="317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0" name="Line 240"/>
          <p:cNvSpPr>
            <a:spLocks noChangeShapeType="1"/>
          </p:cNvSpPr>
          <p:nvPr/>
        </p:nvSpPr>
        <p:spPr bwMode="auto">
          <a:xfrm flipV="1">
            <a:off x="9707119" y="2131049"/>
            <a:ext cx="547618" cy="233811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1" name="Line 241"/>
          <p:cNvSpPr>
            <a:spLocks noChangeShapeType="1"/>
          </p:cNvSpPr>
          <p:nvPr/>
        </p:nvSpPr>
        <p:spPr bwMode="auto">
          <a:xfrm flipV="1">
            <a:off x="9707119" y="1984917"/>
            <a:ext cx="547618" cy="51470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2" name="Line 242"/>
          <p:cNvSpPr>
            <a:spLocks noChangeShapeType="1"/>
          </p:cNvSpPr>
          <p:nvPr/>
        </p:nvSpPr>
        <p:spPr bwMode="auto">
          <a:xfrm flipV="1">
            <a:off x="10254737" y="1984917"/>
            <a:ext cx="0" cy="80859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3" name="Line 243"/>
          <p:cNvSpPr>
            <a:spLocks noChangeShapeType="1"/>
          </p:cNvSpPr>
          <p:nvPr/>
        </p:nvSpPr>
        <p:spPr bwMode="auto">
          <a:xfrm flipH="1" flipV="1">
            <a:off x="9707119" y="2498001"/>
            <a:ext cx="1723" cy="29551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124" name="Object 244"/>
          <p:cNvGraphicFramePr>
            <a:graphicFrameLocks noChangeAspect="1"/>
          </p:cNvGraphicFramePr>
          <p:nvPr>
            <p:extLst/>
          </p:nvPr>
        </p:nvGraphicFramePr>
        <p:xfrm>
          <a:off x="9550411" y="877564"/>
          <a:ext cx="309972" cy="6056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0" name="Equation" r:id="rId4" imgW="164957" imgH="342603" progId="Equation.3">
                  <p:embed/>
                </p:oleObj>
              </mc:Choice>
              <mc:Fallback>
                <p:oleObj name="Equation" r:id="rId4" imgW="164957" imgH="342603" progId="Equation.3">
                  <p:embed/>
                  <p:pic>
                    <p:nvPicPr>
                      <p:cNvPr id="124" name="Object 2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50411" y="877564"/>
                        <a:ext cx="309972" cy="60563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5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Continuous 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mode study: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chronograms</a:t>
            </a: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  <a:p>
            <a:pPr lvl="0">
              <a:defRPr/>
            </a:pP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126" name="Connecteur droit 12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131" name="Rectangle 130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ZoneTexte 131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68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5967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Other 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symmetrical structures :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Half Bridge Forward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4213655" y="5593060"/>
            <a:ext cx="55632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 smtClean="0"/>
              <a:t>Same behavior as Push-Pull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 smtClean="0"/>
              <a:t>Only on primary and secondary winding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 smtClean="0"/>
              <a:t>Transformer simpler (so cheaper)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814" y="1293025"/>
            <a:ext cx="7542941" cy="4101562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Other structures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4412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9886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Other symmetrical </a:t>
            </a:r>
            <a:r>
              <a:rPr lang="en-US" sz="2000" dirty="0" smtClean="0">
                <a:solidFill>
                  <a:srgbClr val="9E003B"/>
                </a:solidFill>
                <a:latin typeface="Myriad Pro"/>
                <a:cs typeface="Myriad Pro"/>
              </a:rPr>
              <a:t>structures: Full Bridge Forward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8951862" y="2425417"/>
            <a:ext cx="32256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 smtClean="0"/>
              <a:t>Same behavior with </a:t>
            </a:r>
          </a:p>
          <a:p>
            <a:r>
              <a:rPr lang="en-US" sz="2400" dirty="0" smtClean="0"/>
              <a:t>no-load and full load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 smtClean="0"/>
              <a:t>Control with the shift</a:t>
            </a:r>
          </a:p>
          <a:p>
            <a:r>
              <a:rPr lang="en-US" sz="2400" dirty="0" smtClean="0"/>
              <a:t>between the two arms 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945" y="1238495"/>
            <a:ext cx="6595610" cy="4089855"/>
          </a:xfrm>
          <a:prstGeom prst="rect">
            <a:avLst/>
          </a:prstGeom>
        </p:spPr>
      </p:pic>
      <p:grpSp>
        <p:nvGrpSpPr>
          <p:cNvPr id="32" name="Groupe 31"/>
          <p:cNvGrpSpPr/>
          <p:nvPr/>
        </p:nvGrpSpPr>
        <p:grpSpPr>
          <a:xfrm>
            <a:off x="3683665" y="5151119"/>
            <a:ext cx="7474094" cy="1647318"/>
            <a:chOff x="4278750" y="4959934"/>
            <a:chExt cx="7474094" cy="1647318"/>
          </a:xfrm>
        </p:grpSpPr>
        <p:sp>
          <p:nvSpPr>
            <p:cNvPr id="9" name="Rectangle 17"/>
            <p:cNvSpPr>
              <a:spLocks noChangeArrowheads="1"/>
            </p:cNvSpPr>
            <p:nvPr/>
          </p:nvSpPr>
          <p:spPr bwMode="auto">
            <a:xfrm>
              <a:off x="4463548" y="5137056"/>
              <a:ext cx="705983" cy="461036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smtClean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 smtClean="0">
                  <a:latin typeface="Times New Roman" panose="02020603050405020304" pitchFamily="18" charset="0"/>
                </a:rPr>
                <a:t>4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17" name="Text Box 10"/>
            <p:cNvSpPr txBox="1">
              <a:spLocks noChangeArrowheads="1"/>
            </p:cNvSpPr>
            <p:nvPr/>
          </p:nvSpPr>
          <p:spPr bwMode="auto">
            <a:xfrm>
              <a:off x="4278750" y="6057033"/>
              <a:ext cx="303324" cy="2559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8" name="Text Box 11"/>
            <p:cNvSpPr txBox="1">
              <a:spLocks noChangeArrowheads="1"/>
            </p:cNvSpPr>
            <p:nvPr/>
          </p:nvSpPr>
          <p:spPr bwMode="auto">
            <a:xfrm>
              <a:off x="4867936" y="6050296"/>
              <a:ext cx="630301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 err="1" smtClean="0">
                  <a:latin typeface="Symbol" panose="05050102010706020507" pitchFamily="18" charset="2"/>
                </a:rPr>
                <a:t>a</a:t>
              </a:r>
              <a:r>
                <a:rPr lang="fr-FR" altLang="fr-FR" sz="2800" dirty="0" err="1" smtClean="0">
                  <a:latin typeface="Times New Roman" panose="02020603050405020304" pitchFamily="18" charset="0"/>
                </a:rPr>
                <a:t>T</a:t>
              </a:r>
              <a:endParaRPr lang="fr-FR" altLang="fr-FR" sz="2800" dirty="0">
                <a:latin typeface="Times New Roman" panose="02020603050405020304" pitchFamily="18" charset="0"/>
              </a:endParaRPr>
            </a:p>
          </p:txBody>
        </p:sp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7789471" y="6100458"/>
              <a:ext cx="336583" cy="2559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20" name="Rectangle 15"/>
            <p:cNvSpPr>
              <a:spLocks noChangeArrowheads="1"/>
            </p:cNvSpPr>
            <p:nvPr/>
          </p:nvSpPr>
          <p:spPr bwMode="auto">
            <a:xfrm>
              <a:off x="5154866" y="5135578"/>
              <a:ext cx="1764069" cy="461035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smtClean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3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6"/>
            <p:cNvSpPr>
              <a:spLocks noChangeArrowheads="1"/>
            </p:cNvSpPr>
            <p:nvPr/>
          </p:nvSpPr>
          <p:spPr bwMode="auto">
            <a:xfrm>
              <a:off x="6220966" y="5597155"/>
              <a:ext cx="1748105" cy="46103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smtClean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 smtClean="0">
                  <a:latin typeface="Times New Roman" panose="02020603050405020304" pitchFamily="18" charset="0"/>
                </a:rPr>
                <a:t>2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>
              <a:off x="6926524" y="5134758"/>
              <a:ext cx="1757417" cy="46103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smtClean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 smtClean="0">
                  <a:latin typeface="Times New Roman" panose="02020603050405020304" pitchFamily="18" charset="0"/>
                </a:rPr>
                <a:t>4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3" name="Text Box 18"/>
            <p:cNvSpPr txBox="1">
              <a:spLocks noChangeArrowheads="1"/>
            </p:cNvSpPr>
            <p:nvPr/>
          </p:nvSpPr>
          <p:spPr bwMode="auto">
            <a:xfrm>
              <a:off x="5918973" y="6094196"/>
              <a:ext cx="568068" cy="2559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>
                  <a:latin typeface="Times New Roman" panose="02020603050405020304" pitchFamily="18" charset="0"/>
                </a:rPr>
                <a:t>T/2</a:t>
              </a:r>
            </a:p>
          </p:txBody>
        </p:sp>
        <p:sp>
          <p:nvSpPr>
            <p:cNvPr id="24" name="Rectangle 19"/>
            <p:cNvSpPr>
              <a:spLocks noChangeArrowheads="1"/>
            </p:cNvSpPr>
            <p:nvPr/>
          </p:nvSpPr>
          <p:spPr bwMode="auto">
            <a:xfrm>
              <a:off x="4471531" y="5597155"/>
              <a:ext cx="1749435" cy="461035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Text Box 7"/>
            <p:cNvSpPr txBox="1">
              <a:spLocks noChangeArrowheads="1"/>
            </p:cNvSpPr>
            <p:nvPr/>
          </p:nvSpPr>
          <p:spPr bwMode="auto">
            <a:xfrm>
              <a:off x="11545306" y="5757674"/>
              <a:ext cx="207538" cy="1808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26" name="Line 6"/>
            <p:cNvSpPr>
              <a:spLocks noChangeShapeType="1"/>
            </p:cNvSpPr>
            <p:nvPr/>
          </p:nvSpPr>
          <p:spPr bwMode="auto">
            <a:xfrm flipV="1">
              <a:off x="4467540" y="4959934"/>
              <a:ext cx="0" cy="12054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Rectangle 16"/>
            <p:cNvSpPr>
              <a:spLocks noChangeArrowheads="1"/>
            </p:cNvSpPr>
            <p:nvPr/>
          </p:nvSpPr>
          <p:spPr bwMode="auto">
            <a:xfrm>
              <a:off x="9738462" y="5597938"/>
              <a:ext cx="1737462" cy="46103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smtClean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 smtClean="0">
                  <a:latin typeface="Times New Roman" panose="02020603050405020304" pitchFamily="18" charset="0"/>
                </a:rPr>
                <a:t>2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8" name="Rectangle 19"/>
            <p:cNvSpPr>
              <a:spLocks noChangeArrowheads="1"/>
            </p:cNvSpPr>
            <p:nvPr/>
          </p:nvSpPr>
          <p:spPr bwMode="auto">
            <a:xfrm>
              <a:off x="7978384" y="5597938"/>
              <a:ext cx="1749435" cy="461035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" name="Line 5"/>
            <p:cNvSpPr>
              <a:spLocks noChangeShapeType="1"/>
            </p:cNvSpPr>
            <p:nvPr/>
          </p:nvSpPr>
          <p:spPr bwMode="auto">
            <a:xfrm>
              <a:off x="4290601" y="6059756"/>
              <a:ext cx="7358474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Rectangle 15"/>
            <p:cNvSpPr>
              <a:spLocks noChangeArrowheads="1"/>
            </p:cNvSpPr>
            <p:nvPr/>
          </p:nvSpPr>
          <p:spPr bwMode="auto">
            <a:xfrm>
              <a:off x="8691530" y="5134758"/>
              <a:ext cx="1764069" cy="468080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smtClean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 smtClean="0">
                  <a:latin typeface="Times New Roman" panose="02020603050405020304" pitchFamily="18" charset="0"/>
                </a:rPr>
                <a:t>3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30" name="Rectangle 17"/>
            <p:cNvSpPr>
              <a:spLocks noChangeArrowheads="1"/>
            </p:cNvSpPr>
            <p:nvPr/>
          </p:nvSpPr>
          <p:spPr bwMode="auto">
            <a:xfrm>
              <a:off x="10463189" y="5134758"/>
              <a:ext cx="1012736" cy="46947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smtClean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 smtClean="0">
                  <a:latin typeface="Times New Roman" panose="02020603050405020304" pitchFamily="18" charset="0"/>
                </a:rPr>
                <a:t>4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31" name="Text Box 18"/>
            <p:cNvSpPr txBox="1">
              <a:spLocks noChangeArrowheads="1"/>
            </p:cNvSpPr>
            <p:nvPr/>
          </p:nvSpPr>
          <p:spPr bwMode="auto">
            <a:xfrm>
              <a:off x="9307093" y="6084032"/>
              <a:ext cx="86273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 smtClean="0">
                  <a:latin typeface="Times New Roman" panose="02020603050405020304" pitchFamily="18" charset="0"/>
                </a:rPr>
                <a:t>3T/2</a:t>
              </a:r>
              <a:endParaRPr lang="fr-FR" altLang="fr-FR" sz="2800" dirty="0">
                <a:latin typeface="Times New Roman" panose="02020603050405020304" pitchFamily="18" charset="0"/>
              </a:endParaRPr>
            </a:p>
          </p:txBody>
        </p:sp>
      </p:grpSp>
      <p:sp>
        <p:nvSpPr>
          <p:cNvPr id="34" name="ZoneTexte 33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 smtClean="0"/>
          </a:p>
          <a:p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 smtClean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 smtClean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 smtClean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 smtClean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 smtClean="0">
                <a:solidFill>
                  <a:srgbClr val="FF0000"/>
                </a:solidFill>
              </a:rPr>
              <a:t>Other structures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1100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3399</TotalTime>
  <Words>2441</Words>
  <Application>Microsoft Office PowerPoint</Application>
  <PresentationFormat>Grand écran</PresentationFormat>
  <Paragraphs>1616</Paragraphs>
  <Slides>61</Slides>
  <Notes>2</Notes>
  <HiddenSlides>0</HiddenSlides>
  <MMClips>0</MMClips>
  <ScaleCrop>false</ScaleCrop>
  <HeadingPairs>
    <vt:vector size="8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2</vt:i4>
      </vt:variant>
      <vt:variant>
        <vt:lpstr>Titres des diapositives</vt:lpstr>
      </vt:variant>
      <vt:variant>
        <vt:i4>61</vt:i4>
      </vt:variant>
    </vt:vector>
  </HeadingPairs>
  <TitlesOfParts>
    <vt:vector size="75" baseType="lpstr">
      <vt:lpstr>Arial</vt:lpstr>
      <vt:lpstr>Calibri</vt:lpstr>
      <vt:lpstr>Cambria Math</vt:lpstr>
      <vt:lpstr>Myriad Pro</vt:lpstr>
      <vt:lpstr>Symbol</vt:lpstr>
      <vt:lpstr>Times</vt:lpstr>
      <vt:lpstr>Times New Roman</vt:lpstr>
      <vt:lpstr>Wingdings</vt:lpstr>
      <vt:lpstr>ヒラギノ角ゴ Pro W3</vt:lpstr>
      <vt:lpstr>1_Thème Office</vt:lpstr>
      <vt:lpstr>Thème Office</vt:lpstr>
      <vt:lpstr>2_Thème Office</vt:lpstr>
      <vt:lpstr>Équation</vt:lpstr>
      <vt:lpstr>Equation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ENERGEN ENERGEN</dc:creator>
  <cp:lastModifiedBy>Alexis MARTIN</cp:lastModifiedBy>
  <cp:revision>173</cp:revision>
  <dcterms:created xsi:type="dcterms:W3CDTF">2021-03-25T13:34:06Z</dcterms:created>
  <dcterms:modified xsi:type="dcterms:W3CDTF">2025-10-17T07:55:46Z</dcterms:modified>
</cp:coreProperties>
</file>