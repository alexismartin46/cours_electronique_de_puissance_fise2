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1" r:id="rId4"/>
    <p:sldId id="262" r:id="rId5"/>
    <p:sldId id="257" r:id="rId6"/>
    <p:sldId id="258" r:id="rId7"/>
    <p:sldId id="264" r:id="rId8"/>
    <p:sldId id="259" r:id="rId9"/>
    <p:sldId id="260" r:id="rId10"/>
    <p:sldId id="265" r:id="rId11"/>
    <p:sldId id="263" r:id="rId12"/>
  </p:sldIdLst>
  <p:sldSz cx="8640763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027" autoAdjust="0"/>
  </p:normalViewPr>
  <p:slideViewPr>
    <p:cSldViewPr snapToGrid="0">
      <p:cViewPr>
        <p:scale>
          <a:sx n="125" d="100"/>
          <a:sy n="125" d="100"/>
        </p:scale>
        <p:origin x="90" y="-2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8057" y="1885414"/>
            <a:ext cx="7344649" cy="4010837"/>
          </a:xfrm>
        </p:spPr>
        <p:txBody>
          <a:bodyPr anchor="b"/>
          <a:lstStyle>
            <a:lvl1pPr algn="ctr">
              <a:defRPr sz="567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0096" y="6050924"/>
            <a:ext cx="6480572" cy="2781450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54" indent="0" algn="ctr">
              <a:buNone/>
              <a:defRPr sz="1890"/>
            </a:lvl2pPr>
            <a:lvl3pPr marL="864108" indent="0" algn="ctr">
              <a:buNone/>
              <a:defRPr sz="1701"/>
            </a:lvl3pPr>
            <a:lvl4pPr marL="1296162" indent="0" algn="ctr">
              <a:buNone/>
              <a:defRPr sz="1512"/>
            </a:lvl4pPr>
            <a:lvl5pPr marL="1728216" indent="0" algn="ctr">
              <a:buNone/>
              <a:defRPr sz="1512"/>
            </a:lvl5pPr>
            <a:lvl6pPr marL="2160270" indent="0" algn="ctr">
              <a:buNone/>
              <a:defRPr sz="1512"/>
            </a:lvl6pPr>
            <a:lvl7pPr marL="2592324" indent="0" algn="ctr">
              <a:buNone/>
              <a:defRPr sz="1512"/>
            </a:lvl7pPr>
            <a:lvl8pPr marL="3024378" indent="0" algn="ctr">
              <a:buNone/>
              <a:defRPr sz="1512"/>
            </a:lvl8pPr>
            <a:lvl9pPr marL="3456432" indent="0" algn="ctr">
              <a:buNone/>
              <a:defRPr sz="1512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360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53" y="2872125"/>
            <a:ext cx="7452658" cy="4792202"/>
          </a:xfrm>
        </p:spPr>
        <p:txBody>
          <a:bodyPr anchor="b"/>
          <a:lstStyle>
            <a:lvl1pPr>
              <a:defRPr sz="567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9553" y="7709663"/>
            <a:ext cx="7452658" cy="2520106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/>
                </a:solidFill>
              </a:defRPr>
            </a:lvl1pPr>
            <a:lvl2pPr marL="43205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108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16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21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324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37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432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46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053" y="3066796"/>
            <a:ext cx="3672324" cy="730964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4386" y="3066796"/>
            <a:ext cx="3672324" cy="730964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3338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613362"/>
            <a:ext cx="7452658" cy="222676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179" y="2824120"/>
            <a:ext cx="3655447" cy="1384058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5179" y="4208178"/>
            <a:ext cx="3655447" cy="618959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387" y="2824120"/>
            <a:ext cx="3673450" cy="1384058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54" indent="0">
              <a:buNone/>
              <a:defRPr sz="1890" b="1"/>
            </a:lvl2pPr>
            <a:lvl3pPr marL="864108" indent="0">
              <a:buNone/>
              <a:defRPr sz="1701" b="1"/>
            </a:lvl3pPr>
            <a:lvl4pPr marL="1296162" indent="0">
              <a:buNone/>
              <a:defRPr sz="1512" b="1"/>
            </a:lvl4pPr>
            <a:lvl5pPr marL="1728216" indent="0">
              <a:buNone/>
              <a:defRPr sz="1512" b="1"/>
            </a:lvl5pPr>
            <a:lvl6pPr marL="2160270" indent="0">
              <a:buNone/>
              <a:defRPr sz="1512" b="1"/>
            </a:lvl6pPr>
            <a:lvl7pPr marL="2592324" indent="0">
              <a:buNone/>
              <a:defRPr sz="1512" b="1"/>
            </a:lvl7pPr>
            <a:lvl8pPr marL="3024378" indent="0">
              <a:buNone/>
              <a:defRPr sz="1512" b="1"/>
            </a:lvl8pPr>
            <a:lvl9pPr marL="3456432" indent="0">
              <a:buNone/>
              <a:defRPr sz="1512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74387" y="4208178"/>
            <a:ext cx="3673450" cy="618959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605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00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90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768032"/>
            <a:ext cx="2786871" cy="268811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3450" y="1658740"/>
            <a:ext cx="4374386" cy="8187013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456146"/>
            <a:ext cx="2786871" cy="6402939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84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178" y="768032"/>
            <a:ext cx="2786871" cy="2688114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73450" y="1658740"/>
            <a:ext cx="4374386" cy="8187013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54" indent="0">
              <a:buNone/>
              <a:defRPr sz="2646"/>
            </a:lvl2pPr>
            <a:lvl3pPr marL="864108" indent="0">
              <a:buNone/>
              <a:defRPr sz="2268"/>
            </a:lvl3pPr>
            <a:lvl4pPr marL="1296162" indent="0">
              <a:buNone/>
              <a:defRPr sz="1890"/>
            </a:lvl4pPr>
            <a:lvl5pPr marL="1728216" indent="0">
              <a:buNone/>
              <a:defRPr sz="1890"/>
            </a:lvl5pPr>
            <a:lvl6pPr marL="2160270" indent="0">
              <a:buNone/>
              <a:defRPr sz="1890"/>
            </a:lvl6pPr>
            <a:lvl7pPr marL="2592324" indent="0">
              <a:buNone/>
              <a:defRPr sz="1890"/>
            </a:lvl7pPr>
            <a:lvl8pPr marL="3024378" indent="0">
              <a:buNone/>
              <a:defRPr sz="1890"/>
            </a:lvl8pPr>
            <a:lvl9pPr marL="3456432" indent="0">
              <a:buNone/>
              <a:defRPr sz="189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5178" y="3456146"/>
            <a:ext cx="2786871" cy="6402939"/>
          </a:xfrm>
        </p:spPr>
        <p:txBody>
          <a:bodyPr/>
          <a:lstStyle>
            <a:lvl1pPr marL="0" indent="0">
              <a:buNone/>
              <a:defRPr sz="1512"/>
            </a:lvl1pPr>
            <a:lvl2pPr marL="432054" indent="0">
              <a:buNone/>
              <a:defRPr sz="1323"/>
            </a:lvl2pPr>
            <a:lvl3pPr marL="864108" indent="0">
              <a:buNone/>
              <a:defRPr sz="1134"/>
            </a:lvl3pPr>
            <a:lvl4pPr marL="1296162" indent="0">
              <a:buNone/>
              <a:defRPr sz="945"/>
            </a:lvl4pPr>
            <a:lvl5pPr marL="1728216" indent="0">
              <a:buNone/>
              <a:defRPr sz="945"/>
            </a:lvl5pPr>
            <a:lvl6pPr marL="2160270" indent="0">
              <a:buNone/>
              <a:defRPr sz="945"/>
            </a:lvl6pPr>
            <a:lvl7pPr marL="2592324" indent="0">
              <a:buNone/>
              <a:defRPr sz="945"/>
            </a:lvl7pPr>
            <a:lvl8pPr marL="3024378" indent="0">
              <a:buNone/>
              <a:defRPr sz="945"/>
            </a:lvl8pPr>
            <a:lvl9pPr marL="3456432" indent="0">
              <a:buNone/>
              <a:defRPr sz="945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896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632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83546" y="613359"/>
            <a:ext cx="1863165" cy="976308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053" y="613359"/>
            <a:ext cx="5481484" cy="9763081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053" y="613362"/>
            <a:ext cx="7452658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053" y="3066796"/>
            <a:ext cx="7452658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052" y="10677788"/>
            <a:ext cx="194417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0F50D-E62A-47E5-A5CF-BA54E2A2B6C1}" type="datetimeFigureOut">
              <a:rPr lang="fr-FR" smtClean="0"/>
              <a:t>12/09/2024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62253" y="10677788"/>
            <a:ext cx="2916258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02539" y="10677788"/>
            <a:ext cx="194417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49C0F-4BE9-47C6-AA6F-4B465A0507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589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64108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27" indent="-216027" algn="l" defTabSz="864108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8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13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243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297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351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405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459" indent="-216027" algn="l" defTabSz="864108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54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108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162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324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378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432" algn="l" defTabSz="864108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12536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8222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919343" y="398144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blipFill>
                <a:blip r:embed="rId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13518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847523" y="41155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4115550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996352" y="41253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5072778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42963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4919343" y="492885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980909" y="4298753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  <a:r>
              <a:rPr lang="fr-FR" sz="1276" b="1" dirty="0"/>
              <a:t> 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097552" y="508259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847523" y="5062958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5062958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3996352" y="507277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600054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35740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919343" y="585662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980909" y="5226524"/>
            <a:ext cx="271228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L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2097552" y="601036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2847523" y="599073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5990730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/>
          <p:cNvSpPr txBox="1"/>
          <p:nvPr/>
        </p:nvSpPr>
        <p:spPr>
          <a:xfrm>
            <a:off x="3996352" y="6000549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693813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629499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4919343" y="679421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1980909" y="6164114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1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97552" y="694795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2847523" y="692832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6928320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3996352" y="6938139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7887871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7244723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4919343" y="7743946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80909" y="7113846"/>
            <a:ext cx="359009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v</a:t>
            </a:r>
            <a:r>
              <a:rPr lang="fr-FR" sz="1276" b="1" baseline="-25000" dirty="0" err="1"/>
              <a:t>ce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789768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2847523" y="7878052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523" y="7878052"/>
                <a:ext cx="434734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ZoneTexte 40"/>
          <p:cNvSpPr txBox="1"/>
          <p:nvPr/>
        </p:nvSpPr>
        <p:spPr>
          <a:xfrm>
            <a:off x="3996353" y="7887871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43" name="Connecteur droit 42"/>
          <p:cNvCxnSpPr/>
          <p:nvPr/>
        </p:nvCxnSpPr>
        <p:spPr>
          <a:xfrm>
            <a:off x="3151914" y="3482222"/>
            <a:ext cx="0" cy="46395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82222"/>
            <a:ext cx="0" cy="46395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889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avec flèche 3"/>
          <p:cNvCxnSpPr/>
          <p:nvPr/>
        </p:nvCxnSpPr>
        <p:spPr>
          <a:xfrm>
            <a:off x="1470660" y="4611144"/>
            <a:ext cx="23247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Connecteur droit avec flèche 4"/>
          <p:cNvCxnSpPr/>
          <p:nvPr/>
        </p:nvCxnSpPr>
        <p:spPr>
          <a:xfrm flipV="1">
            <a:off x="2273110" y="3482222"/>
            <a:ext cx="0" cy="2151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2273110" y="3167063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</a:t>
            </a:r>
            <a:r>
              <a:rPr lang="fr-FR" baseline="-25000" dirty="0" smtClean="0"/>
              <a:t>m</a:t>
            </a:r>
            <a:endParaRPr lang="fr-FR" baseline="-25000" dirty="0"/>
          </a:p>
        </p:txBody>
      </p:sp>
      <p:sp>
        <p:nvSpPr>
          <p:cNvPr id="9" name="ZoneTexte 8"/>
          <p:cNvSpPr txBox="1"/>
          <p:nvPr/>
        </p:nvSpPr>
        <p:spPr>
          <a:xfrm>
            <a:off x="3578442" y="4241812"/>
            <a:ext cx="433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V</a:t>
            </a:r>
            <a:r>
              <a:rPr lang="fr-FR" baseline="-25000" dirty="0" smtClean="0"/>
              <a:t>m</a:t>
            </a:r>
            <a:endParaRPr lang="fr-FR" baseline="-25000" dirty="0"/>
          </a:p>
        </p:txBody>
      </p:sp>
      <p:sp>
        <p:nvSpPr>
          <p:cNvPr id="10" name="Ellipse 9"/>
          <p:cNvSpPr/>
          <p:nvPr/>
        </p:nvSpPr>
        <p:spPr>
          <a:xfrm>
            <a:off x="2362469" y="4413250"/>
            <a:ext cx="120714" cy="12117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Connecteur droit 11"/>
          <p:cNvCxnSpPr/>
          <p:nvPr/>
        </p:nvCxnSpPr>
        <p:spPr>
          <a:xfrm>
            <a:off x="2422826" y="3963987"/>
            <a:ext cx="86995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>
            <a:endCxn id="10" idx="0"/>
          </p:cNvCxnSpPr>
          <p:nvPr/>
        </p:nvCxnSpPr>
        <p:spPr>
          <a:xfrm>
            <a:off x="2422826" y="3963987"/>
            <a:ext cx="0" cy="44926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2611537" y="3882769"/>
            <a:ext cx="120349" cy="9207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/>
          <p:cNvCxnSpPr/>
          <p:nvPr/>
        </p:nvCxnSpPr>
        <p:spPr>
          <a:xfrm flipV="1">
            <a:off x="2611538" y="3956536"/>
            <a:ext cx="120349" cy="9207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/>
          <p:cNvSpPr/>
          <p:nvPr/>
        </p:nvSpPr>
        <p:spPr>
          <a:xfrm>
            <a:off x="3229216" y="4993767"/>
            <a:ext cx="120714" cy="12117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20"/>
          <p:cNvCxnSpPr>
            <a:endCxn id="19" idx="0"/>
          </p:cNvCxnSpPr>
          <p:nvPr/>
        </p:nvCxnSpPr>
        <p:spPr>
          <a:xfrm>
            <a:off x="3289573" y="3963987"/>
            <a:ext cx="0" cy="102978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2441491" y="4303367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b="1" dirty="0" smtClean="0">
                <a:solidFill>
                  <a:srgbClr val="FF0000"/>
                </a:solidFill>
              </a:rPr>
              <a:t>(2.2)</a:t>
            </a:r>
            <a:endParaRPr lang="fr-FR" sz="1400" b="1" dirty="0">
              <a:solidFill>
                <a:srgbClr val="FF0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2691169" y="3648630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smtClean="0">
                <a:solidFill>
                  <a:srgbClr val="00B050"/>
                </a:solidFill>
              </a:rPr>
              <a:t>(2.3)</a:t>
            </a:r>
            <a:endParaRPr lang="fr-FR" sz="1200" b="1" dirty="0">
              <a:solidFill>
                <a:srgbClr val="00B050"/>
              </a:solidFill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3277288" y="4777357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smtClean="0">
                <a:solidFill>
                  <a:srgbClr val="0070C0"/>
                </a:solidFill>
              </a:rPr>
              <a:t>(2.4)</a:t>
            </a:r>
            <a:endParaRPr lang="fr-FR" sz="1200" b="1" dirty="0">
              <a:solidFill>
                <a:srgbClr val="0070C0"/>
              </a:solidFill>
            </a:endParaRPr>
          </a:p>
        </p:txBody>
      </p:sp>
      <p:cxnSp>
        <p:nvCxnSpPr>
          <p:cNvPr id="27" name="Connecteur droit 26"/>
          <p:cNvCxnSpPr/>
          <p:nvPr/>
        </p:nvCxnSpPr>
        <p:spPr>
          <a:xfrm>
            <a:off x="2143125" y="5542172"/>
            <a:ext cx="1376363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 flipH="1">
            <a:off x="2689607" y="5445334"/>
            <a:ext cx="120349" cy="9207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H="1" flipV="1">
            <a:off x="2684861" y="5548522"/>
            <a:ext cx="120349" cy="9207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2295581" y="5550250"/>
            <a:ext cx="479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smtClean="0">
                <a:solidFill>
                  <a:schemeClr val="accent2"/>
                </a:solidFill>
              </a:rPr>
              <a:t>(2.5)</a:t>
            </a:r>
            <a:endParaRPr lang="fr-FR" sz="1200" b="1" dirty="0">
              <a:solidFill>
                <a:schemeClr val="accent2"/>
              </a:solidFill>
            </a:endParaRPr>
          </a:p>
        </p:txBody>
      </p:sp>
      <p:cxnSp>
        <p:nvCxnSpPr>
          <p:cNvPr id="33" name="Connecteur droit 32"/>
          <p:cNvCxnSpPr>
            <a:stCxn id="19" idx="5"/>
          </p:cNvCxnSpPr>
          <p:nvPr/>
        </p:nvCxnSpPr>
        <p:spPr>
          <a:xfrm>
            <a:off x="3332252" y="5097199"/>
            <a:ext cx="187236" cy="451323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010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051304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08156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942268" y="378954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06112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813150" y="4068700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4943165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300017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5938437" y="466704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776755" y="4261711"/>
            <a:ext cx="540533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M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097552" y="495298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5815388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172240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5934770" y="554992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863637" y="5124116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1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25" name="ZoneTexte 24"/>
          <p:cNvSpPr txBox="1"/>
          <p:nvPr/>
        </p:nvSpPr>
        <p:spPr>
          <a:xfrm>
            <a:off x="2097552" y="582520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6697429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605428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5942268" y="642518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97552" y="6707248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7591613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6948465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5942268" y="7319372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07121" y="6864228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7656979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43" name="Connecteur droit 42"/>
          <p:cNvCxnSpPr/>
          <p:nvPr/>
        </p:nvCxnSpPr>
        <p:spPr>
          <a:xfrm flipH="1">
            <a:off x="3138448" y="3408156"/>
            <a:ext cx="13466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08156"/>
            <a:ext cx="0" cy="478230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4905596" y="3408157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785383" y="3408155"/>
            <a:ext cx="0" cy="4782303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/>
              <p:cNvSpPr txBox="1"/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1" name="ZoneTexte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ZoneTexte 52"/>
          <p:cNvSpPr txBox="1"/>
          <p:nvPr/>
        </p:nvSpPr>
        <p:spPr>
          <a:xfrm>
            <a:off x="1861678" y="5961637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2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cxnSp>
        <p:nvCxnSpPr>
          <p:cNvPr id="62" name="Connecteur droit 61"/>
          <p:cNvCxnSpPr/>
          <p:nvPr/>
        </p:nvCxnSpPr>
        <p:spPr>
          <a:xfrm flipV="1">
            <a:off x="2287016" y="3492664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V="1">
            <a:off x="4014549" y="3488815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V="1">
            <a:off x="4014550" y="3492664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eur droit 68"/>
          <p:cNvCxnSpPr/>
          <p:nvPr/>
        </p:nvCxnSpPr>
        <p:spPr>
          <a:xfrm flipV="1">
            <a:off x="2265500" y="4387811"/>
            <a:ext cx="886415" cy="2792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eur droit 69"/>
          <p:cNvCxnSpPr/>
          <p:nvPr/>
        </p:nvCxnSpPr>
        <p:spPr>
          <a:xfrm flipV="1">
            <a:off x="3142911" y="4374182"/>
            <a:ext cx="1767579" cy="5568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Connecteur droit 70"/>
          <p:cNvCxnSpPr/>
          <p:nvPr/>
        </p:nvCxnSpPr>
        <p:spPr>
          <a:xfrm flipV="1">
            <a:off x="3142912" y="4387810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necteur droit 76"/>
          <p:cNvCxnSpPr/>
          <p:nvPr/>
        </p:nvCxnSpPr>
        <p:spPr>
          <a:xfrm flipV="1">
            <a:off x="4905597" y="4652285"/>
            <a:ext cx="873896" cy="27530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necteur droit 78"/>
          <p:cNvCxnSpPr/>
          <p:nvPr/>
        </p:nvCxnSpPr>
        <p:spPr>
          <a:xfrm flipV="1">
            <a:off x="4898969" y="4383961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17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051304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08156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942268" y="378954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276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r>
                      <a:rPr lang="fr-FR" sz="1276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1276" b="1" dirty="0"/>
                  <a:t>(t)</a:t>
                </a: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02" y="3379669"/>
                <a:ext cx="558166" cy="288669"/>
              </a:xfrm>
              <a:prstGeom prst="rect">
                <a:avLst/>
              </a:prstGeom>
              <a:blipFill>
                <a:blip r:embed="rId2"/>
                <a:stretch>
                  <a:fillRect t="-2083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061122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361" y="4060414"/>
                <a:ext cx="502061" cy="288669"/>
              </a:xfrm>
              <a:prstGeom prst="rect">
                <a:avLst/>
              </a:prstGeom>
              <a:blipFill>
                <a:blip r:embed="rId3"/>
                <a:stretch>
                  <a:fillRect b="-1063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3813150" y="4068700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497387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433072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5934770" y="470841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863637" y="4282606"/>
            <a:ext cx="44916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f</a:t>
            </a:r>
            <a:r>
              <a:rPr lang="fr-FR" sz="1276" b="1" baseline="-25000" dirty="0"/>
              <a:t>1</a:t>
            </a:r>
            <a:r>
              <a:rPr lang="fr-FR" sz="1276" b="1" dirty="0"/>
              <a:t>(t)</a:t>
            </a:r>
            <a:endParaRPr lang="fr-FR" sz="1276" b="1" baseline="-25000" dirty="0"/>
          </a:p>
        </p:txBody>
      </p:sp>
      <p:sp>
        <p:nvSpPr>
          <p:cNvPr id="25" name="ZoneTexte 24"/>
          <p:cNvSpPr txBox="1"/>
          <p:nvPr/>
        </p:nvSpPr>
        <p:spPr>
          <a:xfrm>
            <a:off x="2097552" y="4983695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179829" y="5966629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532348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5942268" y="5694389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907121" y="5239244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097552" y="603199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p:cxnSp>
        <p:nvCxnSpPr>
          <p:cNvPr id="43" name="Connecteur droit 42"/>
          <p:cNvCxnSpPr/>
          <p:nvPr/>
        </p:nvCxnSpPr>
        <p:spPr>
          <a:xfrm flipH="1">
            <a:off x="3139988" y="3408157"/>
            <a:ext cx="11927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025810" y="3408157"/>
            <a:ext cx="0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4905596" y="3408156"/>
            <a:ext cx="0" cy="4235806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/>
        </p:nvCxnSpPr>
        <p:spPr>
          <a:xfrm>
            <a:off x="5785383" y="3408155"/>
            <a:ext cx="0" cy="4235807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/>
              <p:cNvSpPr txBox="1"/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1" name="ZoneTexte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0" y="4048982"/>
                <a:ext cx="599844" cy="28866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545" y="4078657"/>
                <a:ext cx="421910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Connecteur droit 61"/>
          <p:cNvCxnSpPr/>
          <p:nvPr/>
        </p:nvCxnSpPr>
        <p:spPr>
          <a:xfrm flipV="1">
            <a:off x="2287016" y="3492664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/>
          <p:cNvCxnSpPr/>
          <p:nvPr/>
        </p:nvCxnSpPr>
        <p:spPr>
          <a:xfrm flipV="1">
            <a:off x="4014549" y="3488815"/>
            <a:ext cx="1736537" cy="5470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eur droit 65"/>
          <p:cNvCxnSpPr/>
          <p:nvPr/>
        </p:nvCxnSpPr>
        <p:spPr>
          <a:xfrm flipV="1">
            <a:off x="4014550" y="3492664"/>
            <a:ext cx="5631" cy="5523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>
            <a:off x="2181439" y="7032217"/>
            <a:ext cx="391190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 flipV="1">
            <a:off x="2274720" y="6389069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5943878" y="6759977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1908731" y="6304832"/>
            <a:ext cx="36099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 err="1"/>
              <a:t>u</a:t>
            </a:r>
            <a:r>
              <a:rPr lang="fr-FR" sz="1276" b="1" baseline="-25000" dirty="0" err="1"/>
              <a:t>m</a:t>
            </a:r>
            <a:endParaRPr lang="fr-FR" sz="1276" b="1" baseline="-25000" dirty="0"/>
          </a:p>
        </p:txBody>
      </p:sp>
      <p:sp>
        <p:nvSpPr>
          <p:cNvPr id="54" name="ZoneTexte 53"/>
          <p:cNvSpPr txBox="1"/>
          <p:nvPr/>
        </p:nvSpPr>
        <p:spPr>
          <a:xfrm>
            <a:off x="2099162" y="709758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0710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e 33"/>
          <p:cNvGrpSpPr/>
          <p:nvPr/>
        </p:nvGrpSpPr>
        <p:grpSpPr>
          <a:xfrm>
            <a:off x="4360712" y="4593804"/>
            <a:ext cx="2468675" cy="2665973"/>
            <a:chOff x="7298446" y="2557824"/>
            <a:chExt cx="3483268" cy="376165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 rotWithShape="1">
            <a:blip r:embed="rId2"/>
            <a:srcRect l="88524" t="48682"/>
            <a:stretch/>
          </p:blipFill>
          <p:spPr>
            <a:xfrm>
              <a:off x="9706264" y="3352800"/>
              <a:ext cx="1075450" cy="2966676"/>
            </a:xfrm>
            <a:prstGeom prst="rect">
              <a:avLst/>
            </a:prstGeom>
          </p:spPr>
        </p:pic>
        <p:pic>
          <p:nvPicPr>
            <p:cNvPr id="7" name="Image 6"/>
            <p:cNvPicPr>
              <a:picLocks noChangeAspect="1"/>
            </p:cNvPicPr>
            <p:nvPr/>
          </p:nvPicPr>
          <p:blipFill rotWithShape="1">
            <a:blip r:embed="rId2"/>
            <a:srcRect l="88419" b="86248"/>
            <a:stretch/>
          </p:blipFill>
          <p:spPr>
            <a:xfrm>
              <a:off x="9696450" y="2557824"/>
              <a:ext cx="1085264" cy="794976"/>
            </a:xfrm>
            <a:prstGeom prst="rect">
              <a:avLst/>
            </a:prstGeom>
          </p:spPr>
        </p:pic>
        <p:sp>
          <p:nvSpPr>
            <p:cNvPr id="27" name="Rectangle 26"/>
            <p:cNvSpPr/>
            <p:nvPr/>
          </p:nvSpPr>
          <p:spPr>
            <a:xfrm>
              <a:off x="7298446" y="2773724"/>
              <a:ext cx="2755900" cy="5790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</p:grpSp>
      <p:grpSp>
        <p:nvGrpSpPr>
          <p:cNvPr id="43" name="Groupe 42"/>
          <p:cNvGrpSpPr/>
          <p:nvPr/>
        </p:nvGrpSpPr>
        <p:grpSpPr>
          <a:xfrm>
            <a:off x="5044356" y="5369557"/>
            <a:ext cx="1143101" cy="1028176"/>
            <a:chOff x="3848100" y="4036038"/>
            <a:chExt cx="1612900" cy="1450742"/>
          </a:xfrm>
        </p:grpSpPr>
        <p:grpSp>
          <p:nvGrpSpPr>
            <p:cNvPr id="41" name="Groupe 40"/>
            <p:cNvGrpSpPr/>
            <p:nvPr/>
          </p:nvGrpSpPr>
          <p:grpSpPr>
            <a:xfrm>
              <a:off x="3938281" y="4036038"/>
              <a:ext cx="1421119" cy="800100"/>
              <a:chOff x="2084081" y="1101932"/>
              <a:chExt cx="1421119" cy="800100"/>
            </a:xfrm>
          </p:grpSpPr>
          <p:sp>
            <p:nvSpPr>
              <p:cNvPr id="33" name="Triangle isocèle 32"/>
              <p:cNvSpPr/>
              <p:nvPr/>
            </p:nvSpPr>
            <p:spPr>
              <a:xfrm rot="5400000">
                <a:off x="2400300" y="1129894"/>
                <a:ext cx="800100" cy="744176"/>
              </a:xfrm>
              <a:prstGeom prst="triangle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276"/>
              </a:p>
            </p:txBody>
          </p:sp>
          <p:cxnSp>
            <p:nvCxnSpPr>
              <p:cNvPr id="37" name="Connecteur droit 36"/>
              <p:cNvCxnSpPr/>
              <p:nvPr/>
            </p:nvCxnSpPr>
            <p:spPr>
              <a:xfrm flipH="1">
                <a:off x="2084081" y="1333500"/>
                <a:ext cx="33276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ZoneTexte 37"/>
              <p:cNvSpPr txBox="1"/>
              <p:nvPr/>
            </p:nvSpPr>
            <p:spPr>
              <a:xfrm>
                <a:off x="2428262" y="1481140"/>
                <a:ext cx="218100" cy="407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76" b="1" dirty="0">
                    <a:solidFill>
                      <a:srgbClr val="FF0000"/>
                    </a:solidFill>
                  </a:rPr>
                  <a:t>+</a:t>
                </a:r>
              </a:p>
            </p:txBody>
          </p:sp>
          <p:sp>
            <p:nvSpPr>
              <p:cNvPr id="39" name="ZoneTexte 38"/>
              <p:cNvSpPr txBox="1"/>
              <p:nvPr/>
            </p:nvSpPr>
            <p:spPr>
              <a:xfrm>
                <a:off x="2402862" y="1146834"/>
                <a:ext cx="264138" cy="407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76" b="1" dirty="0">
                    <a:solidFill>
                      <a:srgbClr val="FF0000"/>
                    </a:solidFill>
                  </a:rPr>
                  <a:t>-</a:t>
                </a:r>
              </a:p>
            </p:txBody>
          </p:sp>
          <p:cxnSp>
            <p:nvCxnSpPr>
              <p:cNvPr id="40" name="Connecteur droit 39"/>
              <p:cNvCxnSpPr/>
              <p:nvPr/>
            </p:nvCxnSpPr>
            <p:spPr>
              <a:xfrm flipH="1">
                <a:off x="3172438" y="1514682"/>
                <a:ext cx="332762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ZoneTexte 41"/>
            <p:cNvSpPr txBox="1"/>
            <p:nvPr/>
          </p:nvSpPr>
          <p:spPr>
            <a:xfrm>
              <a:off x="3848100" y="4802445"/>
              <a:ext cx="1612900" cy="684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76" b="1" dirty="0">
                  <a:solidFill>
                    <a:srgbClr val="FF0000"/>
                  </a:solidFill>
                </a:rPr>
                <a:t>COMPARATOR</a:t>
              </a:r>
            </a:p>
          </p:txBody>
        </p:sp>
      </p:grpSp>
      <p:grpSp>
        <p:nvGrpSpPr>
          <p:cNvPr id="72" name="Groupe 71"/>
          <p:cNvGrpSpPr/>
          <p:nvPr/>
        </p:nvGrpSpPr>
        <p:grpSpPr>
          <a:xfrm>
            <a:off x="2219526" y="5496816"/>
            <a:ext cx="890663" cy="879579"/>
            <a:chOff x="1651586" y="886732"/>
            <a:chExt cx="1256714" cy="1241074"/>
          </a:xfrm>
        </p:grpSpPr>
        <p:sp>
          <p:nvSpPr>
            <p:cNvPr id="58" name="Ellipse 57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60" name="Connecteur droit 59"/>
            <p:cNvCxnSpPr>
              <a:stCxn id="58" idx="1"/>
              <a:endCxn id="58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/>
            <p:cNvCxnSpPr>
              <a:stCxn id="58" idx="7"/>
              <a:endCxn id="58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ZoneTexte 63"/>
            <p:cNvSpPr txBox="1"/>
            <p:nvPr/>
          </p:nvSpPr>
          <p:spPr>
            <a:xfrm>
              <a:off x="2146301" y="1039363"/>
              <a:ext cx="355557" cy="499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701" b="1" dirty="0">
                  <a:solidFill>
                    <a:srgbClr val="FF0000"/>
                  </a:solidFill>
                </a:rPr>
                <a:t>-</a:t>
              </a:r>
            </a:p>
          </p:txBody>
        </p:sp>
        <p:sp>
          <p:nvSpPr>
            <p:cNvPr id="65" name="ZoneTexte 64"/>
            <p:cNvSpPr txBox="1"/>
            <p:nvPr/>
          </p:nvSpPr>
          <p:spPr>
            <a:xfrm>
              <a:off x="2352040" y="1260341"/>
              <a:ext cx="414365" cy="4995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701" b="1" dirty="0">
                  <a:solidFill>
                    <a:srgbClr val="FF0000"/>
                  </a:solidFill>
                </a:rPr>
                <a:t>+</a:t>
              </a:r>
            </a:p>
          </p:txBody>
        </p:sp>
        <p:cxnSp>
          <p:nvCxnSpPr>
            <p:cNvPr id="67" name="Connecteur droit avec flèche 66"/>
            <p:cNvCxnSpPr>
              <a:endCxn id="64" idx="1"/>
            </p:cNvCxnSpPr>
            <p:nvPr/>
          </p:nvCxnSpPr>
          <p:spPr>
            <a:xfrm>
              <a:off x="1651586" y="1264335"/>
              <a:ext cx="494715" cy="2482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avec flèche 67"/>
            <p:cNvCxnSpPr/>
            <p:nvPr/>
          </p:nvCxnSpPr>
          <p:spPr>
            <a:xfrm flipV="1">
              <a:off x="2514522" y="1641930"/>
              <a:ext cx="0" cy="4858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necteur droit avec flèche 73"/>
          <p:cNvCxnSpPr>
            <a:stCxn id="58" idx="6"/>
            <a:endCxn id="81" idx="1"/>
          </p:cNvCxnSpPr>
          <p:nvPr/>
        </p:nvCxnSpPr>
        <p:spPr>
          <a:xfrm>
            <a:off x="3110189" y="5764430"/>
            <a:ext cx="381912" cy="172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ZoneTexte 79"/>
          <p:cNvSpPr txBox="1"/>
          <p:nvPr/>
        </p:nvSpPr>
        <p:spPr>
          <a:xfrm>
            <a:off x="2522544" y="6284587"/>
            <a:ext cx="575078" cy="28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76" b="1" dirty="0">
                <a:solidFill>
                  <a:srgbClr val="FF0000"/>
                </a:solidFill>
              </a:rPr>
              <a:t>V</a:t>
            </a:r>
            <a:r>
              <a:rPr lang="fr-FR" sz="1276" b="1" baseline="-25000" dirty="0">
                <a:solidFill>
                  <a:srgbClr val="FF0000"/>
                </a:solidFill>
              </a:rPr>
              <a:t>ref</a:t>
            </a:r>
          </a:p>
        </p:txBody>
      </p:sp>
      <p:sp>
        <p:nvSpPr>
          <p:cNvPr id="81" name="ZoneTexte 80"/>
          <p:cNvSpPr txBox="1"/>
          <p:nvPr/>
        </p:nvSpPr>
        <p:spPr>
          <a:xfrm>
            <a:off x="3492101" y="5637326"/>
            <a:ext cx="1250731" cy="2886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276" b="1" dirty="0">
                <a:solidFill>
                  <a:srgbClr val="FF0000"/>
                </a:solidFill>
              </a:rPr>
              <a:t>Corrector</a:t>
            </a:r>
          </a:p>
        </p:txBody>
      </p:sp>
      <p:cxnSp>
        <p:nvCxnSpPr>
          <p:cNvPr id="87" name="Connecteur droit avec flèche 86"/>
          <p:cNvCxnSpPr>
            <a:stCxn id="81" idx="3"/>
            <a:endCxn id="38" idx="1"/>
          </p:cNvCxnSpPr>
          <p:nvPr/>
        </p:nvCxnSpPr>
        <p:spPr>
          <a:xfrm>
            <a:off x="4742832" y="5781661"/>
            <a:ext cx="609366" cy="9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e 95"/>
          <p:cNvGrpSpPr/>
          <p:nvPr/>
        </p:nvGrpSpPr>
        <p:grpSpPr>
          <a:xfrm>
            <a:off x="1838862" y="6167530"/>
            <a:ext cx="3509442" cy="1078574"/>
            <a:chOff x="3795291" y="4749058"/>
            <a:chExt cx="4951775" cy="1521854"/>
          </a:xfrm>
        </p:grpSpPr>
        <p:pic>
          <p:nvPicPr>
            <p:cNvPr id="85" name="Image 84"/>
            <p:cNvPicPr>
              <a:picLocks noChangeAspect="1"/>
            </p:cNvPicPr>
            <p:nvPr/>
          </p:nvPicPr>
          <p:blipFill rotWithShape="1">
            <a:blip r:embed="rId2"/>
            <a:srcRect l="394" t="72438" r="93839" b="1237"/>
            <a:stretch/>
          </p:blipFill>
          <p:spPr>
            <a:xfrm>
              <a:off x="3795291" y="4749058"/>
              <a:ext cx="540465" cy="1521854"/>
            </a:xfrm>
            <a:prstGeom prst="rect">
              <a:avLst/>
            </a:prstGeom>
          </p:spPr>
        </p:pic>
        <p:pic>
          <p:nvPicPr>
            <p:cNvPr id="95" name="Image 94"/>
            <p:cNvPicPr>
              <a:picLocks noChangeAspect="1"/>
            </p:cNvPicPr>
            <p:nvPr/>
          </p:nvPicPr>
          <p:blipFill rotWithShape="1">
            <a:blip r:embed="rId2"/>
            <a:srcRect l="4153" t="90946" r="46764" b="5219"/>
            <a:stretch/>
          </p:blipFill>
          <p:spPr>
            <a:xfrm>
              <a:off x="4147356" y="5762499"/>
              <a:ext cx="4599710" cy="221674"/>
            </a:xfrm>
            <a:prstGeom prst="rect">
              <a:avLst/>
            </a:prstGeom>
          </p:spPr>
        </p:pic>
      </p:grpSp>
      <p:pic>
        <p:nvPicPr>
          <p:cNvPr id="97" name="Image 96"/>
          <p:cNvPicPr>
            <a:picLocks noChangeAspect="1"/>
          </p:cNvPicPr>
          <p:nvPr/>
        </p:nvPicPr>
        <p:blipFill rotWithShape="1">
          <a:blip r:embed="rId2"/>
          <a:srcRect l="24432" t="91510" r="46764" b="5219"/>
          <a:stretch/>
        </p:blipFill>
        <p:spPr>
          <a:xfrm>
            <a:off x="4311834" y="6912220"/>
            <a:ext cx="1913028" cy="134018"/>
          </a:xfrm>
          <a:prstGeom prst="rect">
            <a:avLst/>
          </a:prstGeom>
        </p:spPr>
      </p:pic>
      <p:pic>
        <p:nvPicPr>
          <p:cNvPr id="98" name="Image 97"/>
          <p:cNvPicPr>
            <a:picLocks noChangeAspect="1"/>
          </p:cNvPicPr>
          <p:nvPr/>
        </p:nvPicPr>
        <p:blipFill rotWithShape="1">
          <a:blip r:embed="rId2"/>
          <a:srcRect l="1723" t="53816" r="92825" b="24005"/>
          <a:stretch/>
        </p:blipFill>
        <p:spPr>
          <a:xfrm>
            <a:off x="1925270" y="5496970"/>
            <a:ext cx="362124" cy="908677"/>
          </a:xfrm>
          <a:prstGeom prst="rect">
            <a:avLst/>
          </a:prstGeom>
        </p:spPr>
      </p:pic>
      <p:sp>
        <p:nvSpPr>
          <p:cNvPr id="100" name="ZoneTexte 99"/>
          <p:cNvSpPr txBox="1"/>
          <p:nvPr/>
        </p:nvSpPr>
        <p:spPr>
          <a:xfrm>
            <a:off x="4795798" y="5757029"/>
            <a:ext cx="575078" cy="28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76" b="1" dirty="0">
                <a:solidFill>
                  <a:srgbClr val="FF0000"/>
                </a:solidFill>
              </a:rPr>
              <a:t>V</a:t>
            </a:r>
            <a:r>
              <a:rPr lang="fr-FR" sz="1276" b="1" baseline="300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01" name="ZoneTexte 100"/>
          <p:cNvSpPr txBox="1"/>
          <p:nvPr/>
        </p:nvSpPr>
        <p:spPr>
          <a:xfrm>
            <a:off x="3154040" y="5421663"/>
            <a:ext cx="340822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701" b="1" dirty="0">
                <a:solidFill>
                  <a:srgbClr val="FF0000"/>
                </a:solidFill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701" b="1" dirty="0">
              <a:solidFill>
                <a:srgbClr val="FF0000"/>
              </a:solidFill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grpSp>
        <p:nvGrpSpPr>
          <p:cNvPr id="106" name="Groupe 105"/>
          <p:cNvGrpSpPr/>
          <p:nvPr/>
        </p:nvGrpSpPr>
        <p:grpSpPr>
          <a:xfrm>
            <a:off x="4246544" y="5202961"/>
            <a:ext cx="675059" cy="360032"/>
            <a:chOff x="5991815" y="2642680"/>
            <a:chExt cx="952499" cy="508000"/>
          </a:xfrm>
        </p:grpSpPr>
        <p:grpSp>
          <p:nvGrpSpPr>
            <p:cNvPr id="57" name="Groupe 56"/>
            <p:cNvGrpSpPr/>
            <p:nvPr/>
          </p:nvGrpSpPr>
          <p:grpSpPr>
            <a:xfrm>
              <a:off x="5991815" y="2642680"/>
              <a:ext cx="952499" cy="508000"/>
              <a:chOff x="3911599" y="1308100"/>
              <a:chExt cx="952499" cy="508000"/>
            </a:xfrm>
          </p:grpSpPr>
          <p:cxnSp>
            <p:nvCxnSpPr>
              <p:cNvPr id="47" name="Connecteur droit 46"/>
              <p:cNvCxnSpPr/>
              <p:nvPr/>
            </p:nvCxnSpPr>
            <p:spPr>
              <a:xfrm flipV="1">
                <a:off x="3911599" y="1320800"/>
                <a:ext cx="317501" cy="482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cteur droit 50"/>
              <p:cNvCxnSpPr/>
              <p:nvPr/>
            </p:nvCxnSpPr>
            <p:spPr>
              <a:xfrm>
                <a:off x="4229100" y="13081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eur droit 52"/>
              <p:cNvCxnSpPr/>
              <p:nvPr/>
            </p:nvCxnSpPr>
            <p:spPr>
              <a:xfrm>
                <a:off x="4546599" y="13081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54"/>
              <p:cNvCxnSpPr/>
              <p:nvPr/>
            </p:nvCxnSpPr>
            <p:spPr>
              <a:xfrm>
                <a:off x="4864098" y="1320800"/>
                <a:ext cx="0" cy="4953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4" name="Connecteur droit 103"/>
            <p:cNvCxnSpPr/>
            <p:nvPr/>
          </p:nvCxnSpPr>
          <p:spPr>
            <a:xfrm flipV="1">
              <a:off x="6303604" y="2650651"/>
              <a:ext cx="317501" cy="482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104"/>
            <p:cNvCxnSpPr/>
            <p:nvPr/>
          </p:nvCxnSpPr>
          <p:spPr>
            <a:xfrm flipV="1">
              <a:off x="6623713" y="2650651"/>
              <a:ext cx="317501" cy="4826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743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4727505" y="4705910"/>
            <a:ext cx="2857140" cy="1159233"/>
            <a:chOff x="5575069" y="1731818"/>
            <a:chExt cx="4031386" cy="1635662"/>
          </a:xfrm>
        </p:grpSpPr>
        <p:sp>
          <p:nvSpPr>
            <p:cNvPr id="4" name="Rectangle 3"/>
            <p:cNvSpPr/>
            <p:nvPr/>
          </p:nvSpPr>
          <p:spPr>
            <a:xfrm>
              <a:off x="6236624" y="1731818"/>
              <a:ext cx="2563092" cy="113607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6726383" y="2867891"/>
              <a:ext cx="1690255" cy="499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701" b="1" dirty="0"/>
                <a:t>Buck</a:t>
              </a:r>
              <a:endParaRPr lang="fr-FR" sz="1276" b="1" dirty="0"/>
            </a:p>
          </p:txBody>
        </p:sp>
        <p:cxnSp>
          <p:nvCxnSpPr>
            <p:cNvPr id="7" name="Connecteur droit avec flèche 6"/>
            <p:cNvCxnSpPr>
              <a:endCxn id="4" idx="1"/>
            </p:cNvCxnSpPr>
            <p:nvPr/>
          </p:nvCxnSpPr>
          <p:spPr>
            <a:xfrm>
              <a:off x="5575069" y="2299855"/>
              <a:ext cx="6615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/>
            <p:cNvCxnSpPr>
              <a:stCxn id="4" idx="3"/>
            </p:cNvCxnSpPr>
            <p:nvPr/>
          </p:nvCxnSpPr>
          <p:spPr>
            <a:xfrm>
              <a:off x="8799716" y="2299855"/>
              <a:ext cx="8067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ZoneTexte 11"/>
                <p:cNvSpPr txBox="1"/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984" b="1" i="1" baseline="-25000"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fr-FR" sz="1984" b="1" baseline="-25000" dirty="0"/>
                </a:p>
              </p:txBody>
            </p:sp>
          </mc:Choice>
          <mc:Fallback xmlns="">
            <p:sp>
              <p:nvSpPr>
                <p:cNvPr id="12" name="ZoneTexte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ZoneTexte 12"/>
            <p:cNvSpPr txBox="1"/>
            <p:nvPr/>
          </p:nvSpPr>
          <p:spPr>
            <a:xfrm>
              <a:off x="8896411" y="1899744"/>
              <a:ext cx="541308" cy="438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18" b="1" dirty="0"/>
                <a:t>V</a:t>
              </a:r>
              <a:r>
                <a:rPr lang="fr-FR" sz="1418" b="1" baseline="-25000" dirty="0"/>
                <a:t>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781440" y="6179355"/>
            <a:ext cx="1816525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18" name="ZoneTexte 17"/>
          <p:cNvSpPr txBox="1"/>
          <p:nvPr/>
        </p:nvSpPr>
        <p:spPr>
          <a:xfrm>
            <a:off x="4128543" y="6984517"/>
            <a:ext cx="1197924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Feedback</a:t>
            </a:r>
            <a:endParaRPr lang="fr-FR" sz="1276" b="1" dirty="0"/>
          </a:p>
        </p:txBody>
      </p:sp>
      <p:cxnSp>
        <p:nvCxnSpPr>
          <p:cNvPr id="20" name="Connecteur en angle 19"/>
          <p:cNvCxnSpPr>
            <a:endCxn id="17" idx="3"/>
          </p:cNvCxnSpPr>
          <p:nvPr/>
        </p:nvCxnSpPr>
        <p:spPr>
          <a:xfrm rot="10800000" flipV="1">
            <a:off x="5597964" y="5108492"/>
            <a:ext cx="1816525" cy="1473443"/>
          </a:xfrm>
          <a:prstGeom prst="bentConnector3">
            <a:avLst>
              <a:gd name="adj1" fmla="val 29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/>
          <p:cNvGrpSpPr/>
          <p:nvPr/>
        </p:nvGrpSpPr>
        <p:grpSpPr>
          <a:xfrm>
            <a:off x="525780" y="4713421"/>
            <a:ext cx="1003714" cy="768608"/>
            <a:chOff x="1638853" y="886732"/>
            <a:chExt cx="1269447" cy="755198"/>
          </a:xfrm>
        </p:grpSpPr>
        <p:sp>
          <p:nvSpPr>
            <p:cNvPr id="24" name="Ellipse 23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25" name="Connecteur droit 24"/>
            <p:cNvCxnSpPr>
              <a:stCxn id="24" idx="1"/>
              <a:endCxn id="24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stCxn id="24" idx="7"/>
              <a:endCxn id="24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146301" y="1039362"/>
              <a:ext cx="414365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+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2390140" y="1222239"/>
              <a:ext cx="355557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-</a:t>
              </a:r>
            </a:p>
          </p:txBody>
        </p:sp>
        <p:cxnSp>
          <p:nvCxnSpPr>
            <p:cNvPr id="29" name="Connecteur droit avec flèche 28"/>
            <p:cNvCxnSpPr>
              <a:endCxn id="27" idx="1"/>
            </p:cNvCxnSpPr>
            <p:nvPr/>
          </p:nvCxnSpPr>
          <p:spPr>
            <a:xfrm flipV="1">
              <a:off x="1638853" y="1213309"/>
              <a:ext cx="507447" cy="89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Connecteur en angle 31"/>
          <p:cNvCxnSpPr>
            <a:stCxn id="17" idx="1"/>
            <a:endCxn id="24" idx="4"/>
          </p:cNvCxnSpPr>
          <p:nvPr/>
        </p:nvCxnSpPr>
        <p:spPr>
          <a:xfrm rot="10800000">
            <a:off x="1228250" y="5482030"/>
            <a:ext cx="2553191" cy="109990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19177" y="4743198"/>
            <a:ext cx="490450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-25000" dirty="0"/>
              <a:t>ref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34161" y="4686508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0" name="ZoneTexte 39"/>
          <p:cNvSpPr txBox="1"/>
          <p:nvPr/>
        </p:nvSpPr>
        <p:spPr>
          <a:xfrm>
            <a:off x="3464819" y="5480327"/>
            <a:ext cx="1458783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Comparateur</a:t>
            </a:r>
            <a:endParaRPr lang="fr-FR" sz="1276" b="1" dirty="0"/>
          </a:p>
        </p:txBody>
      </p:sp>
      <p:sp>
        <p:nvSpPr>
          <p:cNvPr id="41" name="Rectangle 40"/>
          <p:cNvSpPr/>
          <p:nvPr/>
        </p:nvSpPr>
        <p:spPr>
          <a:xfrm>
            <a:off x="1831667" y="4686506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2" name="ZoneTexte 41"/>
          <p:cNvSpPr txBox="1"/>
          <p:nvPr/>
        </p:nvSpPr>
        <p:spPr>
          <a:xfrm>
            <a:off x="1766289" y="5468983"/>
            <a:ext cx="1340791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Correcteur</a:t>
            </a:r>
            <a:endParaRPr lang="fr-FR" sz="1276" b="1" dirty="0"/>
          </a:p>
        </p:txBody>
      </p:sp>
      <p:cxnSp>
        <p:nvCxnSpPr>
          <p:cNvPr id="44" name="Connecteur droit avec flèche 43"/>
          <p:cNvCxnSpPr>
            <a:stCxn id="41" idx="3"/>
            <a:endCxn id="39" idx="1"/>
          </p:cNvCxnSpPr>
          <p:nvPr/>
        </p:nvCxnSpPr>
        <p:spPr>
          <a:xfrm>
            <a:off x="3041704" y="5089088"/>
            <a:ext cx="49245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24" idx="6"/>
            <a:endCxn id="41" idx="1"/>
          </p:cNvCxnSpPr>
          <p:nvPr/>
        </p:nvCxnSpPr>
        <p:spPr>
          <a:xfrm flipV="1">
            <a:off x="1529494" y="5089087"/>
            <a:ext cx="302173" cy="8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3128740" y="4793100"/>
            <a:ext cx="363935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30000" dirty="0"/>
              <a:t>+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90385" y="5617107"/>
            <a:ext cx="488882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FB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1497474" y="4725313"/>
            <a:ext cx="340822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984" b="1" dirty="0"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984" b="1" dirty="0"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24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4727505" y="4705910"/>
            <a:ext cx="2857140" cy="1159233"/>
            <a:chOff x="5575069" y="1731818"/>
            <a:chExt cx="4031386" cy="1635662"/>
          </a:xfrm>
        </p:grpSpPr>
        <p:sp>
          <p:nvSpPr>
            <p:cNvPr id="4" name="Rectangle 3"/>
            <p:cNvSpPr/>
            <p:nvPr/>
          </p:nvSpPr>
          <p:spPr>
            <a:xfrm>
              <a:off x="6236624" y="1731818"/>
              <a:ext cx="2563092" cy="113607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6726383" y="2867891"/>
              <a:ext cx="1690255" cy="4995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701" b="1" dirty="0"/>
                <a:t>Buck</a:t>
              </a:r>
              <a:endParaRPr lang="fr-FR" sz="1276" b="1" dirty="0"/>
            </a:p>
          </p:txBody>
        </p:sp>
        <p:cxnSp>
          <p:nvCxnSpPr>
            <p:cNvPr id="7" name="Connecteur droit avec flèche 6"/>
            <p:cNvCxnSpPr>
              <a:endCxn id="4" idx="1"/>
            </p:cNvCxnSpPr>
            <p:nvPr/>
          </p:nvCxnSpPr>
          <p:spPr>
            <a:xfrm>
              <a:off x="5575069" y="2299855"/>
              <a:ext cx="66155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/>
            <p:cNvCxnSpPr>
              <a:stCxn id="4" idx="3"/>
            </p:cNvCxnSpPr>
            <p:nvPr/>
          </p:nvCxnSpPr>
          <p:spPr>
            <a:xfrm>
              <a:off x="8799716" y="2299855"/>
              <a:ext cx="8067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ZoneTexte 11"/>
                <p:cNvSpPr txBox="1"/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984" b="1" i="1" baseline="-25000">
                            <a:latin typeface="Cambria Math" panose="02040503050406030204" pitchFamily="18" charset="0"/>
                          </a:rPr>
                          <m:t>𝜶</m:t>
                        </m:r>
                      </m:oMath>
                    </m:oMathPara>
                  </a14:m>
                  <a:endParaRPr lang="fr-FR" sz="1984" b="1" baseline="-25000" dirty="0"/>
                </a:p>
              </p:txBody>
            </p:sp>
          </mc:Choice>
          <mc:Fallback xmlns="">
            <p:sp>
              <p:nvSpPr>
                <p:cNvPr id="12" name="ZoneTexte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3750" y="1759195"/>
                  <a:ext cx="434340" cy="5513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ZoneTexte 12"/>
            <p:cNvSpPr txBox="1"/>
            <p:nvPr/>
          </p:nvSpPr>
          <p:spPr>
            <a:xfrm>
              <a:off x="8896411" y="1899744"/>
              <a:ext cx="541308" cy="438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18" b="1" dirty="0"/>
                <a:t>V</a:t>
              </a:r>
              <a:r>
                <a:rPr lang="fr-FR" sz="1418" b="1" baseline="-25000" dirty="0"/>
                <a:t>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3781440" y="6179355"/>
            <a:ext cx="1816525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18" name="ZoneTexte 17"/>
          <p:cNvSpPr txBox="1"/>
          <p:nvPr/>
        </p:nvSpPr>
        <p:spPr>
          <a:xfrm>
            <a:off x="4128543" y="6984517"/>
            <a:ext cx="1197924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Feedback</a:t>
            </a:r>
            <a:endParaRPr lang="fr-FR" sz="1276" b="1" dirty="0"/>
          </a:p>
        </p:txBody>
      </p:sp>
      <p:cxnSp>
        <p:nvCxnSpPr>
          <p:cNvPr id="20" name="Connecteur en angle 19"/>
          <p:cNvCxnSpPr>
            <a:endCxn id="17" idx="3"/>
          </p:cNvCxnSpPr>
          <p:nvPr/>
        </p:nvCxnSpPr>
        <p:spPr>
          <a:xfrm rot="10800000" flipV="1">
            <a:off x="5597964" y="5108492"/>
            <a:ext cx="1816525" cy="1473443"/>
          </a:xfrm>
          <a:prstGeom prst="bentConnector3">
            <a:avLst>
              <a:gd name="adj1" fmla="val 297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e 22"/>
          <p:cNvGrpSpPr/>
          <p:nvPr/>
        </p:nvGrpSpPr>
        <p:grpSpPr>
          <a:xfrm>
            <a:off x="525780" y="4713421"/>
            <a:ext cx="1003714" cy="768608"/>
            <a:chOff x="1638853" y="886732"/>
            <a:chExt cx="1269447" cy="755198"/>
          </a:xfrm>
        </p:grpSpPr>
        <p:sp>
          <p:nvSpPr>
            <p:cNvPr id="24" name="Ellipse 23"/>
            <p:cNvSpPr/>
            <p:nvPr/>
          </p:nvSpPr>
          <p:spPr>
            <a:xfrm>
              <a:off x="2146300" y="886732"/>
              <a:ext cx="762000" cy="75519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76"/>
            </a:p>
          </p:txBody>
        </p:sp>
        <p:cxnSp>
          <p:nvCxnSpPr>
            <p:cNvPr id="25" name="Connecteur droit 24"/>
            <p:cNvCxnSpPr>
              <a:stCxn id="24" idx="1"/>
              <a:endCxn id="24" idx="5"/>
            </p:cNvCxnSpPr>
            <p:nvPr/>
          </p:nvCxnSpPr>
          <p:spPr>
            <a:xfrm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>
              <a:stCxn id="24" idx="7"/>
              <a:endCxn id="24" idx="3"/>
            </p:cNvCxnSpPr>
            <p:nvPr/>
          </p:nvCxnSpPr>
          <p:spPr>
            <a:xfrm flipH="1">
              <a:off x="2257892" y="997328"/>
              <a:ext cx="538816" cy="53400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/>
            <p:cNvSpPr txBox="1"/>
            <p:nvPr/>
          </p:nvSpPr>
          <p:spPr>
            <a:xfrm>
              <a:off x="2146301" y="1039362"/>
              <a:ext cx="414365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+</a:t>
              </a:r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2390140" y="1222239"/>
              <a:ext cx="355557" cy="347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sz="1701" b="1" dirty="0"/>
                <a:t>-</a:t>
              </a:r>
            </a:p>
          </p:txBody>
        </p:sp>
        <p:cxnSp>
          <p:nvCxnSpPr>
            <p:cNvPr id="29" name="Connecteur droit avec flèche 28"/>
            <p:cNvCxnSpPr>
              <a:endCxn id="27" idx="1"/>
            </p:cNvCxnSpPr>
            <p:nvPr/>
          </p:nvCxnSpPr>
          <p:spPr>
            <a:xfrm flipV="1">
              <a:off x="1638853" y="1213309"/>
              <a:ext cx="507447" cy="893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Connecteur en angle 31"/>
          <p:cNvCxnSpPr>
            <a:stCxn id="17" idx="1"/>
            <a:endCxn id="24" idx="4"/>
          </p:cNvCxnSpPr>
          <p:nvPr/>
        </p:nvCxnSpPr>
        <p:spPr>
          <a:xfrm rot="10800000">
            <a:off x="1228250" y="5482030"/>
            <a:ext cx="2553191" cy="1099907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419177" y="4743198"/>
            <a:ext cx="490450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-25000" dirty="0"/>
              <a:t>ref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34161" y="4686508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0" name="ZoneTexte 39"/>
          <p:cNvSpPr txBox="1"/>
          <p:nvPr/>
        </p:nvSpPr>
        <p:spPr>
          <a:xfrm>
            <a:off x="3464819" y="5480327"/>
            <a:ext cx="1458783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Comparateur</a:t>
            </a:r>
            <a:endParaRPr lang="fr-FR" sz="1276" b="1" dirty="0"/>
          </a:p>
        </p:txBody>
      </p:sp>
      <p:sp>
        <p:nvSpPr>
          <p:cNvPr id="41" name="Rectangle 40"/>
          <p:cNvSpPr/>
          <p:nvPr/>
        </p:nvSpPr>
        <p:spPr>
          <a:xfrm>
            <a:off x="1831667" y="4686506"/>
            <a:ext cx="1210036" cy="8051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76"/>
          </a:p>
        </p:txBody>
      </p:sp>
      <p:sp>
        <p:nvSpPr>
          <p:cNvPr id="42" name="ZoneTexte 41"/>
          <p:cNvSpPr txBox="1"/>
          <p:nvPr/>
        </p:nvSpPr>
        <p:spPr>
          <a:xfrm>
            <a:off x="1766289" y="5468983"/>
            <a:ext cx="1340791" cy="354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1" b="1" dirty="0"/>
              <a:t>Correcteur</a:t>
            </a:r>
            <a:endParaRPr lang="fr-FR" sz="1276" b="1" dirty="0"/>
          </a:p>
        </p:txBody>
      </p:sp>
      <p:cxnSp>
        <p:nvCxnSpPr>
          <p:cNvPr id="44" name="Connecteur droit avec flèche 43"/>
          <p:cNvCxnSpPr>
            <a:stCxn id="41" idx="3"/>
            <a:endCxn id="39" idx="1"/>
          </p:cNvCxnSpPr>
          <p:nvPr/>
        </p:nvCxnSpPr>
        <p:spPr>
          <a:xfrm>
            <a:off x="3041704" y="5089088"/>
            <a:ext cx="49245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24" idx="6"/>
            <a:endCxn id="41" idx="1"/>
          </p:cNvCxnSpPr>
          <p:nvPr/>
        </p:nvCxnSpPr>
        <p:spPr>
          <a:xfrm flipV="1">
            <a:off x="1529494" y="5089087"/>
            <a:ext cx="302173" cy="86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/>
          <p:cNvSpPr txBox="1"/>
          <p:nvPr/>
        </p:nvSpPr>
        <p:spPr>
          <a:xfrm>
            <a:off x="3128740" y="4793100"/>
            <a:ext cx="363935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V</a:t>
            </a:r>
            <a:r>
              <a:rPr lang="fr-FR" sz="1418" b="1" baseline="30000" dirty="0"/>
              <a:t>+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790385" y="5617107"/>
            <a:ext cx="488882" cy="31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18" b="1" dirty="0"/>
              <a:t>FB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1497474" y="4725313"/>
            <a:ext cx="340822" cy="397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984" b="1" dirty="0">
                <a:latin typeface="Times New Roman" panose="02020603050405020304" pitchFamily="18" charset="0"/>
                <a:ea typeface="Adobe Heiti Std R" panose="020B0400000000000000" pitchFamily="34" charset="-128"/>
                <a:cs typeface="Times New Roman" panose="02020603050405020304" pitchFamily="18" charset="0"/>
              </a:rPr>
              <a:t>ε</a:t>
            </a:r>
            <a:endParaRPr lang="fr-FR" sz="1984" b="1" dirty="0">
              <a:latin typeface="Times New Roman" panose="02020603050405020304" pitchFamily="18" charset="0"/>
              <a:ea typeface="Adobe Heiti Std R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742326" y="4816137"/>
            <a:ext cx="84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1/2</a:t>
            </a:r>
            <a:endParaRPr lang="fr-F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209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156381" y="5551550"/>
            <a:ext cx="1526847" cy="52930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00417" y="5659321"/>
            <a:ext cx="1532248" cy="308365"/>
          </a:xfrm>
          <a:prstGeom prst="rect">
            <a:avLst/>
          </a:prstGeom>
        </p:spPr>
      </p:pic>
      <p:cxnSp>
        <p:nvCxnSpPr>
          <p:cNvPr id="10" name="Connecteur droit 9"/>
          <p:cNvCxnSpPr/>
          <p:nvPr/>
        </p:nvCxnSpPr>
        <p:spPr>
          <a:xfrm>
            <a:off x="4378719" y="5049179"/>
            <a:ext cx="1393224" cy="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2729011" y="6562901"/>
            <a:ext cx="3050164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flipV="1">
            <a:off x="3056670" y="5103187"/>
            <a:ext cx="0" cy="1367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6206948" y="5194975"/>
            <a:ext cx="0" cy="1367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2610230" y="5623552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V</a:t>
            </a:r>
            <a:r>
              <a:rPr lang="fr-FR" sz="2268" b="1" baseline="-25000" dirty="0"/>
              <a:t>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6269953" y="5579926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V</a:t>
            </a:r>
            <a:r>
              <a:rPr lang="fr-FR" sz="2268" b="1" baseline="-25000" dirty="0"/>
              <a:t>s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484573" y="5103187"/>
            <a:ext cx="446440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L</a:t>
            </a:r>
            <a:r>
              <a:rPr lang="fr-FR" sz="2268" b="1" baseline="-25000" dirty="0"/>
              <a:t>1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4301153" y="5542953"/>
            <a:ext cx="401434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C</a:t>
            </a:r>
            <a:r>
              <a:rPr lang="fr-FR" sz="2268" b="1" baseline="-25000" dirty="0"/>
              <a:t>1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5202356" y="5542651"/>
            <a:ext cx="533785" cy="441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68" b="1" dirty="0"/>
              <a:t>R</a:t>
            </a:r>
            <a:r>
              <a:rPr lang="fr-FR" sz="2268" b="1" baseline="-25000" dirty="0"/>
              <a:t>m</a:t>
            </a:r>
          </a:p>
        </p:txBody>
      </p:sp>
      <p:pic>
        <p:nvPicPr>
          <p:cNvPr id="22" name="Imag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380" y="4853892"/>
            <a:ext cx="1687649" cy="20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9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476" y="3654058"/>
            <a:ext cx="5856142" cy="4010052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1438295" y="3753832"/>
            <a:ext cx="1531967" cy="566285"/>
            <a:chOff x="5991815" y="2642680"/>
            <a:chExt cx="952499" cy="508000"/>
          </a:xfrm>
        </p:grpSpPr>
        <p:grpSp>
          <p:nvGrpSpPr>
            <p:cNvPr id="13" name="Groupe 12"/>
            <p:cNvGrpSpPr/>
            <p:nvPr/>
          </p:nvGrpSpPr>
          <p:grpSpPr>
            <a:xfrm>
              <a:off x="5991815" y="2642680"/>
              <a:ext cx="952499" cy="508000"/>
              <a:chOff x="3911599" y="1308100"/>
              <a:chExt cx="952499" cy="508000"/>
            </a:xfrm>
          </p:grpSpPr>
          <p:cxnSp>
            <p:nvCxnSpPr>
              <p:cNvPr id="16" name="Connecteur droit 15"/>
              <p:cNvCxnSpPr/>
              <p:nvPr/>
            </p:nvCxnSpPr>
            <p:spPr>
              <a:xfrm flipV="1">
                <a:off x="3911599" y="1320800"/>
                <a:ext cx="317501" cy="4826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eur droit 16"/>
              <p:cNvCxnSpPr/>
              <p:nvPr/>
            </p:nvCxnSpPr>
            <p:spPr>
              <a:xfrm>
                <a:off x="4229100" y="13081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eur droit 17"/>
              <p:cNvCxnSpPr/>
              <p:nvPr/>
            </p:nvCxnSpPr>
            <p:spPr>
              <a:xfrm>
                <a:off x="4546599" y="13081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eur droit 18"/>
              <p:cNvCxnSpPr/>
              <p:nvPr/>
            </p:nvCxnSpPr>
            <p:spPr>
              <a:xfrm>
                <a:off x="4864098" y="1320800"/>
                <a:ext cx="0" cy="49530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" name="Connecteur droit 13"/>
            <p:cNvCxnSpPr/>
            <p:nvPr/>
          </p:nvCxnSpPr>
          <p:spPr>
            <a:xfrm flipV="1">
              <a:off x="6303604" y="2650651"/>
              <a:ext cx="317501" cy="4826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flipV="1">
              <a:off x="6623713" y="2650651"/>
              <a:ext cx="317501" cy="48260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3707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2"/>
          <a:srcRect t="26341" r="2086"/>
          <a:stretch/>
        </p:blipFill>
        <p:spPr>
          <a:xfrm>
            <a:off x="1425595" y="2587624"/>
            <a:ext cx="5734030" cy="295375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28267" y="5470502"/>
            <a:ext cx="1388323" cy="2794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30600" y="2397125"/>
            <a:ext cx="3771900" cy="1409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" name="Connecteur droit 3"/>
          <p:cNvCxnSpPr/>
          <p:nvPr/>
        </p:nvCxnSpPr>
        <p:spPr>
          <a:xfrm flipH="1">
            <a:off x="1624333" y="6256739"/>
            <a:ext cx="1" cy="4583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 flipH="1">
            <a:off x="1344935" y="6715125"/>
            <a:ext cx="558796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H="1">
            <a:off x="1344935" y="6867525"/>
            <a:ext cx="558796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 flipH="1">
            <a:off x="1624333" y="6878236"/>
            <a:ext cx="1" cy="45838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/>
        </p:nvCxnSpPr>
        <p:spPr>
          <a:xfrm flipH="1">
            <a:off x="1414417" y="7341977"/>
            <a:ext cx="419832" cy="107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/>
          <p:cNvCxnSpPr/>
          <p:nvPr/>
        </p:nvCxnSpPr>
        <p:spPr>
          <a:xfrm flipH="1">
            <a:off x="1498163" y="7440987"/>
            <a:ext cx="252341" cy="77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27"/>
          <p:cNvCxnSpPr/>
          <p:nvPr/>
        </p:nvCxnSpPr>
        <p:spPr>
          <a:xfrm flipH="1">
            <a:off x="1571728" y="7536194"/>
            <a:ext cx="105211" cy="76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1821549" y="5374723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R</a:t>
            </a:r>
            <a:endParaRPr lang="fr-FR" sz="28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1925935" y="6533409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/>
              <a:t>C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1633497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/>
          <p:cNvCxnSpPr/>
          <p:nvPr/>
        </p:nvCxnSpPr>
        <p:spPr>
          <a:xfrm>
            <a:off x="2179829" y="4125369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 flipV="1">
            <a:off x="2273110" y="3482221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919343" y="3981444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909" y="3351344"/>
                <a:ext cx="344966" cy="288669"/>
              </a:xfrm>
              <a:prstGeom prst="rect">
                <a:avLst/>
              </a:prstGeom>
              <a:blipFill>
                <a:blip r:embed="rId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/>
          <p:cNvSpPr txBox="1"/>
          <p:nvPr/>
        </p:nvSpPr>
        <p:spPr>
          <a:xfrm>
            <a:off x="2097552" y="4135187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2799898" y="4115550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4115550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4357413" y="412536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2179829" y="5072778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2273110" y="4429631"/>
            <a:ext cx="0" cy="12663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4919343" y="4928853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867453" y="4327500"/>
            <a:ext cx="31611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76" b="1" dirty="0"/>
              <a:t>v</a:t>
            </a:r>
            <a:r>
              <a:rPr lang="fr-FR" sz="1276" b="1" baseline="-25000" dirty="0"/>
              <a:t>1</a:t>
            </a:r>
            <a:endParaRPr lang="fr-FR" sz="1276" b="1" dirty="0">
              <a:solidFill>
                <a:schemeClr val="accent1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068977" y="5063546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799898" y="5062958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5062958"/>
                <a:ext cx="434734" cy="2886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4357413" y="5072778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2179829" y="6509735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V="1">
            <a:off x="2273110" y="5866588"/>
            <a:ext cx="0" cy="12962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/>
          <p:cNvSpPr txBox="1"/>
          <p:nvPr/>
        </p:nvSpPr>
        <p:spPr>
          <a:xfrm>
            <a:off x="4919343" y="6365811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1783572" y="5754223"/>
            <a:ext cx="47481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L</a:t>
            </a:r>
            <a:r>
              <a:rPr lang="fr-FR" sz="1276" b="1" dirty="0"/>
              <a:t>, </a:t>
            </a:r>
            <a:r>
              <a:rPr lang="fr-FR" sz="1276" b="1" dirty="0">
                <a:solidFill>
                  <a:srgbClr val="FF0000"/>
                </a:solidFill>
              </a:rPr>
              <a:t>i</a:t>
            </a:r>
            <a:r>
              <a:rPr lang="fr-FR" sz="1276" b="1" baseline="-25000" dirty="0">
                <a:solidFill>
                  <a:srgbClr val="FF0000"/>
                </a:solidFill>
              </a:rPr>
              <a:t>L</a:t>
            </a:r>
            <a:endParaRPr lang="fr-FR" sz="1276" b="1" dirty="0">
              <a:solidFill>
                <a:srgbClr val="FF0000"/>
              </a:solidFill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2059452" y="6471928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2799898" y="649991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898" y="6499916"/>
                <a:ext cx="434734" cy="2886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26"/>
          <p:cNvSpPr txBox="1"/>
          <p:nvPr/>
        </p:nvSpPr>
        <p:spPr>
          <a:xfrm>
            <a:off x="4357413" y="650973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28" name="Connecteur droit avec flèche 27"/>
          <p:cNvCxnSpPr/>
          <p:nvPr/>
        </p:nvCxnSpPr>
        <p:spPr>
          <a:xfrm>
            <a:off x="2179829" y="7904525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/>
          <p:cNvCxnSpPr/>
          <p:nvPr/>
        </p:nvCxnSpPr>
        <p:spPr>
          <a:xfrm flipV="1">
            <a:off x="2273110" y="7261378"/>
            <a:ext cx="0" cy="11518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4919343" y="7760601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1754725" y="7159218"/>
            <a:ext cx="452368" cy="4850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i</a:t>
            </a:r>
            <a:r>
              <a:rPr lang="fr-FR" sz="1276" b="1" baseline="-25000" dirty="0"/>
              <a:t>1</a:t>
            </a:r>
            <a:r>
              <a:rPr lang="fr-FR" sz="1276" b="1" dirty="0"/>
              <a:t>, </a:t>
            </a:r>
            <a:r>
              <a:rPr lang="fr-FR" sz="1276" b="1" dirty="0">
                <a:solidFill>
                  <a:srgbClr val="FF0000"/>
                </a:solidFill>
              </a:rPr>
              <a:t>i</a:t>
            </a:r>
            <a:r>
              <a:rPr lang="fr-FR" sz="1276" b="1" baseline="-25000" dirty="0">
                <a:solidFill>
                  <a:srgbClr val="FF0000"/>
                </a:solidFill>
              </a:rPr>
              <a:t>2</a:t>
            </a:r>
          </a:p>
          <a:p>
            <a:r>
              <a:rPr lang="fr-FR" sz="1276" b="1" dirty="0"/>
              <a:t>,</a:t>
            </a:r>
            <a:r>
              <a:rPr lang="fr-FR" sz="1276" b="1" dirty="0">
                <a:solidFill>
                  <a:schemeClr val="accent1"/>
                </a:solidFill>
              </a:rPr>
              <a:t> </a:t>
            </a:r>
            <a:r>
              <a:rPr lang="fr-FR" sz="1276" b="1" dirty="0">
                <a:solidFill>
                  <a:srgbClr val="00B050"/>
                </a:solidFill>
              </a:rPr>
              <a:t>i</a:t>
            </a:r>
            <a:r>
              <a:rPr lang="fr-FR" sz="1276" b="1" baseline="-25000" dirty="0">
                <a:solidFill>
                  <a:srgbClr val="00B050"/>
                </a:solidFill>
              </a:rPr>
              <a:t>E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059452" y="7914343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2790373" y="789470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373" y="7894706"/>
                <a:ext cx="434734" cy="2886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ZoneTexte 33"/>
          <p:cNvSpPr txBox="1"/>
          <p:nvPr/>
        </p:nvSpPr>
        <p:spPr>
          <a:xfrm>
            <a:off x="4357413" y="790452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2063186" y="9050496"/>
            <a:ext cx="273951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2273110" y="8430184"/>
            <a:ext cx="0" cy="7609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ZoneTexte 36"/>
          <p:cNvSpPr txBox="1"/>
          <p:nvPr/>
        </p:nvSpPr>
        <p:spPr>
          <a:xfrm>
            <a:off x="4802700" y="8906570"/>
            <a:ext cx="24077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sp>
        <p:nvSpPr>
          <p:cNvPr id="38" name="ZoneTexte 37"/>
          <p:cNvSpPr txBox="1"/>
          <p:nvPr/>
        </p:nvSpPr>
        <p:spPr>
          <a:xfrm>
            <a:off x="1878059" y="8413254"/>
            <a:ext cx="381836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v</a:t>
            </a:r>
            <a:r>
              <a:rPr lang="fr-FR" sz="1276" b="1" baseline="-25000" dirty="0"/>
              <a:t>DS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1980909" y="9060314"/>
            <a:ext cx="268022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2788030" y="9040676"/>
                <a:ext cx="434734" cy="2886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1276" b="1" i="1"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fr-FR" sz="1276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8030" y="9040676"/>
                <a:ext cx="434734" cy="2886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ZoneTexte 40"/>
          <p:cNvSpPr txBox="1"/>
          <p:nvPr/>
        </p:nvSpPr>
        <p:spPr>
          <a:xfrm>
            <a:off x="4345545" y="9050495"/>
            <a:ext cx="266420" cy="2886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76" b="1" dirty="0"/>
              <a:t>T</a:t>
            </a:r>
          </a:p>
        </p:txBody>
      </p:sp>
      <p:cxnSp>
        <p:nvCxnSpPr>
          <p:cNvPr id="43" name="Connecteur droit 42"/>
          <p:cNvCxnSpPr/>
          <p:nvPr/>
        </p:nvCxnSpPr>
        <p:spPr>
          <a:xfrm>
            <a:off x="3151914" y="3482222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>
            <a:off x="4386870" y="3482222"/>
            <a:ext cx="0" cy="5947528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9638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17269</TotalTime>
  <Words>167</Words>
  <Application>Microsoft Office PowerPoint</Application>
  <PresentationFormat>Personnalisé</PresentationFormat>
  <Paragraphs>133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Adobe Heiti Std R</vt:lpstr>
      <vt:lpstr>Arial</vt:lpstr>
      <vt:lpstr>Calibri</vt:lpstr>
      <vt:lpstr>Calibri Light</vt:lpstr>
      <vt:lpstr>Cambria Math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Alexis MARTIN</dc:creator>
  <cp:lastModifiedBy>Alexis MARTIN</cp:lastModifiedBy>
  <cp:revision>39</cp:revision>
  <dcterms:created xsi:type="dcterms:W3CDTF">2023-06-16T16:25:42Z</dcterms:created>
  <dcterms:modified xsi:type="dcterms:W3CDTF">2024-09-12T15:17:05Z</dcterms:modified>
</cp:coreProperties>
</file>