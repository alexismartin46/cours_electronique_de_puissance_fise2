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C6DEC8-A2D3-4A59-A1FF-8A60BC486DC8}" v="20" dt="2026-06-22T13:20:29.0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72" y="-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custSel addSld modSld">
      <pc:chgData name="Alexis MARTIN" userId="ec32c3d9-5957-42d0-8757-996fd533d25b" providerId="ADAL" clId="{B76BE869-635B-4DC9-A437-AFDC8BC5A345}" dt="2026-06-22T13:20:29.068" v="268" actId="1076"/>
      <pc:docMkLst>
        <pc:docMk/>
      </pc:docMkLst>
      <pc:sldChg chg="addSp delSp modSp new mod">
        <pc:chgData name="Alexis MARTIN" userId="ec32c3d9-5957-42d0-8757-996fd533d25b" providerId="ADAL" clId="{B76BE869-635B-4DC9-A437-AFDC8BC5A345}" dt="2026-06-22T13:20:29.068" v="268" actId="1076"/>
        <pc:sldMkLst>
          <pc:docMk/>
          <pc:sldMk cId="77626767" sldId="257"/>
        </pc:sldMkLst>
        <pc:spChg chg="add del mod">
          <ac:chgData name="Alexis MARTIN" userId="ec32c3d9-5957-42d0-8757-996fd533d25b" providerId="ADAL" clId="{B76BE869-635B-4DC9-A437-AFDC8BC5A345}" dt="2026-06-22T13:20:05.069" v="258" actId="478"/>
          <ac:spMkLst>
            <pc:docMk/>
            <pc:sldMk cId="77626767" sldId="257"/>
            <ac:spMk id="2" creationId="{7F682B42-671E-7BC0-4010-B4CAC15D2608}"/>
          </ac:spMkLst>
        </pc:spChg>
        <pc:spChg chg="add del mod">
          <ac:chgData name="Alexis MARTIN" userId="ec32c3d9-5957-42d0-8757-996fd533d25b" providerId="ADAL" clId="{B76BE869-635B-4DC9-A437-AFDC8BC5A345}" dt="2026-06-22T13:20:05.069" v="258" actId="478"/>
          <ac:spMkLst>
            <pc:docMk/>
            <pc:sldMk cId="77626767" sldId="257"/>
            <ac:spMk id="3" creationId="{35D6195D-1596-F49B-4801-6C5AC78B2307}"/>
          </ac:spMkLst>
        </pc:spChg>
        <pc:spChg chg="add del mod">
          <ac:chgData name="Alexis MARTIN" userId="ec32c3d9-5957-42d0-8757-996fd533d25b" providerId="ADAL" clId="{B76BE869-635B-4DC9-A437-AFDC8BC5A345}" dt="2026-06-22T13:20:05.069" v="258" actId="478"/>
          <ac:spMkLst>
            <pc:docMk/>
            <pc:sldMk cId="77626767" sldId="257"/>
            <ac:spMk id="4" creationId="{8689C375-B1F7-7396-9334-1B7FB17D327A}"/>
          </ac:spMkLst>
        </pc:spChg>
        <pc:spChg chg="add del mod">
          <ac:chgData name="Alexis MARTIN" userId="ec32c3d9-5957-42d0-8757-996fd533d25b" providerId="ADAL" clId="{B76BE869-635B-4DC9-A437-AFDC8BC5A345}" dt="2026-06-22T13:20:06.841" v="259" actId="478"/>
          <ac:spMkLst>
            <pc:docMk/>
            <pc:sldMk cId="77626767" sldId="257"/>
            <ac:spMk id="5" creationId="{377B4DB8-16C0-1C11-9704-A97D3C8FD5E2}"/>
          </ac:spMkLst>
        </pc:spChg>
        <pc:spChg chg="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10" creationId="{97159B68-C540-DC8B-4557-8857886EEC1A}"/>
          </ac:spMkLst>
        </pc:spChg>
        <pc:spChg chg="add mod">
          <ac:chgData name="Alexis MARTIN" userId="ec32c3d9-5957-42d0-8757-996fd533d25b" providerId="ADAL" clId="{B76BE869-635B-4DC9-A437-AFDC8BC5A345}" dt="2026-06-22T13:16:52.377" v="221" actId="14100"/>
          <ac:spMkLst>
            <pc:docMk/>
            <pc:sldMk cId="77626767" sldId="257"/>
            <ac:spMk id="13" creationId="{9605BBC9-A3DB-87DE-9DEB-1B157369F146}"/>
          </ac:spMkLst>
        </pc:spChg>
        <pc:spChg chg="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19" creationId="{9B8B0557-1A2B-DD84-13FE-6A63E6082020}"/>
          </ac:spMkLst>
        </pc:spChg>
        <pc:spChg chg="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21" creationId="{56C07240-FDF0-93D9-075B-09D9BB9AC3BD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24" creationId="{50F61ECC-282D-CA70-86D8-54475279AFD4}"/>
          </ac:spMkLst>
        </pc:spChg>
        <pc:spChg chg="mod">
          <ac:chgData name="Alexis MARTIN" userId="ec32c3d9-5957-42d0-8757-996fd533d25b" providerId="ADAL" clId="{B76BE869-635B-4DC9-A437-AFDC8BC5A345}" dt="2026-06-22T13:18:36.407" v="246" actId="14100"/>
          <ac:spMkLst>
            <pc:docMk/>
            <pc:sldMk cId="77626767" sldId="257"/>
            <ac:spMk id="27" creationId="{354EF437-228A-B5E9-9C32-BC36BA8BB1C4}"/>
          </ac:spMkLst>
        </pc:spChg>
        <pc:spChg chg="mod">
          <ac:chgData name="Alexis MARTIN" userId="ec32c3d9-5957-42d0-8757-996fd533d25b" providerId="ADAL" clId="{B76BE869-635B-4DC9-A437-AFDC8BC5A345}" dt="2026-06-22T13:18:17.698" v="239" actId="14100"/>
          <ac:spMkLst>
            <pc:docMk/>
            <pc:sldMk cId="77626767" sldId="257"/>
            <ac:spMk id="28" creationId="{009B7E43-C06C-182B-A54C-716796492854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31" creationId="{F06AC753-A3FB-6F7A-527B-B18C20E8E65C}"/>
          </ac:spMkLst>
        </pc:spChg>
        <pc:spChg chg="mod">
          <ac:chgData name="Alexis MARTIN" userId="ec32c3d9-5957-42d0-8757-996fd533d25b" providerId="ADAL" clId="{B76BE869-635B-4DC9-A437-AFDC8BC5A345}" dt="2026-06-22T13:17:45.663" v="229" actId="14100"/>
          <ac:spMkLst>
            <pc:docMk/>
            <pc:sldMk cId="77626767" sldId="257"/>
            <ac:spMk id="32" creationId="{842E0D5C-75E4-6D86-B879-6B22B58EFD25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34" creationId="{314AFD15-73AF-2E84-8055-656E8D27DD8F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37" creationId="{6240CD20-EE44-915D-3566-1D33313E19D1}"/>
          </ac:spMkLst>
        </pc:spChg>
        <pc:spChg chg="mod">
          <ac:chgData name="Alexis MARTIN" userId="ec32c3d9-5957-42d0-8757-996fd533d25b" providerId="ADAL" clId="{B76BE869-635B-4DC9-A437-AFDC8BC5A345}" dt="2026-06-22T13:17:42.310" v="228" actId="14100"/>
          <ac:spMkLst>
            <pc:docMk/>
            <pc:sldMk cId="77626767" sldId="257"/>
            <ac:spMk id="38" creationId="{08CCD34A-26EF-0FE5-E5E2-E286D5245792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40" creationId="{7E0BFF2D-FB4A-E05D-76D0-2C46AA8C48F7}"/>
          </ac:spMkLst>
        </pc:spChg>
        <pc:spChg chg="add mod">
          <ac:chgData name="Alexis MARTIN" userId="ec32c3d9-5957-42d0-8757-996fd533d25b" providerId="ADAL" clId="{B76BE869-635B-4DC9-A437-AFDC8BC5A345}" dt="2026-06-22T13:15:08.493" v="220"/>
          <ac:spMkLst>
            <pc:docMk/>
            <pc:sldMk cId="77626767" sldId="257"/>
            <ac:spMk id="43" creationId="{476BD92F-F87B-1B02-09EE-EA569FBAA0DE}"/>
          </ac:spMkLst>
        </pc:spChg>
        <pc:spChg chg="add mod">
          <ac:chgData name="Alexis MARTIN" userId="ec32c3d9-5957-42d0-8757-996fd533d25b" providerId="ADAL" clId="{B76BE869-635B-4DC9-A437-AFDC8BC5A345}" dt="2026-06-22T13:16:59.036" v="224" actId="14100"/>
          <ac:spMkLst>
            <pc:docMk/>
            <pc:sldMk cId="77626767" sldId="257"/>
            <ac:spMk id="45" creationId="{4F6D61F7-654D-B602-AE71-916E26E6F945}"/>
          </ac:spMkLst>
        </pc:spChg>
        <pc:spChg chg="add mod">
          <ac:chgData name="Alexis MARTIN" userId="ec32c3d9-5957-42d0-8757-996fd533d25b" providerId="ADAL" clId="{B76BE869-635B-4DC9-A437-AFDC8BC5A345}" dt="2026-06-22T13:17:54.021" v="232" actId="14100"/>
          <ac:spMkLst>
            <pc:docMk/>
            <pc:sldMk cId="77626767" sldId="257"/>
            <ac:spMk id="46" creationId="{FA2E2196-39B3-FE47-BEA8-373D2912C43B}"/>
          </ac:spMkLst>
        </pc:spChg>
        <pc:spChg chg="add mod">
          <ac:chgData name="Alexis MARTIN" userId="ec32c3d9-5957-42d0-8757-996fd533d25b" providerId="ADAL" clId="{B76BE869-635B-4DC9-A437-AFDC8BC5A345}" dt="2026-06-22T13:18:04.106" v="236" actId="1038"/>
          <ac:spMkLst>
            <pc:docMk/>
            <pc:sldMk cId="77626767" sldId="257"/>
            <ac:spMk id="47" creationId="{341D7EE8-99EE-E185-ECD4-1D0953DA7BEC}"/>
          </ac:spMkLst>
        </pc:spChg>
        <pc:spChg chg="add mod">
          <ac:chgData name="Alexis MARTIN" userId="ec32c3d9-5957-42d0-8757-996fd533d25b" providerId="ADAL" clId="{B76BE869-635B-4DC9-A437-AFDC8BC5A345}" dt="2026-06-22T13:18:27.349" v="242" actId="14100"/>
          <ac:spMkLst>
            <pc:docMk/>
            <pc:sldMk cId="77626767" sldId="257"/>
            <ac:spMk id="48" creationId="{0CBA74D6-3ECD-1C2E-36F2-AA352FBBF39B}"/>
          </ac:spMkLst>
        </pc:spChg>
        <pc:spChg chg="add mod">
          <ac:chgData name="Alexis MARTIN" userId="ec32c3d9-5957-42d0-8757-996fd533d25b" providerId="ADAL" clId="{B76BE869-635B-4DC9-A437-AFDC8BC5A345}" dt="2026-06-22T13:18:49.801" v="256" actId="14100"/>
          <ac:spMkLst>
            <pc:docMk/>
            <pc:sldMk cId="77626767" sldId="257"/>
            <ac:spMk id="49" creationId="{1B6BDBCF-6B7C-C856-8BF5-6EDC6C88FC8D}"/>
          </ac:spMkLst>
        </pc:spChg>
        <pc:spChg chg="mod">
          <ac:chgData name="Alexis MARTIN" userId="ec32c3d9-5957-42d0-8757-996fd533d25b" providerId="ADAL" clId="{B76BE869-635B-4DC9-A437-AFDC8BC5A345}" dt="2026-06-22T13:20:19.740" v="265" actId="20577"/>
          <ac:spMkLst>
            <pc:docMk/>
            <pc:sldMk cId="77626767" sldId="257"/>
            <ac:spMk id="210" creationId="{76459D52-72BE-7A01-2747-E3B86F4584C6}"/>
          </ac:spMkLst>
        </pc:spChg>
        <pc:spChg chg="mod">
          <ac:chgData name="Alexis MARTIN" userId="ec32c3d9-5957-42d0-8757-996fd533d25b" providerId="ADAL" clId="{B76BE869-635B-4DC9-A437-AFDC8BC5A345}" dt="2026-06-22T13:20:29.068" v="268" actId="1076"/>
          <ac:spMkLst>
            <pc:docMk/>
            <pc:sldMk cId="77626767" sldId="257"/>
            <ac:spMk id="224" creationId="{555B3637-5864-0E17-CCA2-295BC5BCE0EA}"/>
          </ac:spMkLst>
        </pc:spChg>
        <pc:spChg chg="mod">
          <ac:chgData name="Alexis MARTIN" userId="ec32c3d9-5957-42d0-8757-996fd533d25b" providerId="ADAL" clId="{B76BE869-635B-4DC9-A437-AFDC8BC5A345}" dt="2026-06-22T13:20:12.500" v="260" actId="14100"/>
          <ac:spMkLst>
            <pc:docMk/>
            <pc:sldMk cId="77626767" sldId="257"/>
            <ac:spMk id="230" creationId="{DEF8F0FA-AA18-0538-A038-2D6444047804}"/>
          </ac:spMkLst>
        </pc:spChg>
        <pc:spChg chg="mod">
          <ac:chgData name="Alexis MARTIN" userId="ec32c3d9-5957-42d0-8757-996fd533d25b" providerId="ADAL" clId="{B76BE869-635B-4DC9-A437-AFDC8BC5A345}" dt="2026-06-22T13:20:14.975" v="261" actId="14100"/>
          <ac:spMkLst>
            <pc:docMk/>
            <pc:sldMk cId="77626767" sldId="257"/>
            <ac:spMk id="234" creationId="{38B8859F-BD93-5AEC-E795-33937128723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7F533-1877-55EF-3243-D475649519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C74E75B-D33A-4851-7E06-EF18E69629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A82CA99-17AB-BD78-22BC-0A19C4CA2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2080E6-DD0A-3F39-20EC-8E03B1A1D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992F58-125B-FF5B-FCED-0EB664A71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368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7A638-3FA9-5916-3108-DA75C801C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2E101C-47D7-55F5-CAB5-F98C7FBBF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C93507-B4D5-BC4A-048C-4E055921E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025A66-EE77-A49A-32A8-E1F308C9C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9DE44B-BF9A-9E5D-7999-D374C06E8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498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451646-6F0D-A727-EA59-623E7E3D5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7B3F6C-3605-CADD-C219-8EAB2E7BE3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8FA020-1F3B-C49A-43FB-D65857E3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609377-07CC-3A0F-04FA-9C6AEEE81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8A5365-C0AE-0830-BE7E-1356C544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0634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87FA2-700A-158C-BD6C-9FD3B29A2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F17685-FF0F-9B3B-572B-F716FFC489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7C35C4B-030F-D0A5-BAE8-FA8F985C2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7B5DC9A-295F-8BFD-7BEF-E665BDD9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07435B7-E22A-5CF7-47DA-B63112A0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6DDCC81-2149-05DD-9B1D-E3AC427EF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591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A2AD28-0D48-7C69-78EB-D20ECFA24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26AAC4-C75B-016F-49E4-E1BF180D4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0B3E6C0-060F-B249-98CD-80EF0C1AC4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99E953-2723-E386-3593-39DCF914AB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8559C0A-284F-B3DC-6A16-ADE2349058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D1C8C4C-576D-DFC5-7759-5F7D3FFA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93ECDA0-B26C-BF7A-B33C-A6ED394B8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C21891-B7F8-8908-8D92-DD2B1171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8802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BFCBDF-4676-595D-683A-9363D77CF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9A41854-4F9D-ABD6-DA85-CF1C74E3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6D10B1C-4F00-E84D-0BB3-9FE0FA6C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86AA09-576D-5346-8474-7D01412AA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3935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71CEE6D-E585-A9C0-45D3-3D0382135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87FCCB0-5A2F-A0F7-8321-C2B1D8B1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A0D2C18-92B6-BB53-D661-FE0740A7B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228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574B1-265D-9F4B-CEF8-50067180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751D307-1C7E-7FD4-3DCE-D3C9E75A2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A377AB-21B2-D7F4-359C-E7DCAC853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035AE05-0EAD-0EAA-C781-262B36D08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1F27D7-6062-FEFA-5D39-DE977CA0B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D9CD5D-F8BD-FCAC-412A-6C565AB3C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1080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BADE68-098A-8FA0-011A-DDCC0446E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F531E54-B4E4-9FE4-35C7-A345DD2C6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E82AC35-D1A7-07F8-AAEA-8AAC98E30D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1A4A17C-B0D1-D2E8-0D3F-A4EC460FD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542A26-2DED-C3D8-D295-241441693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6214EDB-4AFD-3E90-5FAD-12CEBBBEF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96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A5242D-2C89-59E3-3018-8C84A2A82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D4B05B-80E4-5951-9407-2C71A9BE42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1395D0-2AB7-28E7-F8D4-55BEFF8DA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43E7B1-9F9C-5CA8-BEE5-83C18319A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C00663-52B1-8C50-CC15-3DDD38226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8382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6DAB530-519B-B7C5-AB4C-33F21A710A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AAE0CE7-D862-65E0-7BA7-CB058A866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FBB686-C258-A48F-39C2-2EB01F1F2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A19E73-07EA-91E3-D7BC-F1C091D1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62192D-2D1F-93B1-FAA1-AC0527251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61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291519E-4658-F35F-3CCE-91DB6DB47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FE4B8C-AD61-1C33-6338-C82C34A6F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C0A9B7-4E6F-3636-9804-1854107B8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BE8BC-B46D-4F73-8784-8E1ECAD8BDC7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599D12-8275-5234-FB47-2C62B8DD3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8A7963-2C4E-5338-CF95-C6135AA9C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F10C9B-162C-40D8-82B5-B9FA7EA0BB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253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649DF2F4-CF92-1334-76BC-0E9E359E3D2E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3108843" y="158958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2F8C378B-AE99-3101-14A1-3EBEF41AC630}"/>
              </a:ext>
            </a:extLst>
          </p:cNvPr>
          <p:cNvGrpSpPr>
            <a:grpSpLocks/>
          </p:cNvGrpSpPr>
          <p:nvPr/>
        </p:nvGrpSpPr>
        <p:grpSpPr bwMode="auto">
          <a:xfrm>
            <a:off x="7271268" y="1077326"/>
            <a:ext cx="104818" cy="901699"/>
            <a:chOff x="226" y="136"/>
            <a:chExt cx="48" cy="76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40DA6DA-A155-A369-0C28-3176E58ABFE5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ine 7">
              <a:extLst>
                <a:ext uri="{FF2B5EF4-FFF2-40B4-BE49-F238E27FC236}">
                  <a16:creationId xmlns:a16="http://schemas.microsoft.com/office/drawing/2014/main" id="{F204E778-6D92-145A-1009-A6632B8BB0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B190D7B-5EE9-29E3-8457-17D201897E6E}"/>
              </a:ext>
            </a:extLst>
          </p:cNvPr>
          <p:cNvGrpSpPr>
            <a:grpSpLocks/>
          </p:cNvGrpSpPr>
          <p:nvPr/>
        </p:nvGrpSpPr>
        <p:grpSpPr bwMode="auto">
          <a:xfrm>
            <a:off x="7245868" y="1864726"/>
            <a:ext cx="3883025" cy="76200"/>
            <a:chOff x="210" y="832"/>
            <a:chExt cx="2446" cy="4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D2B4ED9-324C-4C08-C626-C5DAF6E739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0">
              <a:extLst>
                <a:ext uri="{FF2B5EF4-FFF2-40B4-BE49-F238E27FC236}">
                  <a16:creationId xmlns:a16="http://schemas.microsoft.com/office/drawing/2014/main" id="{795C0729-1545-66F2-1F14-8ED23FF119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" name="Line 11">
            <a:extLst>
              <a:ext uri="{FF2B5EF4-FFF2-40B4-BE49-F238E27FC236}">
                <a16:creationId xmlns:a16="http://schemas.microsoft.com/office/drawing/2014/main" id="{F476B511-7100-A027-D934-A65334E05D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09368" y="1401176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2">
            <a:extLst>
              <a:ext uri="{FF2B5EF4-FFF2-40B4-BE49-F238E27FC236}">
                <a16:creationId xmlns:a16="http://schemas.microsoft.com/office/drawing/2014/main" id="{20CBEE8C-21C5-40C0-4386-34B5C403773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31681" y="1391651"/>
            <a:ext cx="1435100" cy="5111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3">
            <a:extLst>
              <a:ext uri="{FF2B5EF4-FFF2-40B4-BE49-F238E27FC236}">
                <a16:creationId xmlns:a16="http://schemas.microsoft.com/office/drawing/2014/main" id="{E0936474-8519-0551-B47F-0079468A90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66781" y="1401176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Rectangle 123">
            <a:extLst>
              <a:ext uri="{FF2B5EF4-FFF2-40B4-BE49-F238E27FC236}">
                <a16:creationId xmlns:a16="http://schemas.microsoft.com/office/drawing/2014/main" id="{6747E12A-616E-3699-36D7-4564492C53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3793" y="1625966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124" name="Rectangle 124">
            <a:extLst>
              <a:ext uri="{FF2B5EF4-FFF2-40B4-BE49-F238E27FC236}">
                <a16:creationId xmlns:a16="http://schemas.microsoft.com/office/drawing/2014/main" id="{919000E6-3D13-262F-3B75-917BE68B7A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768" y="194092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55" name="Group 155">
            <a:extLst>
              <a:ext uri="{FF2B5EF4-FFF2-40B4-BE49-F238E27FC236}">
                <a16:creationId xmlns:a16="http://schemas.microsoft.com/office/drawing/2014/main" id="{466193E8-8166-E0B0-EE24-E8DC9714958B}"/>
              </a:ext>
            </a:extLst>
          </p:cNvPr>
          <p:cNvGrpSpPr>
            <a:grpSpLocks/>
          </p:cNvGrpSpPr>
          <p:nvPr/>
        </p:nvGrpSpPr>
        <p:grpSpPr bwMode="auto">
          <a:xfrm>
            <a:off x="7298256" y="2337007"/>
            <a:ext cx="98425" cy="1584325"/>
            <a:chOff x="226" y="3082"/>
            <a:chExt cx="48" cy="776"/>
          </a:xfrm>
        </p:grpSpPr>
        <p:sp>
          <p:nvSpPr>
            <p:cNvPr id="156" name="Freeform 156">
              <a:extLst>
                <a:ext uri="{FF2B5EF4-FFF2-40B4-BE49-F238E27FC236}">
                  <a16:creationId xmlns:a16="http://schemas.microsoft.com/office/drawing/2014/main" id="{B519519B-241C-D6CC-B996-1D62867E2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7" name="Line 157">
              <a:extLst>
                <a:ext uri="{FF2B5EF4-FFF2-40B4-BE49-F238E27FC236}">
                  <a16:creationId xmlns:a16="http://schemas.microsoft.com/office/drawing/2014/main" id="{4DF89C00-8973-893C-74BD-EC5397E16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8" name="Group 158">
            <a:extLst>
              <a:ext uri="{FF2B5EF4-FFF2-40B4-BE49-F238E27FC236}">
                <a16:creationId xmlns:a16="http://schemas.microsoft.com/office/drawing/2014/main" id="{7FA2430D-FF63-4D6E-458C-C9CE96C2EFA1}"/>
              </a:ext>
            </a:extLst>
          </p:cNvPr>
          <p:cNvGrpSpPr>
            <a:grpSpLocks/>
          </p:cNvGrpSpPr>
          <p:nvPr/>
        </p:nvGrpSpPr>
        <p:grpSpPr bwMode="auto">
          <a:xfrm>
            <a:off x="7272856" y="3454607"/>
            <a:ext cx="3883025" cy="76200"/>
            <a:chOff x="210" y="3786"/>
            <a:chExt cx="2446" cy="48"/>
          </a:xfrm>
        </p:grpSpPr>
        <p:sp>
          <p:nvSpPr>
            <p:cNvPr id="159" name="Freeform 159">
              <a:extLst>
                <a:ext uri="{FF2B5EF4-FFF2-40B4-BE49-F238E27FC236}">
                  <a16:creationId xmlns:a16="http://schemas.microsoft.com/office/drawing/2014/main" id="{F5D1E8CF-9C00-A695-F441-B8F63728D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160">
              <a:extLst>
                <a:ext uri="{FF2B5EF4-FFF2-40B4-BE49-F238E27FC236}">
                  <a16:creationId xmlns:a16="http://schemas.microsoft.com/office/drawing/2014/main" id="{DD5BF54F-7AD9-A0D1-9843-F39C9834DB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4" name="Rectangle 164">
            <a:extLst>
              <a:ext uri="{FF2B5EF4-FFF2-40B4-BE49-F238E27FC236}">
                <a16:creationId xmlns:a16="http://schemas.microsoft.com/office/drawing/2014/main" id="{88DF992C-1443-FF83-680D-F6213E3E47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7193" y="2248200"/>
            <a:ext cx="19396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 err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 err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b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69" name="Rectangle 169">
            <a:extLst>
              <a:ext uri="{FF2B5EF4-FFF2-40B4-BE49-F238E27FC236}">
                <a16:creationId xmlns:a16="http://schemas.microsoft.com/office/drawing/2014/main" id="{F1CA2F38-CFB8-8DEB-525A-90798BC67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90781" y="3215847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>
              <a:latin typeface="Times New Roman" panose="02020603050405020304" pitchFamily="18" charset="0"/>
            </a:endParaRPr>
          </a:p>
        </p:txBody>
      </p:sp>
      <p:sp>
        <p:nvSpPr>
          <p:cNvPr id="170" name="Rectangle 170">
            <a:extLst>
              <a:ext uri="{FF2B5EF4-FFF2-40B4-BE49-F238E27FC236}">
                <a16:creationId xmlns:a16="http://schemas.microsoft.com/office/drawing/2014/main" id="{F8385C38-C6B0-1150-2E5E-E6B38B97F2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756" y="351810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1" name="Line 171">
            <a:extLst>
              <a:ext uri="{FF2B5EF4-FFF2-40B4-BE49-F238E27FC236}">
                <a16:creationId xmlns:a16="http://schemas.microsoft.com/office/drawing/2014/main" id="{E529A77D-BB27-B82C-7EE7-FF71B9B416A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8669" y="2629107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172">
            <a:extLst>
              <a:ext uri="{FF2B5EF4-FFF2-40B4-BE49-F238E27FC236}">
                <a16:creationId xmlns:a16="http://schemas.microsoft.com/office/drawing/2014/main" id="{E085F179-403A-AC52-0A57-31DBA97A8FFE}"/>
              </a:ext>
            </a:extLst>
          </p:cNvPr>
          <p:cNvSpPr>
            <a:spLocks noChangeShapeType="1"/>
          </p:cNvSpPr>
          <p:nvPr/>
        </p:nvSpPr>
        <p:spPr bwMode="auto">
          <a:xfrm>
            <a:off x="9495356" y="2629107"/>
            <a:ext cx="0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Line 173">
            <a:extLst>
              <a:ext uri="{FF2B5EF4-FFF2-40B4-BE49-F238E27FC236}">
                <a16:creationId xmlns:a16="http://schemas.microsoft.com/office/drawing/2014/main" id="{40DE076D-85F9-8DA4-A3D8-ED002AC8CA23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8668" y="2629107"/>
            <a:ext cx="14255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4" name="Text Box 174">
            <a:extLst>
              <a:ext uri="{FF2B5EF4-FFF2-40B4-BE49-F238E27FC236}">
                <a16:creationId xmlns:a16="http://schemas.microsoft.com/office/drawing/2014/main" id="{E9B07447-9C05-9B05-9BF7-9A36AE736D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6442" y="917574"/>
            <a:ext cx="30809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82" name="Line 284">
            <a:extLst>
              <a:ext uri="{FF2B5EF4-FFF2-40B4-BE49-F238E27FC236}">
                <a16:creationId xmlns:a16="http://schemas.microsoft.com/office/drawing/2014/main" id="{C860A70D-7F79-04C3-02DD-BC05A71E324B}"/>
              </a:ext>
            </a:extLst>
          </p:cNvPr>
          <p:cNvSpPr>
            <a:spLocks noChangeShapeType="1"/>
          </p:cNvSpPr>
          <p:nvPr/>
        </p:nvSpPr>
        <p:spPr bwMode="auto">
          <a:xfrm>
            <a:off x="7339531" y="2864057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285">
            <a:extLst>
              <a:ext uri="{FF2B5EF4-FFF2-40B4-BE49-F238E27FC236}">
                <a16:creationId xmlns:a16="http://schemas.microsoft.com/office/drawing/2014/main" id="{38B3CEA9-8C26-4448-8248-AB431942EDD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44381" y="2864057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Line 286">
            <a:extLst>
              <a:ext uri="{FF2B5EF4-FFF2-40B4-BE49-F238E27FC236}">
                <a16:creationId xmlns:a16="http://schemas.microsoft.com/office/drawing/2014/main" id="{38CDDBB0-0906-5651-67CF-83E6B2FE219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34855" y="3902282"/>
            <a:ext cx="1449387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6" name="Line 288">
            <a:extLst>
              <a:ext uri="{FF2B5EF4-FFF2-40B4-BE49-F238E27FC236}">
                <a16:creationId xmlns:a16="http://schemas.microsoft.com/office/drawing/2014/main" id="{8F2845FC-54ED-3BD3-5971-044553853EA0}"/>
              </a:ext>
            </a:extLst>
          </p:cNvPr>
          <p:cNvSpPr>
            <a:spLocks noChangeShapeType="1"/>
          </p:cNvSpPr>
          <p:nvPr/>
        </p:nvSpPr>
        <p:spPr bwMode="auto">
          <a:xfrm>
            <a:off x="9501706" y="2864057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7" name="Text Box 289">
            <a:extLst>
              <a:ext uri="{FF2B5EF4-FFF2-40B4-BE49-F238E27FC236}">
                <a16:creationId xmlns:a16="http://schemas.microsoft.com/office/drawing/2014/main" id="{DC2BBCA4-B1EF-0961-1B6D-A169E073A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0999" y="2176669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8" name="Text Box 290">
            <a:extLst>
              <a:ext uri="{FF2B5EF4-FFF2-40B4-BE49-F238E27FC236}">
                <a16:creationId xmlns:a16="http://schemas.microsoft.com/office/drawing/2014/main" id="{F89CA36C-6047-1FC4-CAB7-2D394881D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2236" y="2746583"/>
            <a:ext cx="32092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6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Object 292">
                <a:extLst>
                  <a:ext uri="{FF2B5EF4-FFF2-40B4-BE49-F238E27FC236}">
                    <a16:creationId xmlns:a16="http://schemas.microsoft.com/office/drawing/2014/main" id="{1AAA4467-DAEA-DDA9-2B4D-4975F423F538}"/>
                  </a:ext>
                </a:extLst>
              </p:cNvPr>
              <p:cNvSpPr txBox="1"/>
              <p:nvPr/>
            </p:nvSpPr>
            <p:spPr bwMode="auto">
              <a:xfrm>
                <a:off x="6795810" y="3625645"/>
                <a:ext cx="428625" cy="4683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9" name="Object 292">
                <a:extLst>
                  <a:ext uri="{FF2B5EF4-FFF2-40B4-BE49-F238E27FC236}">
                    <a16:creationId xmlns:a16="http://schemas.microsoft.com/office/drawing/2014/main" id="{1AAA4467-DAEA-DDA9-2B4D-4975F423F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95810" y="3625645"/>
                <a:ext cx="428625" cy="468312"/>
              </a:xfrm>
              <a:prstGeom prst="rect">
                <a:avLst/>
              </a:prstGeom>
              <a:blipFill>
                <a:blip r:embed="rId2"/>
                <a:stretch>
                  <a:fillRect r="-18571" b="-649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Line 293">
            <a:extLst>
              <a:ext uri="{FF2B5EF4-FFF2-40B4-BE49-F238E27FC236}">
                <a16:creationId xmlns:a16="http://schemas.microsoft.com/office/drawing/2014/main" id="{70470B9F-78AE-B647-E5C3-59263CC8035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39531" y="3883232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302">
            <a:extLst>
              <a:ext uri="{FF2B5EF4-FFF2-40B4-BE49-F238E27FC236}">
                <a16:creationId xmlns:a16="http://schemas.microsoft.com/office/drawing/2014/main" id="{0BF69296-17DC-F3BC-BFB6-7917E4D7F24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479649" y="2884695"/>
            <a:ext cx="15707" cy="1036637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5" name="Line 293">
            <a:extLst>
              <a:ext uri="{FF2B5EF4-FFF2-40B4-BE49-F238E27FC236}">
                <a16:creationId xmlns:a16="http://schemas.microsoft.com/office/drawing/2014/main" id="{3108FF70-38F3-161D-4C0C-725995F9F87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63343" y="2629107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Object 292">
                <a:extLst>
                  <a:ext uri="{FF2B5EF4-FFF2-40B4-BE49-F238E27FC236}">
                    <a16:creationId xmlns:a16="http://schemas.microsoft.com/office/drawing/2014/main" id="{2C00D534-A28A-5A43-6713-0493BEBEEAAD}"/>
                  </a:ext>
                </a:extLst>
              </p:cNvPr>
              <p:cNvSpPr txBox="1"/>
              <p:nvPr/>
            </p:nvSpPr>
            <p:spPr bwMode="auto">
              <a:xfrm>
                <a:off x="6578949" y="2295732"/>
                <a:ext cx="831934" cy="4683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fr-FR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236" name="Object 292">
                <a:extLst>
                  <a:ext uri="{FF2B5EF4-FFF2-40B4-BE49-F238E27FC236}">
                    <a16:creationId xmlns:a16="http://schemas.microsoft.com/office/drawing/2014/main" id="{2C00D534-A28A-5A43-6713-0493BEBEE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78949" y="2295732"/>
                <a:ext cx="831934" cy="468312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9" name="Group 125">
            <a:extLst>
              <a:ext uri="{FF2B5EF4-FFF2-40B4-BE49-F238E27FC236}">
                <a16:creationId xmlns:a16="http://schemas.microsoft.com/office/drawing/2014/main" id="{A1533C08-A6ED-C204-E964-AA080F347B20}"/>
              </a:ext>
            </a:extLst>
          </p:cNvPr>
          <p:cNvGrpSpPr>
            <a:grpSpLocks/>
          </p:cNvGrpSpPr>
          <p:nvPr/>
        </p:nvGrpSpPr>
        <p:grpSpPr bwMode="auto">
          <a:xfrm>
            <a:off x="1379262" y="1401175"/>
            <a:ext cx="69773" cy="885125"/>
            <a:chOff x="226" y="1089"/>
            <a:chExt cx="48" cy="768"/>
          </a:xfrm>
        </p:grpSpPr>
        <p:sp>
          <p:nvSpPr>
            <p:cNvPr id="240" name="Freeform 126">
              <a:extLst>
                <a:ext uri="{FF2B5EF4-FFF2-40B4-BE49-F238E27FC236}">
                  <a16:creationId xmlns:a16="http://schemas.microsoft.com/office/drawing/2014/main" id="{EBC1B3FA-6F3C-C271-7A1A-45A9259445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127">
              <a:extLst>
                <a:ext uri="{FF2B5EF4-FFF2-40B4-BE49-F238E27FC236}">
                  <a16:creationId xmlns:a16="http://schemas.microsoft.com/office/drawing/2014/main" id="{408B8D55-422B-F841-1845-F609EACC9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42" name="Group 128">
            <a:extLst>
              <a:ext uri="{FF2B5EF4-FFF2-40B4-BE49-F238E27FC236}">
                <a16:creationId xmlns:a16="http://schemas.microsoft.com/office/drawing/2014/main" id="{EC2F1958-BA4C-7EA7-CBA7-C487C3DFB743}"/>
              </a:ext>
            </a:extLst>
          </p:cNvPr>
          <p:cNvGrpSpPr>
            <a:grpSpLocks/>
          </p:cNvGrpSpPr>
          <p:nvPr/>
        </p:nvGrpSpPr>
        <p:grpSpPr bwMode="auto">
          <a:xfrm>
            <a:off x="1353862" y="2184701"/>
            <a:ext cx="3163888" cy="63500"/>
            <a:chOff x="210" y="1793"/>
            <a:chExt cx="1993" cy="40"/>
          </a:xfrm>
        </p:grpSpPr>
        <p:sp>
          <p:nvSpPr>
            <p:cNvPr id="243" name="Freeform 129">
              <a:extLst>
                <a:ext uri="{FF2B5EF4-FFF2-40B4-BE49-F238E27FC236}">
                  <a16:creationId xmlns:a16="http://schemas.microsoft.com/office/drawing/2014/main" id="{700FC624-3C90-F97A-C43B-34BAFB6B0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115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130">
              <a:extLst>
                <a:ext uri="{FF2B5EF4-FFF2-40B4-BE49-F238E27FC236}">
                  <a16:creationId xmlns:a16="http://schemas.microsoft.com/office/drawing/2014/main" id="{594AC16C-1F74-BF81-F1B8-02A4D5C0C6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1809"/>
              <a:ext cx="1911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45" name="Line 131">
            <a:extLst>
              <a:ext uri="{FF2B5EF4-FFF2-40B4-BE49-F238E27FC236}">
                <a16:creationId xmlns:a16="http://schemas.microsoft.com/office/drawing/2014/main" id="{AF628A1D-1A15-EFD8-2D95-9839287931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17362" y="1708451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6" name="Line 132">
            <a:extLst>
              <a:ext uri="{FF2B5EF4-FFF2-40B4-BE49-F238E27FC236}">
                <a16:creationId xmlns:a16="http://schemas.microsoft.com/office/drawing/2014/main" id="{EA916ABB-D2A1-7216-0422-313F6BDC9A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74775" y="1698926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7" name="Rectangle 133">
            <a:extLst>
              <a:ext uri="{FF2B5EF4-FFF2-40B4-BE49-F238E27FC236}">
                <a16:creationId xmlns:a16="http://schemas.microsoft.com/office/drawing/2014/main" id="{AB08929E-E3F3-955C-F41F-29906838D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249" y="1319824"/>
            <a:ext cx="203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70C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600" b="1" baseline="-25000" dirty="0">
                <a:solidFill>
                  <a:srgbClr val="0070C0"/>
                </a:solidFill>
                <a:latin typeface="Times" panose="02020603050405020304" pitchFamily="18" charset="0"/>
              </a:rPr>
              <a:t>1</a:t>
            </a:r>
            <a:endParaRPr lang="fr-FR" altLang="fr-FR" sz="1600" b="1" baseline="-25000" dirty="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48" name="Rectangle 135">
            <a:extLst>
              <a:ext uri="{FF2B5EF4-FFF2-40B4-BE49-F238E27FC236}">
                <a16:creationId xmlns:a16="http://schemas.microsoft.com/office/drawing/2014/main" id="{3BCDA85A-82AA-6F1B-2804-0655BCF51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6962" y="2273601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49" name="Rectangle 136">
            <a:extLst>
              <a:ext uri="{FF2B5EF4-FFF2-40B4-BE49-F238E27FC236}">
                <a16:creationId xmlns:a16="http://schemas.microsoft.com/office/drawing/2014/main" id="{0054BF5C-A2D5-0061-105E-75DAD0A74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3175" y="2238676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51" name="Rectangle 138">
            <a:extLst>
              <a:ext uri="{FF2B5EF4-FFF2-40B4-BE49-F238E27FC236}">
                <a16:creationId xmlns:a16="http://schemas.microsoft.com/office/drawing/2014/main" id="{C8A650DD-8E0C-1E4B-1CAB-F306BF91F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6468" y="1927524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52" name="Rectangle 139">
            <a:extLst>
              <a:ext uri="{FF2B5EF4-FFF2-40B4-BE49-F238E27FC236}">
                <a16:creationId xmlns:a16="http://schemas.microsoft.com/office/drawing/2014/main" id="{A2F8F108-F2D9-369E-42E0-A410255784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6712" y="2248201"/>
            <a:ext cx="10259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600">
              <a:latin typeface="Times New Roman" panose="02020603050405020304" pitchFamily="18" charset="0"/>
            </a:endParaRPr>
          </a:p>
        </p:txBody>
      </p:sp>
      <p:sp>
        <p:nvSpPr>
          <p:cNvPr id="253" name="Line 140">
            <a:extLst>
              <a:ext uri="{FF2B5EF4-FFF2-40B4-BE49-F238E27FC236}">
                <a16:creationId xmlns:a16="http://schemas.microsoft.com/office/drawing/2014/main" id="{1700DE18-CDE7-F8A3-62F9-0AF7B606FE4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9675" y="1717976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55" name="Group 142">
            <a:extLst>
              <a:ext uri="{FF2B5EF4-FFF2-40B4-BE49-F238E27FC236}">
                <a16:creationId xmlns:a16="http://schemas.microsoft.com/office/drawing/2014/main" id="{4AA95B72-D49A-DECA-8069-A692567FF03F}"/>
              </a:ext>
            </a:extLst>
          </p:cNvPr>
          <p:cNvGrpSpPr>
            <a:grpSpLocks/>
          </p:cNvGrpSpPr>
          <p:nvPr/>
        </p:nvGrpSpPr>
        <p:grpSpPr bwMode="auto">
          <a:xfrm>
            <a:off x="1379262" y="2578401"/>
            <a:ext cx="76200" cy="1219200"/>
            <a:chOff x="226" y="2041"/>
            <a:chExt cx="48" cy="768"/>
          </a:xfrm>
        </p:grpSpPr>
        <p:sp>
          <p:nvSpPr>
            <p:cNvPr id="256" name="Freeform 143">
              <a:extLst>
                <a:ext uri="{FF2B5EF4-FFF2-40B4-BE49-F238E27FC236}">
                  <a16:creationId xmlns:a16="http://schemas.microsoft.com/office/drawing/2014/main" id="{D7D7CD35-8CA3-101C-C2E0-20DE7DA1C870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Line 144">
              <a:extLst>
                <a:ext uri="{FF2B5EF4-FFF2-40B4-BE49-F238E27FC236}">
                  <a16:creationId xmlns:a16="http://schemas.microsoft.com/office/drawing/2014/main" id="{3749CD06-F81A-164A-89AA-5A96F9458E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1" name="Rectangle 148">
            <a:extLst>
              <a:ext uri="{FF2B5EF4-FFF2-40B4-BE49-F238E27FC236}">
                <a16:creationId xmlns:a16="http://schemas.microsoft.com/office/drawing/2014/main" id="{7C4F5A29-C7A2-7AB8-D8C5-423EBBBCC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3093" y="2501893"/>
            <a:ext cx="24078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FF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600" b="1" baseline="-25000" dirty="0">
                <a:solidFill>
                  <a:srgbClr val="FF0000"/>
                </a:solidFill>
                <a:latin typeface="Times" panose="02020603050405020304" pitchFamily="18" charset="0"/>
              </a:rPr>
              <a:t>2</a:t>
            </a:r>
            <a:endParaRPr lang="fr-FR" altLang="fr-FR" sz="1600" b="1" baseline="-2500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3" name="Rectangle 151">
            <a:extLst>
              <a:ext uri="{FF2B5EF4-FFF2-40B4-BE49-F238E27FC236}">
                <a16:creationId xmlns:a16="http://schemas.microsoft.com/office/drawing/2014/main" id="{9B37AC98-F082-1EB7-E3E9-685511DB7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3175" y="3667426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65" name="Rectangle 153">
            <a:extLst>
              <a:ext uri="{FF2B5EF4-FFF2-40B4-BE49-F238E27FC236}">
                <a16:creationId xmlns:a16="http://schemas.microsoft.com/office/drawing/2014/main" id="{24F522E3-1196-B816-42AE-ADB5E45BF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6318" y="3379048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66" name="Rectangle 154">
            <a:extLst>
              <a:ext uri="{FF2B5EF4-FFF2-40B4-BE49-F238E27FC236}">
                <a16:creationId xmlns:a16="http://schemas.microsoft.com/office/drawing/2014/main" id="{16A90199-4F79-E030-57CD-7B7BBA838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6712" y="3667426"/>
            <a:ext cx="10259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600">
              <a:latin typeface="Times New Roman" panose="02020603050405020304" pitchFamily="18" charset="0"/>
            </a:endParaRPr>
          </a:p>
        </p:txBody>
      </p:sp>
      <p:sp>
        <p:nvSpPr>
          <p:cNvPr id="267" name="Line 161">
            <a:extLst>
              <a:ext uri="{FF2B5EF4-FFF2-40B4-BE49-F238E27FC236}">
                <a16:creationId xmlns:a16="http://schemas.microsoft.com/office/drawing/2014/main" id="{D6E3E65B-E74A-3009-F492-3A80961EBCA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0149" y="2864151"/>
            <a:ext cx="1444625" cy="760413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8" name="Line 162">
            <a:extLst>
              <a:ext uri="{FF2B5EF4-FFF2-40B4-BE49-F238E27FC236}">
                <a16:creationId xmlns:a16="http://schemas.microsoft.com/office/drawing/2014/main" id="{B6EA4FCA-7C5B-B1B7-8AEF-AA54DB68C81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31737" y="2857801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9" name="Line 307">
            <a:extLst>
              <a:ext uri="{FF2B5EF4-FFF2-40B4-BE49-F238E27FC236}">
                <a16:creationId xmlns:a16="http://schemas.microsoft.com/office/drawing/2014/main" id="{31CE9676-FE3D-DB01-2B31-79F0424EDDA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57137" y="2186288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0" name="Line 308">
            <a:extLst>
              <a:ext uri="{FF2B5EF4-FFF2-40B4-BE49-F238E27FC236}">
                <a16:creationId xmlns:a16="http://schemas.microsoft.com/office/drawing/2014/main" id="{DC6E9BBF-C09F-1C4F-C83B-B808B2E27C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23712" y="3627738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1" name="Line 308">
            <a:extLst>
              <a:ext uri="{FF2B5EF4-FFF2-40B4-BE49-F238E27FC236}">
                <a16:creationId xmlns:a16="http://schemas.microsoft.com/office/drawing/2014/main" id="{DA944F07-42C7-E52D-A703-A2F128B168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65248" y="3621388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2" name="Group 128">
            <a:extLst>
              <a:ext uri="{FF2B5EF4-FFF2-40B4-BE49-F238E27FC236}">
                <a16:creationId xmlns:a16="http://schemas.microsoft.com/office/drawing/2014/main" id="{12FE6F76-270E-2E55-9708-005C6EB1F9E5}"/>
              </a:ext>
            </a:extLst>
          </p:cNvPr>
          <p:cNvGrpSpPr>
            <a:grpSpLocks/>
          </p:cNvGrpSpPr>
          <p:nvPr/>
        </p:nvGrpSpPr>
        <p:grpSpPr bwMode="auto">
          <a:xfrm>
            <a:off x="1341956" y="3603434"/>
            <a:ext cx="3163888" cy="63500"/>
            <a:chOff x="210" y="1793"/>
            <a:chExt cx="1993" cy="40"/>
          </a:xfrm>
        </p:grpSpPr>
        <p:sp>
          <p:nvSpPr>
            <p:cNvPr id="273" name="Freeform 129">
              <a:extLst>
                <a:ext uri="{FF2B5EF4-FFF2-40B4-BE49-F238E27FC236}">
                  <a16:creationId xmlns:a16="http://schemas.microsoft.com/office/drawing/2014/main" id="{A8032D76-A7F6-83A1-6769-AF88F4D0568D}"/>
                </a:ext>
              </a:extLst>
            </p:cNvPr>
            <p:cNvSpPr>
              <a:spLocks/>
            </p:cNvSpPr>
            <p:nvPr/>
          </p:nvSpPr>
          <p:spPr bwMode="auto">
            <a:xfrm>
              <a:off x="2115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Line 130">
              <a:extLst>
                <a:ext uri="{FF2B5EF4-FFF2-40B4-BE49-F238E27FC236}">
                  <a16:creationId xmlns:a16="http://schemas.microsoft.com/office/drawing/2014/main" id="{44E49F2B-8EC3-C173-A2D7-62E8379718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1809"/>
              <a:ext cx="1911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79" name="Rectangle 135">
            <a:extLst>
              <a:ext uri="{FF2B5EF4-FFF2-40B4-BE49-F238E27FC236}">
                <a16:creationId xmlns:a16="http://schemas.microsoft.com/office/drawing/2014/main" id="{7826E3F2-6950-44DC-B4F4-BFEDFDA8F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3931" y="3678445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80" name="Rectangle 135">
            <a:extLst>
              <a:ext uri="{FF2B5EF4-FFF2-40B4-BE49-F238E27FC236}">
                <a16:creationId xmlns:a16="http://schemas.microsoft.com/office/drawing/2014/main" id="{0092C05E-6D1C-BE3C-BA4E-58E4A3E6B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8051" y="1961701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81" name="Rectangle 136">
            <a:extLst>
              <a:ext uri="{FF2B5EF4-FFF2-40B4-BE49-F238E27FC236}">
                <a16:creationId xmlns:a16="http://schemas.microsoft.com/office/drawing/2014/main" id="{D74E72E5-875C-3B07-14C2-9203B3F07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4264" y="1936301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82" name="Rectangle 135">
            <a:extLst>
              <a:ext uri="{FF2B5EF4-FFF2-40B4-BE49-F238E27FC236}">
                <a16:creationId xmlns:a16="http://schemas.microsoft.com/office/drawing/2014/main" id="{9AFF5BB9-36BA-496A-862E-66C67B7667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3085" y="3532488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283" name="Rectangle 136">
            <a:extLst>
              <a:ext uri="{FF2B5EF4-FFF2-40B4-BE49-F238E27FC236}">
                <a16:creationId xmlns:a16="http://schemas.microsoft.com/office/drawing/2014/main" id="{D1BFFF10-663F-9FA0-5961-F3855C7DE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9298" y="3507088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2815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roup 125">
            <a:extLst>
              <a:ext uri="{FF2B5EF4-FFF2-40B4-BE49-F238E27FC236}">
                <a16:creationId xmlns:a16="http://schemas.microsoft.com/office/drawing/2014/main" id="{455F41F4-90A1-1E26-A150-C2C7EA49D139}"/>
              </a:ext>
            </a:extLst>
          </p:cNvPr>
          <p:cNvGrpSpPr>
            <a:grpSpLocks/>
          </p:cNvGrpSpPr>
          <p:nvPr/>
        </p:nvGrpSpPr>
        <p:grpSpPr bwMode="auto">
          <a:xfrm>
            <a:off x="929206" y="1571833"/>
            <a:ext cx="76200" cy="1219200"/>
            <a:chOff x="226" y="1089"/>
            <a:chExt cx="48" cy="768"/>
          </a:xfrm>
        </p:grpSpPr>
        <p:sp>
          <p:nvSpPr>
            <p:cNvPr id="203" name="Freeform 126">
              <a:extLst>
                <a:ext uri="{FF2B5EF4-FFF2-40B4-BE49-F238E27FC236}">
                  <a16:creationId xmlns:a16="http://schemas.microsoft.com/office/drawing/2014/main" id="{DB7D33BE-2D4E-838C-712C-2DF97E28B72B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Line 127">
              <a:extLst>
                <a:ext uri="{FF2B5EF4-FFF2-40B4-BE49-F238E27FC236}">
                  <a16:creationId xmlns:a16="http://schemas.microsoft.com/office/drawing/2014/main" id="{063F4711-0F90-0B03-6068-3289B78FF5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5" name="Group 128">
            <a:extLst>
              <a:ext uri="{FF2B5EF4-FFF2-40B4-BE49-F238E27FC236}">
                <a16:creationId xmlns:a16="http://schemas.microsoft.com/office/drawing/2014/main" id="{294B45E7-76F4-C3CC-586C-D5F999BB16F4}"/>
              </a:ext>
            </a:extLst>
          </p:cNvPr>
          <p:cNvGrpSpPr>
            <a:grpSpLocks/>
          </p:cNvGrpSpPr>
          <p:nvPr/>
        </p:nvGrpSpPr>
        <p:grpSpPr bwMode="auto">
          <a:xfrm>
            <a:off x="903806" y="2689433"/>
            <a:ext cx="3883025" cy="63500"/>
            <a:chOff x="210" y="1793"/>
            <a:chExt cx="2446" cy="40"/>
          </a:xfrm>
        </p:grpSpPr>
        <p:sp>
          <p:nvSpPr>
            <p:cNvPr id="206" name="Freeform 129">
              <a:extLst>
                <a:ext uri="{FF2B5EF4-FFF2-40B4-BE49-F238E27FC236}">
                  <a16:creationId xmlns:a16="http://schemas.microsoft.com/office/drawing/2014/main" id="{C9EF9710-F02C-F5BA-2107-38C386C1CB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7" name="Line 130">
              <a:extLst>
                <a:ext uri="{FF2B5EF4-FFF2-40B4-BE49-F238E27FC236}">
                  <a16:creationId xmlns:a16="http://schemas.microsoft.com/office/drawing/2014/main" id="{9681B4E0-808A-5F35-F5BE-DD47CADB3A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8" name="Line 131">
            <a:extLst>
              <a:ext uri="{FF2B5EF4-FFF2-40B4-BE49-F238E27FC236}">
                <a16:creationId xmlns:a16="http://schemas.microsoft.com/office/drawing/2014/main" id="{DE509FAA-771F-040A-AEFB-79DD574214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306" y="2213183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132">
            <a:extLst>
              <a:ext uri="{FF2B5EF4-FFF2-40B4-BE49-F238E27FC236}">
                <a16:creationId xmlns:a16="http://schemas.microsoft.com/office/drawing/2014/main" id="{2F104041-3CF3-2C77-33CE-20579DACF7F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4719" y="2203658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Rectangle 133">
            <a:extLst>
              <a:ext uri="{FF2B5EF4-FFF2-40B4-BE49-F238E27FC236}">
                <a16:creationId xmlns:a16="http://schemas.microsoft.com/office/drawing/2014/main" id="{76459D52-72BE-7A01-2747-E3B86F458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362" y="1560721"/>
            <a:ext cx="53736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Times" panose="02020603050405020304" pitchFamily="18" charset="0"/>
              </a:rPr>
              <a:t>1</a:t>
            </a:r>
            <a:endParaRPr lang="fr-FR" altLang="fr-FR" sz="1800" b="1" baseline="-2500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1" name="Rectangle 135">
            <a:extLst>
              <a:ext uri="{FF2B5EF4-FFF2-40B4-BE49-F238E27FC236}">
                <a16:creationId xmlns:a16="http://schemas.microsoft.com/office/drawing/2014/main" id="{A7645714-4406-A97B-4429-DF4F637F8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6906" y="277833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2" name="Rectangle 136">
            <a:extLst>
              <a:ext uri="{FF2B5EF4-FFF2-40B4-BE49-F238E27FC236}">
                <a16:creationId xmlns:a16="http://schemas.microsoft.com/office/drawing/2014/main" id="{A72BA46F-110B-9BDD-E67A-7CECB53B18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3119" y="271483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3" name="Rectangle 137">
            <a:extLst>
              <a:ext uri="{FF2B5EF4-FFF2-40B4-BE49-F238E27FC236}">
                <a16:creationId xmlns:a16="http://schemas.microsoft.com/office/drawing/2014/main" id="{BD5296D8-FA0B-8EE9-96CA-1817FD72D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7206" y="276563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4" name="Rectangle 138">
            <a:extLst>
              <a:ext uri="{FF2B5EF4-FFF2-40B4-BE49-F238E27FC236}">
                <a16:creationId xmlns:a16="http://schemas.microsoft.com/office/drawing/2014/main" id="{098F864B-6E33-8A89-ACCC-D53CE5ECD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1731" y="238463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Rectangle 139">
            <a:extLst>
              <a:ext uri="{FF2B5EF4-FFF2-40B4-BE49-F238E27FC236}">
                <a16:creationId xmlns:a16="http://schemas.microsoft.com/office/drawing/2014/main" id="{100B32AC-EA90-8192-2648-16EC1DB08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706" y="275293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6" name="Line 140">
            <a:extLst>
              <a:ext uri="{FF2B5EF4-FFF2-40B4-BE49-F238E27FC236}">
                <a16:creationId xmlns:a16="http://schemas.microsoft.com/office/drawing/2014/main" id="{1B12671F-F141-3C65-FFCA-04DEDEFFE121}"/>
              </a:ext>
            </a:extLst>
          </p:cNvPr>
          <p:cNvSpPr>
            <a:spLocks noChangeShapeType="1"/>
          </p:cNvSpPr>
          <p:nvPr/>
        </p:nvSpPr>
        <p:spPr bwMode="auto">
          <a:xfrm>
            <a:off x="1689619" y="2222708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141">
            <a:extLst>
              <a:ext uri="{FF2B5EF4-FFF2-40B4-BE49-F238E27FC236}">
                <a16:creationId xmlns:a16="http://schemas.microsoft.com/office/drawing/2014/main" id="{2F8F8184-258E-8CA7-0B42-5723B9A332B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47031" y="2203658"/>
            <a:ext cx="1588" cy="5111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18" name="Group 142">
            <a:extLst>
              <a:ext uri="{FF2B5EF4-FFF2-40B4-BE49-F238E27FC236}">
                <a16:creationId xmlns:a16="http://schemas.microsoft.com/office/drawing/2014/main" id="{95754935-F012-103B-AB8A-0AEBADCEDF46}"/>
              </a:ext>
            </a:extLst>
          </p:cNvPr>
          <p:cNvGrpSpPr>
            <a:grpSpLocks/>
          </p:cNvGrpSpPr>
          <p:nvPr/>
        </p:nvGrpSpPr>
        <p:grpSpPr bwMode="auto">
          <a:xfrm>
            <a:off x="929206" y="3083133"/>
            <a:ext cx="76200" cy="1219200"/>
            <a:chOff x="226" y="2041"/>
            <a:chExt cx="48" cy="768"/>
          </a:xfrm>
        </p:grpSpPr>
        <p:sp>
          <p:nvSpPr>
            <p:cNvPr id="219" name="Freeform 143">
              <a:extLst>
                <a:ext uri="{FF2B5EF4-FFF2-40B4-BE49-F238E27FC236}">
                  <a16:creationId xmlns:a16="http://schemas.microsoft.com/office/drawing/2014/main" id="{1B295DB6-3CF1-4FB8-84B0-5CD0188D8A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0" name="Line 144">
              <a:extLst>
                <a:ext uri="{FF2B5EF4-FFF2-40B4-BE49-F238E27FC236}">
                  <a16:creationId xmlns:a16="http://schemas.microsoft.com/office/drawing/2014/main" id="{89DE7338-51F0-E915-23E2-01F472CE4D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1" name="Group 145">
            <a:extLst>
              <a:ext uri="{FF2B5EF4-FFF2-40B4-BE49-F238E27FC236}">
                <a16:creationId xmlns:a16="http://schemas.microsoft.com/office/drawing/2014/main" id="{780D000C-CD79-89D9-066D-916BBA38BF9F}"/>
              </a:ext>
            </a:extLst>
          </p:cNvPr>
          <p:cNvGrpSpPr>
            <a:grpSpLocks/>
          </p:cNvGrpSpPr>
          <p:nvPr/>
        </p:nvGrpSpPr>
        <p:grpSpPr bwMode="auto">
          <a:xfrm>
            <a:off x="903806" y="4108658"/>
            <a:ext cx="3883025" cy="63500"/>
            <a:chOff x="210" y="2201"/>
            <a:chExt cx="2446" cy="40"/>
          </a:xfrm>
        </p:grpSpPr>
        <p:sp>
          <p:nvSpPr>
            <p:cNvPr id="222" name="Freeform 146">
              <a:extLst>
                <a:ext uri="{FF2B5EF4-FFF2-40B4-BE49-F238E27FC236}">
                  <a16:creationId xmlns:a16="http://schemas.microsoft.com/office/drawing/2014/main" id="{8FD679E3-3CF6-1538-E627-5D8103DB8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3" name="Line 147">
              <a:extLst>
                <a:ext uri="{FF2B5EF4-FFF2-40B4-BE49-F238E27FC236}">
                  <a16:creationId xmlns:a16="http://schemas.microsoft.com/office/drawing/2014/main" id="{638F6EFD-9FCA-FB7F-E4EA-A25644CCF6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4" name="Rectangle 148">
            <a:extLst>
              <a:ext uri="{FF2B5EF4-FFF2-40B4-BE49-F238E27FC236}">
                <a16:creationId xmlns:a16="http://schemas.microsoft.com/office/drawing/2014/main" id="{555B3637-5864-0E17-CCA2-295BC5BCE0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0019" y="3005304"/>
            <a:ext cx="123825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FF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FF0000"/>
                </a:solidFill>
                <a:latin typeface="Times" panose="02020603050405020304" pitchFamily="18" charset="0"/>
              </a:rPr>
              <a:t>2</a:t>
            </a:r>
            <a:endParaRPr lang="fr-FR" altLang="fr-FR" sz="1800" b="1" baseline="-2500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5" name="Rectangle 150">
            <a:extLst>
              <a:ext uri="{FF2B5EF4-FFF2-40B4-BE49-F238E27FC236}">
                <a16:creationId xmlns:a16="http://schemas.microsoft.com/office/drawing/2014/main" id="{0BF764AA-9B2A-481A-B1B1-E96CA4A36E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6906" y="419755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6" name="Rectangle 151">
            <a:extLst>
              <a:ext uri="{FF2B5EF4-FFF2-40B4-BE49-F238E27FC236}">
                <a16:creationId xmlns:a16="http://schemas.microsoft.com/office/drawing/2014/main" id="{8B673735-D05D-A219-3C6A-B8BFAAE654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3119" y="413405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7" name="Rectangle 152">
            <a:extLst>
              <a:ext uri="{FF2B5EF4-FFF2-40B4-BE49-F238E27FC236}">
                <a16:creationId xmlns:a16="http://schemas.microsoft.com/office/drawing/2014/main" id="{289F237C-39D4-0871-6251-6D2C7C711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7206" y="418485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8" name="Rectangle 153">
            <a:extLst>
              <a:ext uri="{FF2B5EF4-FFF2-40B4-BE49-F238E27FC236}">
                <a16:creationId xmlns:a16="http://schemas.microsoft.com/office/drawing/2014/main" id="{FD7666C7-2745-211B-3994-C648209D5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1731" y="380385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9" name="Rectangle 154">
            <a:extLst>
              <a:ext uri="{FF2B5EF4-FFF2-40B4-BE49-F238E27FC236}">
                <a16:creationId xmlns:a16="http://schemas.microsoft.com/office/drawing/2014/main" id="{87109C51-B306-C398-B372-74EF37D9A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706" y="417215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0" name="Line 161">
            <a:extLst>
              <a:ext uri="{FF2B5EF4-FFF2-40B4-BE49-F238E27FC236}">
                <a16:creationId xmlns:a16="http://schemas.microsoft.com/office/drawing/2014/main" id="{DEF8F0FA-AA18-0538-A038-2D64440478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680093" y="3368883"/>
            <a:ext cx="851075" cy="7397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1" name="Line 162">
            <a:extLst>
              <a:ext uri="{FF2B5EF4-FFF2-40B4-BE49-F238E27FC236}">
                <a16:creationId xmlns:a16="http://schemas.microsoft.com/office/drawing/2014/main" id="{4002D190-7C04-A263-8657-C79A00F57FD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681681" y="3362533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2" name="Line 307">
            <a:extLst>
              <a:ext uri="{FF2B5EF4-FFF2-40B4-BE49-F238E27FC236}">
                <a16:creationId xmlns:a16="http://schemas.microsoft.com/office/drawing/2014/main" id="{78E92997-CA48-C093-E4C4-E4034182BB1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07081" y="2691020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3" name="Line 308">
            <a:extLst>
              <a:ext uri="{FF2B5EF4-FFF2-40B4-BE49-F238E27FC236}">
                <a16:creationId xmlns:a16="http://schemas.microsoft.com/office/drawing/2014/main" id="{A4AB0D1C-4DA5-5E21-4C3D-D4F90452D4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73656" y="4132470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4" name="Line 308">
            <a:extLst>
              <a:ext uri="{FF2B5EF4-FFF2-40B4-BE49-F238E27FC236}">
                <a16:creationId xmlns:a16="http://schemas.microsoft.com/office/drawing/2014/main" id="{38B8859F-BD93-5AEC-E795-3393712872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31168" y="4126120"/>
            <a:ext cx="1299987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7510F9-39A6-8912-5829-A2A7253B7B65}"/>
              </a:ext>
            </a:extLst>
          </p:cNvPr>
          <p:cNvGrpSpPr>
            <a:grpSpLocks/>
          </p:cNvGrpSpPr>
          <p:nvPr/>
        </p:nvGrpSpPr>
        <p:grpSpPr bwMode="auto">
          <a:xfrm>
            <a:off x="7271268" y="1077326"/>
            <a:ext cx="104818" cy="901699"/>
            <a:chOff x="226" y="136"/>
            <a:chExt cx="48" cy="768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08CA96F-556A-3724-D6E4-3DC4765199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7">
              <a:extLst>
                <a:ext uri="{FF2B5EF4-FFF2-40B4-BE49-F238E27FC236}">
                  <a16:creationId xmlns:a16="http://schemas.microsoft.com/office/drawing/2014/main" id="{6797A2F8-5004-8F7F-E461-5CFA47327B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B40566-A46A-E4AF-1029-3CE015FE0ADF}"/>
              </a:ext>
            </a:extLst>
          </p:cNvPr>
          <p:cNvGrpSpPr>
            <a:grpSpLocks/>
          </p:cNvGrpSpPr>
          <p:nvPr/>
        </p:nvGrpSpPr>
        <p:grpSpPr bwMode="auto">
          <a:xfrm>
            <a:off x="7245868" y="1864726"/>
            <a:ext cx="3883025" cy="76200"/>
            <a:chOff x="210" y="832"/>
            <a:chExt cx="2446" cy="4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7159B68-C540-DC8B-4557-8857886EEC1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5214A1BC-6766-97F4-C277-DEF01A4FA3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Line 11">
            <a:extLst>
              <a:ext uri="{FF2B5EF4-FFF2-40B4-BE49-F238E27FC236}">
                <a16:creationId xmlns:a16="http://schemas.microsoft.com/office/drawing/2014/main" id="{C7501001-32F2-A036-D1D4-AA251B7C4A7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09368" y="1401176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>
            <a:extLst>
              <a:ext uri="{FF2B5EF4-FFF2-40B4-BE49-F238E27FC236}">
                <a16:creationId xmlns:a16="http://schemas.microsoft.com/office/drawing/2014/main" id="{9605BBC9-A3DB-87DE-9DEB-1B157369F1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31681" y="1391651"/>
            <a:ext cx="941434" cy="5111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>
            <a:extLst>
              <a:ext uri="{FF2B5EF4-FFF2-40B4-BE49-F238E27FC236}">
                <a16:creationId xmlns:a16="http://schemas.microsoft.com/office/drawing/2014/main" id="{8BAD41FB-58E1-9779-9209-77B8B7CB4D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66781" y="1401176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Rectangle 123">
            <a:extLst>
              <a:ext uri="{FF2B5EF4-FFF2-40B4-BE49-F238E27FC236}">
                <a16:creationId xmlns:a16="http://schemas.microsoft.com/office/drawing/2014/main" id="{D67A1BB5-6E76-A55A-7459-33A5C9865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3793" y="1625966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16" name="Rectangle 124">
            <a:extLst>
              <a:ext uri="{FF2B5EF4-FFF2-40B4-BE49-F238E27FC236}">
                <a16:creationId xmlns:a16="http://schemas.microsoft.com/office/drawing/2014/main" id="{988DC1BA-5D57-40A1-CB32-382A1CBAE8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768" y="194092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7" name="Group 155">
            <a:extLst>
              <a:ext uri="{FF2B5EF4-FFF2-40B4-BE49-F238E27FC236}">
                <a16:creationId xmlns:a16="http://schemas.microsoft.com/office/drawing/2014/main" id="{569781D7-5B03-AB05-C3B5-E985BD4D3AA0}"/>
              </a:ext>
            </a:extLst>
          </p:cNvPr>
          <p:cNvGrpSpPr>
            <a:grpSpLocks/>
          </p:cNvGrpSpPr>
          <p:nvPr/>
        </p:nvGrpSpPr>
        <p:grpSpPr bwMode="auto">
          <a:xfrm>
            <a:off x="7298256" y="2337007"/>
            <a:ext cx="98425" cy="1584325"/>
            <a:chOff x="226" y="3082"/>
            <a:chExt cx="48" cy="776"/>
          </a:xfrm>
        </p:grpSpPr>
        <p:sp>
          <p:nvSpPr>
            <p:cNvPr id="18" name="Freeform 156">
              <a:extLst>
                <a:ext uri="{FF2B5EF4-FFF2-40B4-BE49-F238E27FC236}">
                  <a16:creationId xmlns:a16="http://schemas.microsoft.com/office/drawing/2014/main" id="{1DAC5440-7281-18EE-307B-E58937E95F68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57">
              <a:extLst>
                <a:ext uri="{FF2B5EF4-FFF2-40B4-BE49-F238E27FC236}">
                  <a16:creationId xmlns:a16="http://schemas.microsoft.com/office/drawing/2014/main" id="{9B8B0557-1A2B-DD84-13FE-6A63E60820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 158">
            <a:extLst>
              <a:ext uri="{FF2B5EF4-FFF2-40B4-BE49-F238E27FC236}">
                <a16:creationId xmlns:a16="http://schemas.microsoft.com/office/drawing/2014/main" id="{EEB9EF64-5AFC-0E7F-B76E-0BD4D51F3E0A}"/>
              </a:ext>
            </a:extLst>
          </p:cNvPr>
          <p:cNvGrpSpPr>
            <a:grpSpLocks/>
          </p:cNvGrpSpPr>
          <p:nvPr/>
        </p:nvGrpSpPr>
        <p:grpSpPr bwMode="auto">
          <a:xfrm>
            <a:off x="7272856" y="3454607"/>
            <a:ext cx="3883025" cy="76200"/>
            <a:chOff x="210" y="3786"/>
            <a:chExt cx="2446" cy="48"/>
          </a:xfrm>
        </p:grpSpPr>
        <p:sp>
          <p:nvSpPr>
            <p:cNvPr id="21" name="Freeform 159">
              <a:extLst>
                <a:ext uri="{FF2B5EF4-FFF2-40B4-BE49-F238E27FC236}">
                  <a16:creationId xmlns:a16="http://schemas.microsoft.com/office/drawing/2014/main" id="{56C07240-FDF0-93D9-075B-09D9BB9AC3BD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0">
              <a:extLst>
                <a:ext uri="{FF2B5EF4-FFF2-40B4-BE49-F238E27FC236}">
                  <a16:creationId xmlns:a16="http://schemas.microsoft.com/office/drawing/2014/main" id="{982D8BE4-52B2-B274-9F72-4FC97F630A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" name="Rectangle 164">
            <a:extLst>
              <a:ext uri="{FF2B5EF4-FFF2-40B4-BE49-F238E27FC236}">
                <a16:creationId xmlns:a16="http://schemas.microsoft.com/office/drawing/2014/main" id="{AC776233-262D-F84B-D2E7-D9217ED9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7193" y="2248200"/>
            <a:ext cx="19396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 err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 err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b="1" baseline="-25000" dirty="0">
              <a:latin typeface="Times New Roman" panose="02020603050405020304" pitchFamily="18" charset="0"/>
            </a:endParaRPr>
          </a:p>
        </p:txBody>
      </p:sp>
      <p:sp>
        <p:nvSpPr>
          <p:cNvPr id="24" name="Rectangle 169">
            <a:extLst>
              <a:ext uri="{FF2B5EF4-FFF2-40B4-BE49-F238E27FC236}">
                <a16:creationId xmlns:a16="http://schemas.microsoft.com/office/drawing/2014/main" id="{50F61ECC-282D-CA70-86D8-54475279A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90781" y="3215847"/>
            <a:ext cx="5770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>
              <a:latin typeface="Times New Roman" panose="02020603050405020304" pitchFamily="18" charset="0"/>
            </a:endParaRPr>
          </a:p>
        </p:txBody>
      </p:sp>
      <p:sp>
        <p:nvSpPr>
          <p:cNvPr id="25" name="Rectangle 170">
            <a:extLst>
              <a:ext uri="{FF2B5EF4-FFF2-40B4-BE49-F238E27FC236}">
                <a16:creationId xmlns:a16="http://schemas.microsoft.com/office/drawing/2014/main" id="{53E59A92-7B9B-965C-4661-418041AC0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756" y="351810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Line 171">
            <a:extLst>
              <a:ext uri="{FF2B5EF4-FFF2-40B4-BE49-F238E27FC236}">
                <a16:creationId xmlns:a16="http://schemas.microsoft.com/office/drawing/2014/main" id="{51851A40-DF63-9640-802B-C40B14D94C2D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8669" y="2629107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172">
            <a:extLst>
              <a:ext uri="{FF2B5EF4-FFF2-40B4-BE49-F238E27FC236}">
                <a16:creationId xmlns:a16="http://schemas.microsoft.com/office/drawing/2014/main" id="{354EF437-228A-B5E9-9C32-BC36BA8BB1C4}"/>
              </a:ext>
            </a:extLst>
          </p:cNvPr>
          <p:cNvSpPr>
            <a:spLocks noChangeShapeType="1"/>
          </p:cNvSpPr>
          <p:nvPr/>
        </p:nvSpPr>
        <p:spPr bwMode="auto">
          <a:xfrm>
            <a:off x="8967266" y="2613867"/>
            <a:ext cx="0" cy="258017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173">
            <a:extLst>
              <a:ext uri="{FF2B5EF4-FFF2-40B4-BE49-F238E27FC236}">
                <a16:creationId xmlns:a16="http://schemas.microsoft.com/office/drawing/2014/main" id="{009B7E43-C06C-182B-A54C-716796492854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8668" y="2629107"/>
            <a:ext cx="8975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Text Box 174">
            <a:extLst>
              <a:ext uri="{FF2B5EF4-FFF2-40B4-BE49-F238E27FC236}">
                <a16:creationId xmlns:a16="http://schemas.microsoft.com/office/drawing/2014/main" id="{43B2D9B4-61BF-8771-AEC1-B2AE0973B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6442" y="917574"/>
            <a:ext cx="30809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30" name="Line 284">
            <a:extLst>
              <a:ext uri="{FF2B5EF4-FFF2-40B4-BE49-F238E27FC236}">
                <a16:creationId xmlns:a16="http://schemas.microsoft.com/office/drawing/2014/main" id="{56E9D1D7-8F32-5762-071B-44937FD656CF}"/>
              </a:ext>
            </a:extLst>
          </p:cNvPr>
          <p:cNvSpPr>
            <a:spLocks noChangeShapeType="1"/>
          </p:cNvSpPr>
          <p:nvPr/>
        </p:nvSpPr>
        <p:spPr bwMode="auto">
          <a:xfrm>
            <a:off x="7339531" y="2864057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85">
            <a:extLst>
              <a:ext uri="{FF2B5EF4-FFF2-40B4-BE49-F238E27FC236}">
                <a16:creationId xmlns:a16="http://schemas.microsoft.com/office/drawing/2014/main" id="{F06AC753-A3FB-6F7A-527B-B18C20E8E6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044381" y="2864057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6">
            <a:extLst>
              <a:ext uri="{FF2B5EF4-FFF2-40B4-BE49-F238E27FC236}">
                <a16:creationId xmlns:a16="http://schemas.microsoft.com/office/drawing/2014/main" id="{842E0D5C-75E4-6D86-B879-6B22B58EFD2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34856" y="3902282"/>
            <a:ext cx="921388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88">
            <a:extLst>
              <a:ext uri="{FF2B5EF4-FFF2-40B4-BE49-F238E27FC236}">
                <a16:creationId xmlns:a16="http://schemas.microsoft.com/office/drawing/2014/main" id="{894E1413-C8D4-10EB-73A2-72EB0DB53482}"/>
              </a:ext>
            </a:extLst>
          </p:cNvPr>
          <p:cNvSpPr>
            <a:spLocks noChangeShapeType="1"/>
          </p:cNvSpPr>
          <p:nvPr/>
        </p:nvSpPr>
        <p:spPr bwMode="auto">
          <a:xfrm>
            <a:off x="9501706" y="2864057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Text Box 289">
            <a:extLst>
              <a:ext uri="{FF2B5EF4-FFF2-40B4-BE49-F238E27FC236}">
                <a16:creationId xmlns:a16="http://schemas.microsoft.com/office/drawing/2014/main" id="{314AFD15-73AF-2E84-8055-656E8D27DD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0999" y="2176669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5" name="Text Box 290">
            <a:extLst>
              <a:ext uri="{FF2B5EF4-FFF2-40B4-BE49-F238E27FC236}">
                <a16:creationId xmlns:a16="http://schemas.microsoft.com/office/drawing/2014/main" id="{15C93BCA-80DE-14F8-A74F-D6066B9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2236" y="2746583"/>
            <a:ext cx="32092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6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bject 292">
                <a:extLst>
                  <a:ext uri="{FF2B5EF4-FFF2-40B4-BE49-F238E27FC236}">
                    <a16:creationId xmlns:a16="http://schemas.microsoft.com/office/drawing/2014/main" id="{F459A569-7638-D164-3DEC-8540D25E78C8}"/>
                  </a:ext>
                </a:extLst>
              </p:cNvPr>
              <p:cNvSpPr txBox="1"/>
              <p:nvPr/>
            </p:nvSpPr>
            <p:spPr bwMode="auto">
              <a:xfrm>
                <a:off x="6795810" y="3625645"/>
                <a:ext cx="428625" cy="4683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fr-FR" sz="1600" b="1" dirty="0"/>
              </a:p>
            </p:txBody>
          </p:sp>
        </mc:Choice>
        <mc:Fallback>
          <p:sp>
            <p:nvSpPr>
              <p:cNvPr id="36" name="Object 292">
                <a:extLst>
                  <a:ext uri="{FF2B5EF4-FFF2-40B4-BE49-F238E27FC236}">
                    <a16:creationId xmlns:a16="http://schemas.microsoft.com/office/drawing/2014/main" id="{F459A569-7638-D164-3DEC-8540D25E7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95810" y="3625645"/>
                <a:ext cx="428625" cy="468312"/>
              </a:xfrm>
              <a:prstGeom prst="rect">
                <a:avLst/>
              </a:prstGeom>
              <a:blipFill>
                <a:blip r:embed="rId2"/>
                <a:stretch>
                  <a:fillRect r="-18571" b="-649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Line 293">
            <a:extLst>
              <a:ext uri="{FF2B5EF4-FFF2-40B4-BE49-F238E27FC236}">
                <a16:creationId xmlns:a16="http://schemas.microsoft.com/office/drawing/2014/main" id="{6240CD20-EE44-915D-3566-1D33313E19D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39531" y="3883232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02">
            <a:extLst>
              <a:ext uri="{FF2B5EF4-FFF2-40B4-BE49-F238E27FC236}">
                <a16:creationId xmlns:a16="http://schemas.microsoft.com/office/drawing/2014/main" id="{08CCD34A-26EF-0FE5-E5E2-E286D52457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956243" y="3492706"/>
            <a:ext cx="0" cy="4286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293">
            <a:extLst>
              <a:ext uri="{FF2B5EF4-FFF2-40B4-BE49-F238E27FC236}">
                <a16:creationId xmlns:a16="http://schemas.microsoft.com/office/drawing/2014/main" id="{47ABE971-CF6B-1F1A-794F-0602BB73AFD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63343" y="2629107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bject 292">
                <a:extLst>
                  <a:ext uri="{FF2B5EF4-FFF2-40B4-BE49-F238E27FC236}">
                    <a16:creationId xmlns:a16="http://schemas.microsoft.com/office/drawing/2014/main" id="{7E0BFF2D-FB4A-E05D-76D0-2C46AA8C48F7}"/>
                  </a:ext>
                </a:extLst>
              </p:cNvPr>
              <p:cNvSpPr txBox="1"/>
              <p:nvPr/>
            </p:nvSpPr>
            <p:spPr bwMode="auto">
              <a:xfrm>
                <a:off x="6578949" y="2295732"/>
                <a:ext cx="831934" cy="4683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fr-FR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fr-FR" sz="1600" b="1" dirty="0"/>
              </a:p>
            </p:txBody>
          </p:sp>
        </mc:Choice>
        <mc:Fallback>
          <p:sp>
            <p:nvSpPr>
              <p:cNvPr id="40" name="Object 292">
                <a:extLst>
                  <a:ext uri="{FF2B5EF4-FFF2-40B4-BE49-F238E27FC236}">
                    <a16:creationId xmlns:a16="http://schemas.microsoft.com/office/drawing/2014/main" id="{7E0BFF2D-FB4A-E05D-76D0-2C46AA8C4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78949" y="2295732"/>
                <a:ext cx="831934" cy="468312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135">
            <a:extLst>
              <a:ext uri="{FF2B5EF4-FFF2-40B4-BE49-F238E27FC236}">
                <a16:creationId xmlns:a16="http://schemas.microsoft.com/office/drawing/2014/main" id="{6E00B715-3C68-1911-F2F6-053670A2F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8051" y="1961701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42" name="Rectangle 136">
            <a:extLst>
              <a:ext uri="{FF2B5EF4-FFF2-40B4-BE49-F238E27FC236}">
                <a16:creationId xmlns:a16="http://schemas.microsoft.com/office/drawing/2014/main" id="{9B637E57-016E-EA7E-C7FB-50BB8E3E9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4264" y="1936301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43" name="Rectangle 135">
            <a:extLst>
              <a:ext uri="{FF2B5EF4-FFF2-40B4-BE49-F238E27FC236}">
                <a16:creationId xmlns:a16="http://schemas.microsoft.com/office/drawing/2014/main" id="{476BD92F-F87B-1B02-09EE-EA569FBAA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3085" y="3532488"/>
            <a:ext cx="23243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α</a:t>
            </a: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44" name="Rectangle 136">
            <a:extLst>
              <a:ext uri="{FF2B5EF4-FFF2-40B4-BE49-F238E27FC236}">
                <a16:creationId xmlns:a16="http://schemas.microsoft.com/office/drawing/2014/main" id="{F324D766-08B3-4442-54F1-55C55AFD9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9298" y="3507088"/>
            <a:ext cx="12503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45" name="Line 12">
            <a:extLst>
              <a:ext uri="{FF2B5EF4-FFF2-40B4-BE49-F238E27FC236}">
                <a16:creationId xmlns:a16="http://schemas.microsoft.com/office/drawing/2014/main" id="{4F6D61F7-654D-B602-AE71-916E26E6F945}"/>
              </a:ext>
            </a:extLst>
          </p:cNvPr>
          <p:cNvSpPr>
            <a:spLocks noChangeShapeType="1"/>
          </p:cNvSpPr>
          <p:nvPr/>
        </p:nvSpPr>
        <p:spPr bwMode="auto">
          <a:xfrm>
            <a:off x="8956244" y="1894639"/>
            <a:ext cx="510537" cy="1837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286">
            <a:extLst>
              <a:ext uri="{FF2B5EF4-FFF2-40B4-BE49-F238E27FC236}">
                <a16:creationId xmlns:a16="http://schemas.microsoft.com/office/drawing/2014/main" id="{FA2E2196-39B3-FE47-BEA8-373D2912C43B}"/>
              </a:ext>
            </a:extLst>
          </p:cNvPr>
          <p:cNvSpPr>
            <a:spLocks noChangeShapeType="1"/>
          </p:cNvSpPr>
          <p:nvPr/>
        </p:nvSpPr>
        <p:spPr bwMode="auto">
          <a:xfrm>
            <a:off x="8943570" y="3478308"/>
            <a:ext cx="535912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285">
            <a:extLst>
              <a:ext uri="{FF2B5EF4-FFF2-40B4-BE49-F238E27FC236}">
                <a16:creationId xmlns:a16="http://schemas.microsoft.com/office/drawing/2014/main" id="{341D7EE8-99EE-E185-ECD4-1D0953DA7BEC}"/>
              </a:ext>
            </a:extLst>
          </p:cNvPr>
          <p:cNvSpPr>
            <a:spLocks noChangeShapeType="1"/>
          </p:cNvSpPr>
          <p:nvPr/>
        </p:nvSpPr>
        <p:spPr bwMode="auto">
          <a:xfrm>
            <a:off x="9474401" y="2864057"/>
            <a:ext cx="0" cy="628649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173">
            <a:extLst>
              <a:ext uri="{FF2B5EF4-FFF2-40B4-BE49-F238E27FC236}">
                <a16:creationId xmlns:a16="http://schemas.microsoft.com/office/drawing/2014/main" id="{0CBA74D6-3ECD-1C2E-36F2-AA352FBBF39B}"/>
              </a:ext>
            </a:extLst>
          </p:cNvPr>
          <p:cNvSpPr>
            <a:spLocks noChangeShapeType="1"/>
          </p:cNvSpPr>
          <p:nvPr/>
        </p:nvSpPr>
        <p:spPr bwMode="auto">
          <a:xfrm>
            <a:off x="8955476" y="2871884"/>
            <a:ext cx="51130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172">
            <a:extLst>
              <a:ext uri="{FF2B5EF4-FFF2-40B4-BE49-F238E27FC236}">
                <a16:creationId xmlns:a16="http://schemas.microsoft.com/office/drawing/2014/main" id="{1B6BDBCF-6B7C-C856-8BF5-6EDC6C88F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9483927" y="2872853"/>
            <a:ext cx="0" cy="634235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267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62</Words>
  <Application>Microsoft Office PowerPoint</Application>
  <PresentationFormat>Grand écran</PresentationFormat>
  <Paragraphs>50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Symbol</vt:lpstr>
      <vt:lpstr>Times</vt:lpstr>
      <vt:lpstr>Times New Roman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Alexis MARTIN</dc:creator>
  <cp:lastModifiedBy>Alexis MARTIN</cp:lastModifiedBy>
  <cp:revision>1</cp:revision>
  <dcterms:created xsi:type="dcterms:W3CDTF">2026-05-06T16:42:05Z</dcterms:created>
  <dcterms:modified xsi:type="dcterms:W3CDTF">2026-06-22T13:20:36Z</dcterms:modified>
</cp:coreProperties>
</file>