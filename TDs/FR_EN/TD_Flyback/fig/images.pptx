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3A2CE6-E822-49B7-ABE7-6062E5A36FD0}" v="146" dt="2026-05-06T16:57:10.9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966" y="-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is MARTIN" userId="ec32c3d9-5957-42d0-8757-996fd533d25b" providerId="ADAL" clId="{B76BE869-635B-4DC9-A437-AFDC8BC5A345}"/>
    <pc:docChg chg="custSel addSld modSld">
      <pc:chgData name="Alexis MARTIN" userId="ec32c3d9-5957-42d0-8757-996fd533d25b" providerId="ADAL" clId="{B76BE869-635B-4DC9-A437-AFDC8BC5A345}" dt="2026-05-06T16:57:10.938" v="195" actId="255"/>
      <pc:docMkLst>
        <pc:docMk/>
      </pc:docMkLst>
      <pc:sldChg chg="addSp delSp modSp new mod modAnim">
        <pc:chgData name="Alexis MARTIN" userId="ec32c3d9-5957-42d0-8757-996fd533d25b" providerId="ADAL" clId="{B76BE869-635B-4DC9-A437-AFDC8BC5A345}" dt="2026-05-06T16:57:10.938" v="195" actId="255"/>
        <pc:sldMkLst>
          <pc:docMk/>
          <pc:sldMk cId="2852815459" sldId="256"/>
        </pc:sldMkLst>
        <pc:spChg chg="del">
          <ac:chgData name="Alexis MARTIN" userId="ec32c3d9-5957-42d0-8757-996fd533d25b" providerId="ADAL" clId="{B76BE869-635B-4DC9-A437-AFDC8BC5A345}" dt="2026-05-06T16:42:12.282" v="1" actId="478"/>
          <ac:spMkLst>
            <pc:docMk/>
            <pc:sldMk cId="2852815459" sldId="256"/>
            <ac:spMk id="2" creationId="{E1D6FA20-3966-C591-9220-C8D4B1C96E78}"/>
          </ac:spMkLst>
        </pc:spChg>
        <pc:spChg chg="del">
          <ac:chgData name="Alexis MARTIN" userId="ec32c3d9-5957-42d0-8757-996fd533d25b" providerId="ADAL" clId="{B76BE869-635B-4DC9-A437-AFDC8BC5A345}" dt="2026-05-06T16:42:12.282" v="1" actId="478"/>
          <ac:spMkLst>
            <pc:docMk/>
            <pc:sldMk cId="2852815459" sldId="256"/>
            <ac:spMk id="3" creationId="{6D086C32-A884-E1EA-B3C4-2A29E5E577F7}"/>
          </ac:spMkLst>
        </pc:spChg>
        <pc:spChg chg="mod">
          <ac:chgData name="Alexis MARTIN" userId="ec32c3d9-5957-42d0-8757-996fd533d25b" providerId="ADAL" clId="{B76BE869-635B-4DC9-A437-AFDC8BC5A345}" dt="2026-05-06T16:56:19.260" v="175" actId="14100"/>
          <ac:spMkLst>
            <pc:docMk/>
            <pc:sldMk cId="2852815459" sldId="256"/>
            <ac:spMk id="6" creationId="{E40DA6DA-A155-A369-0C28-3176E58ABFE5}"/>
          </ac:spMkLst>
        </pc:spChg>
        <pc:spChg chg="mod">
          <ac:chgData name="Alexis MARTIN" userId="ec32c3d9-5957-42d0-8757-996fd533d25b" providerId="ADAL" clId="{B76BE869-635B-4DC9-A437-AFDC8BC5A345}" dt="2026-05-06T16:56:19.260" v="175" actId="14100"/>
          <ac:spMkLst>
            <pc:docMk/>
            <pc:sldMk cId="2852815459" sldId="256"/>
            <ac:spMk id="7" creationId="{F204E778-6D92-145A-1009-A6632B8BB00B}"/>
          </ac:spMkLst>
        </pc:spChg>
        <pc:spChg chg="mod">
          <ac:chgData name="Alexis MARTIN" userId="ec32c3d9-5957-42d0-8757-996fd533d25b" providerId="ADAL" clId="{B76BE869-635B-4DC9-A437-AFDC8BC5A345}" dt="2026-05-06T16:45:11.274" v="42" actId="1076"/>
          <ac:spMkLst>
            <pc:docMk/>
            <pc:sldMk cId="2852815459" sldId="256"/>
            <ac:spMk id="10" creationId="{795C0729-1545-66F2-1F14-8ED23FF119D6}"/>
          </ac:spMkLst>
        </pc:spChg>
        <pc:spChg chg="mod">
          <ac:chgData name="Alexis MARTIN" userId="ec32c3d9-5957-42d0-8757-996fd533d25b" providerId="ADAL" clId="{B76BE869-635B-4DC9-A437-AFDC8BC5A345}" dt="2026-05-06T16:45:11.274" v="42" actId="1076"/>
          <ac:spMkLst>
            <pc:docMk/>
            <pc:sldMk cId="2852815459" sldId="256"/>
            <ac:spMk id="11" creationId="{F476B511-7100-A027-D934-A65334E05D15}"/>
          </ac:spMkLst>
        </pc:spChg>
        <pc:spChg chg="mod">
          <ac:chgData name="Alexis MARTIN" userId="ec32c3d9-5957-42d0-8757-996fd533d25b" providerId="ADAL" clId="{B76BE869-635B-4DC9-A437-AFDC8BC5A345}" dt="2026-05-06T16:45:11.274" v="42" actId="1076"/>
          <ac:spMkLst>
            <pc:docMk/>
            <pc:sldMk cId="2852815459" sldId="256"/>
            <ac:spMk id="12" creationId="{20CBEE8C-21C5-40C0-4386-34B5C4037739}"/>
          </ac:spMkLst>
        </pc:spChg>
        <pc:spChg chg="mod">
          <ac:chgData name="Alexis MARTIN" userId="ec32c3d9-5957-42d0-8757-996fd533d25b" providerId="ADAL" clId="{B76BE869-635B-4DC9-A437-AFDC8BC5A345}" dt="2026-05-06T16:45:11.274" v="42" actId="1076"/>
          <ac:spMkLst>
            <pc:docMk/>
            <pc:sldMk cId="2852815459" sldId="256"/>
            <ac:spMk id="13" creationId="{E0936474-8519-0551-B47F-0079468A9012}"/>
          </ac:spMkLst>
        </pc:spChg>
        <pc:spChg chg="del mod">
          <ac:chgData name="Alexis MARTIN" userId="ec32c3d9-5957-42d0-8757-996fd533d25b" providerId="ADAL" clId="{B76BE869-635B-4DC9-A437-AFDC8BC5A345}" dt="2026-05-06T16:43:15.588" v="17"/>
          <ac:spMkLst>
            <pc:docMk/>
            <pc:sldMk cId="2852815459" sldId="256"/>
            <ac:spMk id="14" creationId="{69192839-0542-1C02-1BFE-D68AEE5D78AA}"/>
          </ac:spMkLst>
        </pc:spChg>
        <pc:spChg chg="del mod">
          <ac:chgData name="Alexis MARTIN" userId="ec32c3d9-5957-42d0-8757-996fd533d25b" providerId="ADAL" clId="{B76BE869-635B-4DC9-A437-AFDC8BC5A345}" dt="2026-05-06T16:43:15.588" v="15" actId="478"/>
          <ac:spMkLst>
            <pc:docMk/>
            <pc:sldMk cId="2852815459" sldId="256"/>
            <ac:spMk id="15" creationId="{68FD7184-298F-C789-4AD7-EDA3478D56E4}"/>
          </ac:spMkLst>
        </pc:spChg>
        <pc:spChg chg="del mod">
          <ac:chgData name="Alexis MARTIN" userId="ec32c3d9-5957-42d0-8757-996fd533d25b" providerId="ADAL" clId="{B76BE869-635B-4DC9-A437-AFDC8BC5A345}" dt="2026-05-06T16:54:09.754" v="142" actId="478"/>
          <ac:spMkLst>
            <pc:docMk/>
            <pc:sldMk cId="2852815459" sldId="256"/>
            <ac:spMk id="16" creationId="{BDDD386C-EA31-F76F-79FF-F2CD1A0387D1}"/>
          </ac:spMkLst>
        </pc:spChg>
        <pc:spChg chg="add del mod">
          <ac:chgData name="Alexis MARTIN" userId="ec32c3d9-5957-42d0-8757-996fd533d25b" providerId="ADAL" clId="{B76BE869-635B-4DC9-A437-AFDC8BC5A345}" dt="2026-05-06T16:54:09.754" v="142" actId="478"/>
          <ac:spMkLst>
            <pc:docMk/>
            <pc:sldMk cId="2852815459" sldId="256"/>
            <ac:spMk id="17" creationId="{79543A41-4833-5EFD-1660-C22D6E5912CB}"/>
          </ac:spMkLst>
        </pc:spChg>
        <pc:spChg chg="del mod">
          <ac:chgData name="Alexis MARTIN" userId="ec32c3d9-5957-42d0-8757-996fd533d25b" providerId="ADAL" clId="{B76BE869-635B-4DC9-A437-AFDC8BC5A345}" dt="2026-05-06T16:54:09.754" v="142" actId="478"/>
          <ac:spMkLst>
            <pc:docMk/>
            <pc:sldMk cId="2852815459" sldId="256"/>
            <ac:spMk id="18" creationId="{40CB0C5E-BE35-752D-0073-69769D2B7AA5}"/>
          </ac:spMkLst>
        </pc:spChg>
        <pc:spChg chg="mod">
          <ac:chgData name="Alexis MARTIN" userId="ec32c3d9-5957-42d0-8757-996fd533d25b" providerId="ADAL" clId="{B76BE869-635B-4DC9-A437-AFDC8BC5A345}" dt="2026-05-06T16:42:34.299" v="3" actId="1076"/>
          <ac:spMkLst>
            <pc:docMk/>
            <pc:sldMk cId="2852815459" sldId="256"/>
            <ac:spMk id="33" creationId="{8ACC7992-A631-0588-1A1E-8234964AC1A6}"/>
          </ac:spMkLst>
        </pc:spChg>
        <pc:spChg chg="mod">
          <ac:chgData name="Alexis MARTIN" userId="ec32c3d9-5957-42d0-8757-996fd533d25b" providerId="ADAL" clId="{B76BE869-635B-4DC9-A437-AFDC8BC5A345}" dt="2026-05-06T16:42:34.299" v="3" actId="1076"/>
          <ac:spMkLst>
            <pc:docMk/>
            <pc:sldMk cId="2852815459" sldId="256"/>
            <ac:spMk id="35" creationId="{6FE8E832-284F-24FC-EACD-0DB8226E78CA}"/>
          </ac:spMkLst>
        </pc:spChg>
        <pc:spChg chg="mod">
          <ac:chgData name="Alexis MARTIN" userId="ec32c3d9-5957-42d0-8757-996fd533d25b" providerId="ADAL" clId="{B76BE869-635B-4DC9-A437-AFDC8BC5A345}" dt="2026-05-06T16:42:34.299" v="3" actId="1076"/>
          <ac:spMkLst>
            <pc:docMk/>
            <pc:sldMk cId="2852815459" sldId="256"/>
            <ac:spMk id="48" creationId="{048D2F2A-92A9-996E-8F9E-74BA377A44EE}"/>
          </ac:spMkLst>
        </pc:spChg>
        <pc:spChg chg="mod">
          <ac:chgData name="Alexis MARTIN" userId="ec32c3d9-5957-42d0-8757-996fd533d25b" providerId="ADAL" clId="{B76BE869-635B-4DC9-A437-AFDC8BC5A345}" dt="2026-05-06T16:42:34.299" v="3" actId="1076"/>
          <ac:spMkLst>
            <pc:docMk/>
            <pc:sldMk cId="2852815459" sldId="256"/>
            <ac:spMk id="83" creationId="{9C38C5A3-66EA-30F2-FEBF-A3F57601F142}"/>
          </ac:spMkLst>
        </pc:spChg>
        <pc:spChg chg="mod">
          <ac:chgData name="Alexis MARTIN" userId="ec32c3d9-5957-42d0-8757-996fd533d25b" providerId="ADAL" clId="{B76BE869-635B-4DC9-A437-AFDC8BC5A345}" dt="2026-05-06T16:42:34.299" v="3" actId="1076"/>
          <ac:spMkLst>
            <pc:docMk/>
            <pc:sldMk cId="2852815459" sldId="256"/>
            <ac:spMk id="93" creationId="{4F20C314-C457-8C2E-221E-E25A7F263DF0}"/>
          </ac:spMkLst>
        </pc:spChg>
        <pc:spChg chg="mod">
          <ac:chgData name="Alexis MARTIN" userId="ec32c3d9-5957-42d0-8757-996fd533d25b" providerId="ADAL" clId="{B76BE869-635B-4DC9-A437-AFDC8BC5A345}" dt="2026-05-06T16:42:34.299" v="3" actId="1076"/>
          <ac:spMkLst>
            <pc:docMk/>
            <pc:sldMk cId="2852815459" sldId="256"/>
            <ac:spMk id="106" creationId="{4AD1CB85-DE71-6727-5603-9EC7A6D3A99A}"/>
          </ac:spMkLst>
        </pc:spChg>
        <pc:spChg chg="mod">
          <ac:chgData name="Alexis MARTIN" userId="ec32c3d9-5957-42d0-8757-996fd533d25b" providerId="ADAL" clId="{B76BE869-635B-4DC9-A437-AFDC8BC5A345}" dt="2026-05-06T16:42:34.299" v="3" actId="1076"/>
          <ac:spMkLst>
            <pc:docMk/>
            <pc:sldMk cId="2852815459" sldId="256"/>
            <ac:spMk id="120" creationId="{302B360D-7DEE-059F-FF65-F4C44BE3DD18}"/>
          </ac:spMkLst>
        </pc:spChg>
        <pc:spChg chg="mod">
          <ac:chgData name="Alexis MARTIN" userId="ec32c3d9-5957-42d0-8757-996fd533d25b" providerId="ADAL" clId="{B76BE869-635B-4DC9-A437-AFDC8BC5A345}" dt="2026-05-06T16:56:37.490" v="184" actId="255"/>
          <ac:spMkLst>
            <pc:docMk/>
            <pc:sldMk cId="2852815459" sldId="256"/>
            <ac:spMk id="123" creationId="{6747E12A-616E-3699-36D7-4564492C531D}"/>
          </ac:spMkLst>
        </pc:spChg>
        <pc:spChg chg="mod">
          <ac:chgData name="Alexis MARTIN" userId="ec32c3d9-5957-42d0-8757-996fd533d25b" providerId="ADAL" clId="{B76BE869-635B-4DC9-A437-AFDC8BC5A345}" dt="2026-05-06T16:45:11.274" v="42" actId="1076"/>
          <ac:spMkLst>
            <pc:docMk/>
            <pc:sldMk cId="2852815459" sldId="256"/>
            <ac:spMk id="124" creationId="{919000E6-3D13-262F-3B75-917BE68B7A54}"/>
          </ac:spMkLst>
        </pc:spChg>
        <pc:spChg chg="mod">
          <ac:chgData name="Alexis MARTIN" userId="ec32c3d9-5957-42d0-8757-996fd533d25b" providerId="ADAL" clId="{B76BE869-635B-4DC9-A437-AFDC8BC5A345}" dt="2026-05-06T16:42:34.299" v="3" actId="1076"/>
          <ac:spMkLst>
            <pc:docMk/>
            <pc:sldMk cId="2852815459" sldId="256"/>
            <ac:spMk id="126" creationId="{DB7D33BE-2D4E-838C-712C-2DF97E28B72B}"/>
          </ac:spMkLst>
        </pc:spChg>
        <pc:spChg chg="del">
          <ac:chgData name="Alexis MARTIN" userId="ec32c3d9-5957-42d0-8757-996fd533d25b" providerId="ADAL" clId="{B76BE869-635B-4DC9-A437-AFDC8BC5A345}" dt="2026-05-06T16:44:49.916" v="35" actId="21"/>
          <ac:spMkLst>
            <pc:docMk/>
            <pc:sldMk cId="2852815459" sldId="256"/>
            <ac:spMk id="132" creationId="{2F104041-3CF3-2C77-33CE-20579DACF7FB}"/>
          </ac:spMkLst>
        </pc:spChg>
        <pc:spChg chg="mod">
          <ac:chgData name="Alexis MARTIN" userId="ec32c3d9-5957-42d0-8757-996fd533d25b" providerId="ADAL" clId="{B76BE869-635B-4DC9-A437-AFDC8BC5A345}" dt="2026-05-06T16:44:02.669" v="29" actId="58"/>
          <ac:spMkLst>
            <pc:docMk/>
            <pc:sldMk cId="2852815459" sldId="256"/>
            <ac:spMk id="133" creationId="{76459D52-72BE-7A01-2747-E3B86F4584C6}"/>
          </ac:spMkLst>
        </pc:spChg>
        <pc:spChg chg="del">
          <ac:chgData name="Alexis MARTIN" userId="ec32c3d9-5957-42d0-8757-996fd533d25b" providerId="ADAL" clId="{B76BE869-635B-4DC9-A437-AFDC8BC5A345}" dt="2026-05-06T16:44:06.060" v="30" actId="478"/>
          <ac:spMkLst>
            <pc:docMk/>
            <pc:sldMk cId="2852815459" sldId="256"/>
            <ac:spMk id="134" creationId="{94EBA2BE-8AC3-1801-5B08-E6D9010CD3B8}"/>
          </ac:spMkLst>
        </pc:spChg>
        <pc:spChg chg="del">
          <ac:chgData name="Alexis MARTIN" userId="ec32c3d9-5957-42d0-8757-996fd533d25b" providerId="ADAL" clId="{B76BE869-635B-4DC9-A437-AFDC8BC5A345}" dt="2026-05-06T16:44:49.916" v="35" actId="21"/>
          <ac:spMkLst>
            <pc:docMk/>
            <pc:sldMk cId="2852815459" sldId="256"/>
            <ac:spMk id="136" creationId="{A72BA46F-110B-9BDD-E67A-7CECB53B1802}"/>
          </ac:spMkLst>
        </pc:spChg>
        <pc:spChg chg="del">
          <ac:chgData name="Alexis MARTIN" userId="ec32c3d9-5957-42d0-8757-996fd533d25b" providerId="ADAL" clId="{B76BE869-635B-4DC9-A437-AFDC8BC5A345}" dt="2026-05-06T16:44:49.916" v="35" actId="21"/>
          <ac:spMkLst>
            <pc:docMk/>
            <pc:sldMk cId="2852815459" sldId="256"/>
            <ac:spMk id="137" creationId="{BD5296D8-FA0B-8EE9-96CA-1817FD72D54C}"/>
          </ac:spMkLst>
        </pc:spChg>
        <pc:spChg chg="del">
          <ac:chgData name="Alexis MARTIN" userId="ec32c3d9-5957-42d0-8757-996fd533d25b" providerId="ADAL" clId="{B76BE869-635B-4DC9-A437-AFDC8BC5A345}" dt="2026-05-06T16:44:49.916" v="35" actId="21"/>
          <ac:spMkLst>
            <pc:docMk/>
            <pc:sldMk cId="2852815459" sldId="256"/>
            <ac:spMk id="138" creationId="{098F864B-6E33-8A89-ACCC-D53CE5ECDE76}"/>
          </ac:spMkLst>
        </pc:spChg>
        <pc:spChg chg="add del mod">
          <ac:chgData name="Alexis MARTIN" userId="ec32c3d9-5957-42d0-8757-996fd533d25b" providerId="ADAL" clId="{B76BE869-635B-4DC9-A437-AFDC8BC5A345}" dt="2026-05-06T16:43:52.937" v="26" actId="1076"/>
          <ac:spMkLst>
            <pc:docMk/>
            <pc:sldMk cId="2852815459" sldId="256"/>
            <ac:spMk id="148" creationId="{555B3637-5864-0E17-CCA2-295BC5BCE0EA}"/>
          </ac:spMkLst>
        </pc:spChg>
        <pc:spChg chg="del">
          <ac:chgData name="Alexis MARTIN" userId="ec32c3d9-5957-42d0-8757-996fd533d25b" providerId="ADAL" clId="{B76BE869-635B-4DC9-A437-AFDC8BC5A345}" dt="2026-05-06T16:43:50.167" v="25" actId="478"/>
          <ac:spMkLst>
            <pc:docMk/>
            <pc:sldMk cId="2852815459" sldId="256"/>
            <ac:spMk id="149" creationId="{B6D269C7-AB76-1848-27C2-826BB1789423}"/>
          </ac:spMkLst>
        </pc:spChg>
        <pc:spChg chg="del">
          <ac:chgData name="Alexis MARTIN" userId="ec32c3d9-5957-42d0-8757-996fd533d25b" providerId="ADAL" clId="{B76BE869-635B-4DC9-A437-AFDC8BC5A345}" dt="2026-05-06T16:44:49.916" v="35" actId="21"/>
          <ac:spMkLst>
            <pc:docMk/>
            <pc:sldMk cId="2852815459" sldId="256"/>
            <ac:spMk id="150" creationId="{0BF764AA-9B2A-481A-B1B1-E96CA4A36EC9}"/>
          </ac:spMkLst>
        </pc:spChg>
        <pc:spChg chg="del">
          <ac:chgData name="Alexis MARTIN" userId="ec32c3d9-5957-42d0-8757-996fd533d25b" providerId="ADAL" clId="{B76BE869-635B-4DC9-A437-AFDC8BC5A345}" dt="2026-05-06T16:44:49.916" v="35" actId="21"/>
          <ac:spMkLst>
            <pc:docMk/>
            <pc:sldMk cId="2852815459" sldId="256"/>
            <ac:spMk id="151" creationId="{8B673735-D05D-A219-3C6A-B8BFAAE654F9}"/>
          </ac:spMkLst>
        </pc:spChg>
        <pc:spChg chg="del">
          <ac:chgData name="Alexis MARTIN" userId="ec32c3d9-5957-42d0-8757-996fd533d25b" providerId="ADAL" clId="{B76BE869-635B-4DC9-A437-AFDC8BC5A345}" dt="2026-05-06T16:44:49.916" v="35" actId="21"/>
          <ac:spMkLst>
            <pc:docMk/>
            <pc:sldMk cId="2852815459" sldId="256"/>
            <ac:spMk id="153" creationId="{FD7666C7-2745-211B-3994-C648209D5817}"/>
          </ac:spMkLst>
        </pc:spChg>
        <pc:spChg chg="mod">
          <ac:chgData name="Alexis MARTIN" userId="ec32c3d9-5957-42d0-8757-996fd533d25b" providerId="ADAL" clId="{B76BE869-635B-4DC9-A437-AFDC8BC5A345}" dt="2026-05-06T16:55:52.411" v="171" actId="1035"/>
          <ac:spMkLst>
            <pc:docMk/>
            <pc:sldMk cId="2852815459" sldId="256"/>
            <ac:spMk id="157" creationId="{4DF89C00-8973-893C-74BD-EC5397E167F4}"/>
          </ac:spMkLst>
        </pc:spChg>
        <pc:spChg chg="mod">
          <ac:chgData name="Alexis MARTIN" userId="ec32c3d9-5957-42d0-8757-996fd533d25b" providerId="ADAL" clId="{B76BE869-635B-4DC9-A437-AFDC8BC5A345}" dt="2026-05-06T16:55:52.411" v="171" actId="1035"/>
          <ac:spMkLst>
            <pc:docMk/>
            <pc:sldMk cId="2852815459" sldId="256"/>
            <ac:spMk id="160" creationId="{DD5BF54F-7AD9-A0D1-9843-F39C9834DBD9}"/>
          </ac:spMkLst>
        </pc:spChg>
        <pc:spChg chg="del mod">
          <ac:chgData name="Alexis MARTIN" userId="ec32c3d9-5957-42d0-8757-996fd533d25b" providerId="ADAL" clId="{B76BE869-635B-4DC9-A437-AFDC8BC5A345}" dt="2026-05-06T16:44:49.916" v="35" actId="21"/>
          <ac:spMkLst>
            <pc:docMk/>
            <pc:sldMk cId="2852815459" sldId="256"/>
            <ac:spMk id="161" creationId="{DEF8F0FA-AA18-0538-A038-2D6444047804}"/>
          </ac:spMkLst>
        </pc:spChg>
        <pc:spChg chg="del">
          <ac:chgData name="Alexis MARTIN" userId="ec32c3d9-5957-42d0-8757-996fd533d25b" providerId="ADAL" clId="{B76BE869-635B-4DC9-A437-AFDC8BC5A345}" dt="2026-05-06T16:42:54.110" v="7" actId="478"/>
          <ac:spMkLst>
            <pc:docMk/>
            <pc:sldMk cId="2852815459" sldId="256"/>
            <ac:spMk id="163" creationId="{7754C862-20DC-C3E4-E104-1D76913D6AFF}"/>
          </ac:spMkLst>
        </pc:spChg>
        <pc:spChg chg="mod">
          <ac:chgData name="Alexis MARTIN" userId="ec32c3d9-5957-42d0-8757-996fd533d25b" providerId="ADAL" clId="{B76BE869-635B-4DC9-A437-AFDC8BC5A345}" dt="2026-05-06T16:56:10.969" v="174" actId="113"/>
          <ac:spMkLst>
            <pc:docMk/>
            <pc:sldMk cId="2852815459" sldId="256"/>
            <ac:spMk id="164" creationId="{88DF992C-1443-FF83-680D-F6213E3E474F}"/>
          </ac:spMkLst>
        </pc:spChg>
        <pc:spChg chg="del">
          <ac:chgData name="Alexis MARTIN" userId="ec32c3d9-5957-42d0-8757-996fd533d25b" providerId="ADAL" clId="{B76BE869-635B-4DC9-A437-AFDC8BC5A345}" dt="2026-05-06T16:44:14.442" v="31" actId="478"/>
          <ac:spMkLst>
            <pc:docMk/>
            <pc:sldMk cId="2852815459" sldId="256"/>
            <ac:spMk id="165" creationId="{5B45A207-3344-0A09-CB90-E978579846BB}"/>
          </ac:spMkLst>
        </pc:spChg>
        <pc:spChg chg="del mod">
          <ac:chgData name="Alexis MARTIN" userId="ec32c3d9-5957-42d0-8757-996fd533d25b" providerId="ADAL" clId="{B76BE869-635B-4DC9-A437-AFDC8BC5A345}" dt="2026-05-06T16:54:05.488" v="141" actId="478"/>
          <ac:spMkLst>
            <pc:docMk/>
            <pc:sldMk cId="2852815459" sldId="256"/>
            <ac:spMk id="166" creationId="{77F0501A-6248-C77D-BD31-114EBBA19981}"/>
          </ac:spMkLst>
        </pc:spChg>
        <pc:spChg chg="del">
          <ac:chgData name="Alexis MARTIN" userId="ec32c3d9-5957-42d0-8757-996fd533d25b" providerId="ADAL" clId="{B76BE869-635B-4DC9-A437-AFDC8BC5A345}" dt="2026-05-06T16:54:05.488" v="141" actId="478"/>
          <ac:spMkLst>
            <pc:docMk/>
            <pc:sldMk cId="2852815459" sldId="256"/>
            <ac:spMk id="167" creationId="{D3AF2583-9E1F-1C27-87C1-AC3B15C0377B}"/>
          </ac:spMkLst>
        </pc:spChg>
        <pc:spChg chg="del mod">
          <ac:chgData name="Alexis MARTIN" userId="ec32c3d9-5957-42d0-8757-996fd533d25b" providerId="ADAL" clId="{B76BE869-635B-4DC9-A437-AFDC8BC5A345}" dt="2026-05-06T16:54:05.488" v="141" actId="478"/>
          <ac:spMkLst>
            <pc:docMk/>
            <pc:sldMk cId="2852815459" sldId="256"/>
            <ac:spMk id="168" creationId="{155FEA70-F7B8-7074-6914-AAE23CB936D8}"/>
          </ac:spMkLst>
        </pc:spChg>
        <pc:spChg chg="mod">
          <ac:chgData name="Alexis MARTIN" userId="ec32c3d9-5957-42d0-8757-996fd533d25b" providerId="ADAL" clId="{B76BE869-635B-4DC9-A437-AFDC8BC5A345}" dt="2026-05-06T16:56:37.490" v="184" actId="255"/>
          <ac:spMkLst>
            <pc:docMk/>
            <pc:sldMk cId="2852815459" sldId="256"/>
            <ac:spMk id="169" creationId="{F1CA2F38-CFB8-8DEB-525A-90798BC671AA}"/>
          </ac:spMkLst>
        </pc:spChg>
        <pc:spChg chg="mod">
          <ac:chgData name="Alexis MARTIN" userId="ec32c3d9-5957-42d0-8757-996fd533d25b" providerId="ADAL" clId="{B76BE869-635B-4DC9-A437-AFDC8BC5A345}" dt="2026-05-06T16:55:52.411" v="171" actId="1035"/>
          <ac:spMkLst>
            <pc:docMk/>
            <pc:sldMk cId="2852815459" sldId="256"/>
            <ac:spMk id="170" creationId="{F8385C38-C6B0-1150-2E5E-E6B38B97F2F4}"/>
          </ac:spMkLst>
        </pc:spChg>
        <pc:spChg chg="mod">
          <ac:chgData name="Alexis MARTIN" userId="ec32c3d9-5957-42d0-8757-996fd533d25b" providerId="ADAL" clId="{B76BE869-635B-4DC9-A437-AFDC8BC5A345}" dt="2026-05-06T16:55:52.411" v="171" actId="1035"/>
          <ac:spMkLst>
            <pc:docMk/>
            <pc:sldMk cId="2852815459" sldId="256"/>
            <ac:spMk id="172" creationId="{E085F179-403A-AC52-0A57-31DBA97A8FFE}"/>
          </ac:spMkLst>
        </pc:spChg>
        <pc:spChg chg="mod">
          <ac:chgData name="Alexis MARTIN" userId="ec32c3d9-5957-42d0-8757-996fd533d25b" providerId="ADAL" clId="{B76BE869-635B-4DC9-A437-AFDC8BC5A345}" dt="2026-05-06T16:45:53.823" v="50" actId="14100"/>
          <ac:spMkLst>
            <pc:docMk/>
            <pc:sldMk cId="2852815459" sldId="256"/>
            <ac:spMk id="173" creationId="{40DE076D-85F9-8DA4-A3D8-ED002AC8CA23}"/>
          </ac:spMkLst>
        </pc:spChg>
        <pc:spChg chg="mod">
          <ac:chgData name="Alexis MARTIN" userId="ec32c3d9-5957-42d0-8757-996fd533d25b" providerId="ADAL" clId="{B76BE869-635B-4DC9-A437-AFDC8BC5A345}" dt="2026-05-06T16:56:22.943" v="176" actId="1076"/>
          <ac:spMkLst>
            <pc:docMk/>
            <pc:sldMk cId="2852815459" sldId="256"/>
            <ac:spMk id="174" creationId="{E9B07447-9C05-9B05-9BF7-9A36AE736D2C}"/>
          </ac:spMkLst>
        </pc:spChg>
        <pc:spChg chg="del mod">
          <ac:chgData name="Alexis MARTIN" userId="ec32c3d9-5957-42d0-8757-996fd533d25b" providerId="ADAL" clId="{B76BE869-635B-4DC9-A437-AFDC8BC5A345}" dt="2026-05-06T16:45:49.924" v="49" actId="478"/>
          <ac:spMkLst>
            <pc:docMk/>
            <pc:sldMk cId="2852815459" sldId="256"/>
            <ac:spMk id="181" creationId="{574AB99C-911C-D087-4078-FC4CF3145346}"/>
          </ac:spMkLst>
        </pc:spChg>
        <pc:spChg chg="mod">
          <ac:chgData name="Alexis MARTIN" userId="ec32c3d9-5957-42d0-8757-996fd533d25b" providerId="ADAL" clId="{B76BE869-635B-4DC9-A437-AFDC8BC5A345}" dt="2026-05-06T16:55:52.411" v="171" actId="1035"/>
          <ac:spMkLst>
            <pc:docMk/>
            <pc:sldMk cId="2852815459" sldId="256"/>
            <ac:spMk id="182" creationId="{C860A70D-7F79-04C3-02DD-BC05A71E324B}"/>
          </ac:spMkLst>
        </pc:spChg>
        <pc:spChg chg="mod">
          <ac:chgData name="Alexis MARTIN" userId="ec32c3d9-5957-42d0-8757-996fd533d25b" providerId="ADAL" clId="{B76BE869-635B-4DC9-A437-AFDC8BC5A345}" dt="2026-05-06T16:46:01.499" v="53" actId="14100"/>
          <ac:spMkLst>
            <pc:docMk/>
            <pc:sldMk cId="2852815459" sldId="256"/>
            <ac:spMk id="184" creationId="{38CDDBB0-0906-5651-67CF-83E6B2FE219B}"/>
          </ac:spMkLst>
        </pc:spChg>
        <pc:spChg chg="del">
          <ac:chgData name="Alexis MARTIN" userId="ec32c3d9-5957-42d0-8757-996fd533d25b" providerId="ADAL" clId="{B76BE869-635B-4DC9-A437-AFDC8BC5A345}" dt="2026-05-06T16:45:57.893" v="51" actId="478"/>
          <ac:spMkLst>
            <pc:docMk/>
            <pc:sldMk cId="2852815459" sldId="256"/>
            <ac:spMk id="185" creationId="{60E54FAE-841D-3255-9661-78A0206BD7ED}"/>
          </ac:spMkLst>
        </pc:spChg>
        <pc:spChg chg="mod">
          <ac:chgData name="Alexis MARTIN" userId="ec32c3d9-5957-42d0-8757-996fd533d25b" providerId="ADAL" clId="{B76BE869-635B-4DC9-A437-AFDC8BC5A345}" dt="2026-05-06T16:55:52.411" v="171" actId="1035"/>
          <ac:spMkLst>
            <pc:docMk/>
            <pc:sldMk cId="2852815459" sldId="256"/>
            <ac:spMk id="186" creationId="{8F2845FC-54ED-3BD3-5971-044553853EA0}"/>
          </ac:spMkLst>
        </pc:spChg>
        <pc:spChg chg="mod">
          <ac:chgData name="Alexis MARTIN" userId="ec32c3d9-5957-42d0-8757-996fd533d25b" providerId="ADAL" clId="{B76BE869-635B-4DC9-A437-AFDC8BC5A345}" dt="2026-05-06T16:45:38.645" v="45" actId="1076"/>
          <ac:spMkLst>
            <pc:docMk/>
            <pc:sldMk cId="2852815459" sldId="256"/>
            <ac:spMk id="187" creationId="{DC2BBCA4-B1EF-0961-1B6D-A169E073AACD}"/>
          </ac:spMkLst>
        </pc:spChg>
        <pc:spChg chg="mod">
          <ac:chgData name="Alexis MARTIN" userId="ec32c3d9-5957-42d0-8757-996fd533d25b" providerId="ADAL" clId="{B76BE869-635B-4DC9-A437-AFDC8BC5A345}" dt="2026-05-06T16:57:10.938" v="195" actId="255"/>
          <ac:spMkLst>
            <pc:docMk/>
            <pc:sldMk cId="2852815459" sldId="256"/>
            <ac:spMk id="188" creationId="{F89CA36C-6047-1FC4-CAB7-2D394881D8BD}"/>
          </ac:spMkLst>
        </pc:spChg>
        <pc:spChg chg="add mod">
          <ac:chgData name="Alexis MARTIN" userId="ec32c3d9-5957-42d0-8757-996fd533d25b" providerId="ADAL" clId="{B76BE869-635B-4DC9-A437-AFDC8BC5A345}" dt="2026-05-06T16:57:04.783" v="193" actId="1076"/>
          <ac:spMkLst>
            <pc:docMk/>
            <pc:sldMk cId="2852815459" sldId="256"/>
            <ac:spMk id="189" creationId="{1AAA4467-DAEA-DDA9-2B4D-4975F423F538}"/>
          </ac:spMkLst>
        </pc:spChg>
        <pc:spChg chg="mod">
          <ac:chgData name="Alexis MARTIN" userId="ec32c3d9-5957-42d0-8757-996fd533d25b" providerId="ADAL" clId="{B76BE869-635B-4DC9-A437-AFDC8BC5A345}" dt="2026-05-06T16:55:52.411" v="171" actId="1035"/>
          <ac:spMkLst>
            <pc:docMk/>
            <pc:sldMk cId="2852815459" sldId="256"/>
            <ac:spMk id="190" creationId="{70470B9F-78AE-B647-E5C3-59263CC8035D}"/>
          </ac:spMkLst>
        </pc:spChg>
        <pc:spChg chg="del">
          <ac:chgData name="Alexis MARTIN" userId="ec32c3d9-5957-42d0-8757-996fd533d25b" providerId="ADAL" clId="{B76BE869-635B-4DC9-A437-AFDC8BC5A345}" dt="2026-05-06T16:42:50.705" v="6" actId="478"/>
          <ac:spMkLst>
            <pc:docMk/>
            <pc:sldMk cId="2852815459" sldId="256"/>
            <ac:spMk id="191" creationId="{F40A4691-2074-D62C-E08B-80C426AEBFF0}"/>
          </ac:spMkLst>
        </pc:spChg>
        <pc:spChg chg="del">
          <ac:chgData name="Alexis MARTIN" userId="ec32c3d9-5957-42d0-8757-996fd533d25b" providerId="ADAL" clId="{B76BE869-635B-4DC9-A437-AFDC8BC5A345}" dt="2026-05-06T16:42:45.701" v="4" actId="478"/>
          <ac:spMkLst>
            <pc:docMk/>
            <pc:sldMk cId="2852815459" sldId="256"/>
            <ac:spMk id="192" creationId="{E938DA71-D467-12E1-7D14-4B19B2328BEC}"/>
          </ac:spMkLst>
        </pc:spChg>
        <pc:spChg chg="add del mod">
          <ac:chgData name="Alexis MARTIN" userId="ec32c3d9-5957-42d0-8757-996fd533d25b" providerId="ADAL" clId="{B76BE869-635B-4DC9-A437-AFDC8BC5A345}" dt="2026-05-06T16:53:57.767" v="140" actId="478"/>
          <ac:spMkLst>
            <pc:docMk/>
            <pc:sldMk cId="2852815459" sldId="256"/>
            <ac:spMk id="193" creationId="{1C52EF94-70A5-3A4F-DFF3-866FEE7A19A7}"/>
          </ac:spMkLst>
        </pc:spChg>
        <pc:spChg chg="del">
          <ac:chgData name="Alexis MARTIN" userId="ec32c3d9-5957-42d0-8757-996fd533d25b" providerId="ADAL" clId="{B76BE869-635B-4DC9-A437-AFDC8BC5A345}" dt="2026-05-06T16:53:57.767" v="140" actId="478"/>
          <ac:spMkLst>
            <pc:docMk/>
            <pc:sldMk cId="2852815459" sldId="256"/>
            <ac:spMk id="194" creationId="{CD38DAC7-3E3E-92E6-8671-F951E3481EB8}"/>
          </ac:spMkLst>
        </pc:spChg>
        <pc:spChg chg="mod">
          <ac:chgData name="Alexis MARTIN" userId="ec32c3d9-5957-42d0-8757-996fd533d25b" providerId="ADAL" clId="{B76BE869-635B-4DC9-A437-AFDC8BC5A345}" dt="2026-05-06T16:46:17.432" v="57" actId="1076"/>
          <ac:spMkLst>
            <pc:docMk/>
            <pc:sldMk cId="2852815459" sldId="256"/>
            <ac:spMk id="195" creationId="{0BF69296-17DC-F3BC-BFB6-7917E4D7F247}"/>
          </ac:spMkLst>
        </pc:spChg>
        <pc:spChg chg="del">
          <ac:chgData name="Alexis MARTIN" userId="ec32c3d9-5957-42d0-8757-996fd533d25b" providerId="ADAL" clId="{B76BE869-635B-4DC9-A437-AFDC8BC5A345}" dt="2026-05-06T16:45:58.622" v="52" actId="478"/>
          <ac:spMkLst>
            <pc:docMk/>
            <pc:sldMk cId="2852815459" sldId="256"/>
            <ac:spMk id="196" creationId="{C473BDAF-90BC-DBF3-99DC-85605DC76BF2}"/>
          </ac:spMkLst>
        </pc:spChg>
        <pc:spChg chg="del mod">
          <ac:chgData name="Alexis MARTIN" userId="ec32c3d9-5957-42d0-8757-996fd533d25b" providerId="ADAL" clId="{B76BE869-635B-4DC9-A437-AFDC8BC5A345}" dt="2026-05-06T16:45:47.993" v="48" actId="478"/>
          <ac:spMkLst>
            <pc:docMk/>
            <pc:sldMk cId="2852815459" sldId="256"/>
            <ac:spMk id="197" creationId="{6A40C456-1BCE-FB21-05A9-D48878B64D1A}"/>
          </ac:spMkLst>
        </pc:spChg>
        <pc:spChg chg="del mod">
          <ac:chgData name="Alexis MARTIN" userId="ec32c3d9-5957-42d0-8757-996fd533d25b" providerId="ADAL" clId="{B76BE869-635B-4DC9-A437-AFDC8BC5A345}" dt="2026-05-06T16:45:45.480" v="46" actId="478"/>
          <ac:spMkLst>
            <pc:docMk/>
            <pc:sldMk cId="2852815459" sldId="256"/>
            <ac:spMk id="198" creationId="{87A8A421-1ACA-18D2-1710-84FBE915EFD8}"/>
          </ac:spMkLst>
        </pc:spChg>
        <pc:spChg chg="del">
          <ac:chgData name="Alexis MARTIN" userId="ec32c3d9-5957-42d0-8757-996fd533d25b" providerId="ADAL" clId="{B76BE869-635B-4DC9-A437-AFDC8BC5A345}" dt="2026-05-06T16:44:49.916" v="35" actId="21"/>
          <ac:spMkLst>
            <pc:docMk/>
            <pc:sldMk cId="2852815459" sldId="256"/>
            <ac:spMk id="199" creationId="{78E92997-CA48-C093-E4C4-E4034182BB16}"/>
          </ac:spMkLst>
        </pc:spChg>
        <pc:spChg chg="add del mod">
          <ac:chgData name="Alexis MARTIN" userId="ec32c3d9-5957-42d0-8757-996fd533d25b" providerId="ADAL" clId="{B76BE869-635B-4DC9-A437-AFDC8BC5A345}" dt="2026-05-06T16:44:49.916" v="35" actId="21"/>
          <ac:spMkLst>
            <pc:docMk/>
            <pc:sldMk cId="2852815459" sldId="256"/>
            <ac:spMk id="201" creationId="{38B8859F-BD93-5AEC-E795-33937128723A}"/>
          </ac:spMkLst>
        </pc:spChg>
        <pc:spChg chg="mod">
          <ac:chgData name="Alexis MARTIN" userId="ec32c3d9-5957-42d0-8757-996fd533d25b" providerId="ADAL" clId="{B76BE869-635B-4DC9-A437-AFDC8BC5A345}" dt="2026-05-06T16:45:03.129" v="39" actId="1076"/>
          <ac:spMkLst>
            <pc:docMk/>
            <pc:sldMk cId="2852815459" sldId="256"/>
            <ac:spMk id="204" creationId="{063F4711-0F90-0B03-6068-3289B78FF552}"/>
          </ac:spMkLst>
        </pc:spChg>
        <pc:spChg chg="del">
          <ac:chgData name="Alexis MARTIN" userId="ec32c3d9-5957-42d0-8757-996fd533d25b" providerId="ADAL" clId="{B76BE869-635B-4DC9-A437-AFDC8BC5A345}" dt="2026-05-06T16:45:04.026" v="40" actId="21"/>
          <ac:spMkLst>
            <pc:docMk/>
            <pc:sldMk cId="2852815459" sldId="256"/>
            <ac:spMk id="211" creationId="{A7645714-4406-A97B-4429-DF4F637F85F9}"/>
          </ac:spMkLst>
        </pc:spChg>
        <pc:spChg chg="add del mod">
          <ac:chgData name="Alexis MARTIN" userId="ec32c3d9-5957-42d0-8757-996fd533d25b" providerId="ADAL" clId="{B76BE869-635B-4DC9-A437-AFDC8BC5A345}" dt="2026-05-06T16:45:04.026" v="40" actId="21"/>
          <ac:spMkLst>
            <pc:docMk/>
            <pc:sldMk cId="2852815459" sldId="256"/>
            <ac:spMk id="212" creationId="{A72BA46F-110B-9BDD-E67A-7CECB53B1802}"/>
          </ac:spMkLst>
        </pc:spChg>
        <pc:spChg chg="del">
          <ac:chgData name="Alexis MARTIN" userId="ec32c3d9-5957-42d0-8757-996fd533d25b" providerId="ADAL" clId="{B76BE869-635B-4DC9-A437-AFDC8BC5A345}" dt="2026-05-06T16:45:04.026" v="40" actId="21"/>
          <ac:spMkLst>
            <pc:docMk/>
            <pc:sldMk cId="2852815459" sldId="256"/>
            <ac:spMk id="215" creationId="{100B32AC-EA90-8192-2648-16EC1DB088FB}"/>
          </ac:spMkLst>
        </pc:spChg>
        <pc:spChg chg="add del mod">
          <ac:chgData name="Alexis MARTIN" userId="ec32c3d9-5957-42d0-8757-996fd533d25b" providerId="ADAL" clId="{B76BE869-635B-4DC9-A437-AFDC8BC5A345}" dt="2026-05-06T16:45:04.026" v="40" actId="21"/>
          <ac:spMkLst>
            <pc:docMk/>
            <pc:sldMk cId="2852815459" sldId="256"/>
            <ac:spMk id="216" creationId="{1B12671F-F141-3C65-FFCA-04DEDEFFE121}"/>
          </ac:spMkLst>
        </pc:spChg>
        <pc:spChg chg="mod">
          <ac:chgData name="Alexis MARTIN" userId="ec32c3d9-5957-42d0-8757-996fd533d25b" providerId="ADAL" clId="{B76BE869-635B-4DC9-A437-AFDC8BC5A345}" dt="2026-05-06T16:45:03.129" v="39" actId="1076"/>
          <ac:spMkLst>
            <pc:docMk/>
            <pc:sldMk cId="2852815459" sldId="256"/>
            <ac:spMk id="219" creationId="{1B295DB6-3CF1-4FB8-84B0-5CD0188D8A23}"/>
          </ac:spMkLst>
        </pc:spChg>
        <pc:spChg chg="mod">
          <ac:chgData name="Alexis MARTIN" userId="ec32c3d9-5957-42d0-8757-996fd533d25b" providerId="ADAL" clId="{B76BE869-635B-4DC9-A437-AFDC8BC5A345}" dt="2026-05-06T16:45:03.129" v="39" actId="1076"/>
          <ac:spMkLst>
            <pc:docMk/>
            <pc:sldMk cId="2852815459" sldId="256"/>
            <ac:spMk id="220" creationId="{89DE7338-51F0-E915-23E2-01F472CE4DA8}"/>
          </ac:spMkLst>
        </pc:spChg>
        <pc:spChg chg="add del mod">
          <ac:chgData name="Alexis MARTIN" userId="ec32c3d9-5957-42d0-8757-996fd533d25b" providerId="ADAL" clId="{B76BE869-635B-4DC9-A437-AFDC8BC5A345}" dt="2026-05-06T16:45:04.026" v="40" actId="21"/>
          <ac:spMkLst>
            <pc:docMk/>
            <pc:sldMk cId="2852815459" sldId="256"/>
            <ac:spMk id="225" creationId="{0BF764AA-9B2A-481A-B1B1-E96CA4A36EC9}"/>
          </ac:spMkLst>
        </pc:spChg>
        <pc:spChg chg="del">
          <ac:chgData name="Alexis MARTIN" userId="ec32c3d9-5957-42d0-8757-996fd533d25b" providerId="ADAL" clId="{B76BE869-635B-4DC9-A437-AFDC8BC5A345}" dt="2026-05-06T16:45:04.026" v="40" actId="21"/>
          <ac:spMkLst>
            <pc:docMk/>
            <pc:sldMk cId="2852815459" sldId="256"/>
            <ac:spMk id="227" creationId="{289F237C-39D4-0871-6251-6D2C7C711642}"/>
          </ac:spMkLst>
        </pc:spChg>
        <pc:spChg chg="add del mod">
          <ac:chgData name="Alexis MARTIN" userId="ec32c3d9-5957-42d0-8757-996fd533d25b" providerId="ADAL" clId="{B76BE869-635B-4DC9-A437-AFDC8BC5A345}" dt="2026-05-06T16:45:04.026" v="40" actId="21"/>
          <ac:spMkLst>
            <pc:docMk/>
            <pc:sldMk cId="2852815459" sldId="256"/>
            <ac:spMk id="228" creationId="{FD7666C7-2745-211B-3994-C648209D5817}"/>
          </ac:spMkLst>
        </pc:spChg>
        <pc:spChg chg="add del mod">
          <ac:chgData name="Alexis MARTIN" userId="ec32c3d9-5957-42d0-8757-996fd533d25b" providerId="ADAL" clId="{B76BE869-635B-4DC9-A437-AFDC8BC5A345}" dt="2026-05-06T16:45:04.026" v="40" actId="21"/>
          <ac:spMkLst>
            <pc:docMk/>
            <pc:sldMk cId="2852815459" sldId="256"/>
            <ac:spMk id="229" creationId="{87109C51-B306-C398-B372-74EF37D9A6D8}"/>
          </ac:spMkLst>
        </pc:spChg>
        <pc:spChg chg="add del mod">
          <ac:chgData name="Alexis MARTIN" userId="ec32c3d9-5957-42d0-8757-996fd533d25b" providerId="ADAL" clId="{B76BE869-635B-4DC9-A437-AFDC8BC5A345}" dt="2026-05-06T16:45:04.026" v="40" actId="21"/>
          <ac:spMkLst>
            <pc:docMk/>
            <pc:sldMk cId="2852815459" sldId="256"/>
            <ac:spMk id="231" creationId="{4002D190-7C04-A263-8657-C79A00F57FDE}"/>
          </ac:spMkLst>
        </pc:spChg>
        <pc:spChg chg="add del mod">
          <ac:chgData name="Alexis MARTIN" userId="ec32c3d9-5957-42d0-8757-996fd533d25b" providerId="ADAL" clId="{B76BE869-635B-4DC9-A437-AFDC8BC5A345}" dt="2026-05-06T16:45:04.026" v="40" actId="21"/>
          <ac:spMkLst>
            <pc:docMk/>
            <pc:sldMk cId="2852815459" sldId="256"/>
            <ac:spMk id="233" creationId="{A4AB0D1C-4DA5-5E21-4C3D-D4F90452D456}"/>
          </ac:spMkLst>
        </pc:spChg>
        <pc:spChg chg="add mod">
          <ac:chgData name="Alexis MARTIN" userId="ec32c3d9-5957-42d0-8757-996fd533d25b" providerId="ADAL" clId="{B76BE869-635B-4DC9-A437-AFDC8BC5A345}" dt="2026-05-06T16:55:52.411" v="171" actId="1035"/>
          <ac:spMkLst>
            <pc:docMk/>
            <pc:sldMk cId="2852815459" sldId="256"/>
            <ac:spMk id="235" creationId="{3108FF70-38F3-161D-4C0C-725995F9F872}"/>
          </ac:spMkLst>
        </pc:spChg>
        <pc:spChg chg="add mod">
          <ac:chgData name="Alexis MARTIN" userId="ec32c3d9-5957-42d0-8757-996fd533d25b" providerId="ADAL" clId="{B76BE869-635B-4DC9-A437-AFDC8BC5A345}" dt="2026-05-06T16:56:51.491" v="187" actId="1076"/>
          <ac:spMkLst>
            <pc:docMk/>
            <pc:sldMk cId="2852815459" sldId="256"/>
            <ac:spMk id="236" creationId="{2C00D534-A28A-5A43-6713-0493BEBEEAAD}"/>
          </ac:spMkLst>
        </pc:spChg>
        <pc:spChg chg="mod">
          <ac:chgData name="Alexis MARTIN" userId="ec32c3d9-5957-42d0-8757-996fd533d25b" providerId="ADAL" clId="{B76BE869-635B-4DC9-A437-AFDC8BC5A345}" dt="2026-05-06T16:51:20.167" v="138" actId="14100"/>
          <ac:spMkLst>
            <pc:docMk/>
            <pc:sldMk cId="2852815459" sldId="256"/>
            <ac:spMk id="240" creationId="{EBC1B3FA-6F3C-C271-7A1A-45A925944524}"/>
          </ac:spMkLst>
        </pc:spChg>
        <pc:spChg chg="mod">
          <ac:chgData name="Alexis MARTIN" userId="ec32c3d9-5957-42d0-8757-996fd533d25b" providerId="ADAL" clId="{B76BE869-635B-4DC9-A437-AFDC8BC5A345}" dt="2026-05-06T16:51:20.167" v="138" actId="14100"/>
          <ac:spMkLst>
            <pc:docMk/>
            <pc:sldMk cId="2852815459" sldId="256"/>
            <ac:spMk id="241" creationId="{408B8D55-422B-F841-1845-F609EACC9402}"/>
          </ac:spMkLst>
        </pc:spChg>
        <pc:spChg chg="mod">
          <ac:chgData name="Alexis MARTIN" userId="ec32c3d9-5957-42d0-8757-996fd533d25b" providerId="ADAL" clId="{B76BE869-635B-4DC9-A437-AFDC8BC5A345}" dt="2026-05-06T16:47:52.792" v="80" actId="1076"/>
          <ac:spMkLst>
            <pc:docMk/>
            <pc:sldMk cId="2852815459" sldId="256"/>
            <ac:spMk id="243" creationId="{700FC624-3C90-F97A-C43B-34BAFB6B0124}"/>
          </ac:spMkLst>
        </pc:spChg>
        <pc:spChg chg="mod">
          <ac:chgData name="Alexis MARTIN" userId="ec32c3d9-5957-42d0-8757-996fd533d25b" providerId="ADAL" clId="{B76BE869-635B-4DC9-A437-AFDC8BC5A345}" dt="2026-05-06T16:47:57.574" v="81" actId="14100"/>
          <ac:spMkLst>
            <pc:docMk/>
            <pc:sldMk cId="2852815459" sldId="256"/>
            <ac:spMk id="244" creationId="{594AC16C-1F74-BF81-F1B8-02A4D5C0C680}"/>
          </ac:spMkLst>
        </pc:spChg>
        <pc:spChg chg="add mod">
          <ac:chgData name="Alexis MARTIN" userId="ec32c3d9-5957-42d0-8757-996fd533d25b" providerId="ADAL" clId="{B76BE869-635B-4DC9-A437-AFDC8BC5A345}" dt="2026-05-06T16:47:31.752" v="77" actId="1076"/>
          <ac:spMkLst>
            <pc:docMk/>
            <pc:sldMk cId="2852815459" sldId="256"/>
            <ac:spMk id="246" creationId="{EA916ABB-D2A1-7216-0422-313F6BDC9AE8}"/>
          </ac:spMkLst>
        </pc:spChg>
        <pc:spChg chg="add mod">
          <ac:chgData name="Alexis MARTIN" userId="ec32c3d9-5957-42d0-8757-996fd533d25b" providerId="ADAL" clId="{B76BE869-635B-4DC9-A437-AFDC8BC5A345}" dt="2026-05-06T16:51:22.967" v="139" actId="1076"/>
          <ac:spMkLst>
            <pc:docMk/>
            <pc:sldMk cId="2852815459" sldId="256"/>
            <ac:spMk id="247" creationId="{AB08929E-E3F3-955C-F41F-29906838DE8E}"/>
          </ac:spMkLst>
        </pc:spChg>
        <pc:spChg chg="mod">
          <ac:chgData name="Alexis MARTIN" userId="ec32c3d9-5957-42d0-8757-996fd533d25b" providerId="ADAL" clId="{B76BE869-635B-4DC9-A437-AFDC8BC5A345}" dt="2026-05-06T16:49:41.138" v="112" actId="255"/>
          <ac:spMkLst>
            <pc:docMk/>
            <pc:sldMk cId="2852815459" sldId="256"/>
            <ac:spMk id="248" creationId="{3BCDA85A-82AA-6F1B-2804-0655BCF511B1}"/>
          </ac:spMkLst>
        </pc:spChg>
        <pc:spChg chg="add mod">
          <ac:chgData name="Alexis MARTIN" userId="ec32c3d9-5957-42d0-8757-996fd533d25b" providerId="ADAL" clId="{B76BE869-635B-4DC9-A437-AFDC8BC5A345}" dt="2026-05-06T16:54:43.245" v="159" actId="1036"/>
          <ac:spMkLst>
            <pc:docMk/>
            <pc:sldMk cId="2852815459" sldId="256"/>
            <ac:spMk id="249" creationId="{0054BF5C-A2D5-0061-105E-75DAD0A74ECA}"/>
          </ac:spMkLst>
        </pc:spChg>
        <pc:spChg chg="add del mod">
          <ac:chgData name="Alexis MARTIN" userId="ec32c3d9-5957-42d0-8757-996fd533d25b" providerId="ADAL" clId="{B76BE869-635B-4DC9-A437-AFDC8BC5A345}" dt="2026-05-06T16:49:36.612" v="111" actId="478"/>
          <ac:spMkLst>
            <pc:docMk/>
            <pc:sldMk cId="2852815459" sldId="256"/>
            <ac:spMk id="250" creationId="{AD583DEA-A0F2-724B-135E-ED9E5136B70E}"/>
          </ac:spMkLst>
        </pc:spChg>
        <pc:spChg chg="mod">
          <ac:chgData name="Alexis MARTIN" userId="ec32c3d9-5957-42d0-8757-996fd533d25b" providerId="ADAL" clId="{B76BE869-635B-4DC9-A437-AFDC8BC5A345}" dt="2026-05-06T16:49:19.344" v="109" actId="1035"/>
          <ac:spMkLst>
            <pc:docMk/>
            <pc:sldMk cId="2852815459" sldId="256"/>
            <ac:spMk id="251" creationId="{C8A650DD-8E0C-1E4B-1CAB-F306BF91FE8D}"/>
          </ac:spMkLst>
        </pc:spChg>
        <pc:spChg chg="mod">
          <ac:chgData name="Alexis MARTIN" userId="ec32c3d9-5957-42d0-8757-996fd533d25b" providerId="ADAL" clId="{B76BE869-635B-4DC9-A437-AFDC8BC5A345}" dt="2026-05-06T16:50:09.713" v="119" actId="1037"/>
          <ac:spMkLst>
            <pc:docMk/>
            <pc:sldMk cId="2852815459" sldId="256"/>
            <ac:spMk id="252" creationId="{A2F8F108-F2D9-369E-42E0-A410255784D5}"/>
          </ac:spMkLst>
        </pc:spChg>
        <pc:spChg chg="add mod">
          <ac:chgData name="Alexis MARTIN" userId="ec32c3d9-5957-42d0-8757-996fd533d25b" providerId="ADAL" clId="{B76BE869-635B-4DC9-A437-AFDC8BC5A345}" dt="2026-05-06T16:47:31.752" v="77" actId="1076"/>
          <ac:spMkLst>
            <pc:docMk/>
            <pc:sldMk cId="2852815459" sldId="256"/>
            <ac:spMk id="253" creationId="{1700DE18-CDE7-F8A3-62F9-0AF7B606FE4C}"/>
          </ac:spMkLst>
        </pc:spChg>
        <pc:spChg chg="add del mod">
          <ac:chgData name="Alexis MARTIN" userId="ec32c3d9-5957-42d0-8757-996fd533d25b" providerId="ADAL" clId="{B76BE869-635B-4DC9-A437-AFDC8BC5A345}" dt="2026-05-06T16:47:45.251" v="79" actId="478"/>
          <ac:spMkLst>
            <pc:docMk/>
            <pc:sldMk cId="2852815459" sldId="256"/>
            <ac:spMk id="254" creationId="{66090633-28C5-688E-63F6-43893CAD6E37}"/>
          </ac:spMkLst>
        </pc:spChg>
        <pc:spChg chg="mod">
          <ac:chgData name="Alexis MARTIN" userId="ec32c3d9-5957-42d0-8757-996fd533d25b" providerId="ADAL" clId="{B76BE869-635B-4DC9-A437-AFDC8BC5A345}" dt="2026-05-06T16:50:45.821" v="135" actId="207"/>
          <ac:spMkLst>
            <pc:docMk/>
            <pc:sldMk cId="2852815459" sldId="256"/>
            <ac:spMk id="261" creationId="{7C4F5A29-C7A2-7AB8-D8C5-423EBBBCC4C7}"/>
          </ac:spMkLst>
        </pc:spChg>
        <pc:spChg chg="del">
          <ac:chgData name="Alexis MARTIN" userId="ec32c3d9-5957-42d0-8757-996fd533d25b" providerId="ADAL" clId="{B76BE869-635B-4DC9-A437-AFDC8BC5A345}" dt="2026-05-06T16:49:56.538" v="114" actId="478"/>
          <ac:spMkLst>
            <pc:docMk/>
            <pc:sldMk cId="2852815459" sldId="256"/>
            <ac:spMk id="262" creationId="{D4B860A2-3FD9-ACC3-F80B-2782BFB8F288}"/>
          </ac:spMkLst>
        </pc:spChg>
        <pc:spChg chg="mod">
          <ac:chgData name="Alexis MARTIN" userId="ec32c3d9-5957-42d0-8757-996fd533d25b" providerId="ADAL" clId="{B76BE869-635B-4DC9-A437-AFDC8BC5A345}" dt="2026-05-06T16:54:45.641" v="163" actId="1036"/>
          <ac:spMkLst>
            <pc:docMk/>
            <pc:sldMk cId="2852815459" sldId="256"/>
            <ac:spMk id="263" creationId="{9B37AC98-F082-1EB7-E3E9-685511DB730C}"/>
          </ac:spMkLst>
        </pc:spChg>
        <pc:spChg chg="del">
          <ac:chgData name="Alexis MARTIN" userId="ec32c3d9-5957-42d0-8757-996fd533d25b" providerId="ADAL" clId="{B76BE869-635B-4DC9-A437-AFDC8BC5A345}" dt="2026-05-06T16:49:56.538" v="114" actId="478"/>
          <ac:spMkLst>
            <pc:docMk/>
            <pc:sldMk cId="2852815459" sldId="256"/>
            <ac:spMk id="264" creationId="{AF16F8CF-9496-5AA1-88AA-7E58BFCE788B}"/>
          </ac:spMkLst>
        </pc:spChg>
        <pc:spChg chg="add mod">
          <ac:chgData name="Alexis MARTIN" userId="ec32c3d9-5957-42d0-8757-996fd533d25b" providerId="ADAL" clId="{B76BE869-635B-4DC9-A437-AFDC8BC5A345}" dt="2026-05-06T16:49:13.121" v="100" actId="1035"/>
          <ac:spMkLst>
            <pc:docMk/>
            <pc:sldMk cId="2852815459" sldId="256"/>
            <ac:spMk id="265" creationId="{24F522E3-1196-B816-42AE-ADB5E45BFADE}"/>
          </ac:spMkLst>
        </pc:spChg>
        <pc:spChg chg="mod">
          <ac:chgData name="Alexis MARTIN" userId="ec32c3d9-5957-42d0-8757-996fd533d25b" providerId="ADAL" clId="{B76BE869-635B-4DC9-A437-AFDC8BC5A345}" dt="2026-05-06T16:50:09.713" v="119" actId="1037"/>
          <ac:spMkLst>
            <pc:docMk/>
            <pc:sldMk cId="2852815459" sldId="256"/>
            <ac:spMk id="266" creationId="{16A90199-4F79-E030-57CD-7B7BBA838AFA}"/>
          </ac:spMkLst>
        </pc:spChg>
        <pc:spChg chg="add mod">
          <ac:chgData name="Alexis MARTIN" userId="ec32c3d9-5957-42d0-8757-996fd533d25b" providerId="ADAL" clId="{B76BE869-635B-4DC9-A437-AFDC8BC5A345}" dt="2026-05-06T16:47:31.752" v="77" actId="1076"/>
          <ac:spMkLst>
            <pc:docMk/>
            <pc:sldMk cId="2852815459" sldId="256"/>
            <ac:spMk id="269" creationId="{31CE9676-FE3D-DB01-2B31-79F0424EDDA5}"/>
          </ac:spMkLst>
        </pc:spChg>
        <pc:spChg chg="add mod">
          <ac:chgData name="Alexis MARTIN" userId="ec32c3d9-5957-42d0-8757-996fd533d25b" providerId="ADAL" clId="{B76BE869-635B-4DC9-A437-AFDC8BC5A345}" dt="2026-05-06T16:47:31.752" v="77" actId="1076"/>
          <ac:spMkLst>
            <pc:docMk/>
            <pc:sldMk cId="2852815459" sldId="256"/>
            <ac:spMk id="270" creationId="{DC6E9BBF-C09F-1C4F-C83B-B808B2E27CB9}"/>
          </ac:spMkLst>
        </pc:spChg>
        <pc:spChg chg="mod">
          <ac:chgData name="Alexis MARTIN" userId="ec32c3d9-5957-42d0-8757-996fd533d25b" providerId="ADAL" clId="{B76BE869-635B-4DC9-A437-AFDC8BC5A345}" dt="2026-05-06T16:50:18.915" v="131" actId="1038"/>
          <ac:spMkLst>
            <pc:docMk/>
            <pc:sldMk cId="2852815459" sldId="256"/>
            <ac:spMk id="273" creationId="{A8032D76-A7F6-83A1-6769-AF88F4D0568D}"/>
          </ac:spMkLst>
        </pc:spChg>
        <pc:spChg chg="mod">
          <ac:chgData name="Alexis MARTIN" userId="ec32c3d9-5957-42d0-8757-996fd533d25b" providerId="ADAL" clId="{B76BE869-635B-4DC9-A437-AFDC8BC5A345}" dt="2026-05-06T16:50:18.915" v="131" actId="1038"/>
          <ac:spMkLst>
            <pc:docMk/>
            <pc:sldMk cId="2852815459" sldId="256"/>
            <ac:spMk id="274" creationId="{44E49F2B-8EC3-C173-A2D7-62E8379718C7}"/>
          </ac:spMkLst>
        </pc:spChg>
        <pc:spChg chg="add mod">
          <ac:chgData name="Alexis MARTIN" userId="ec32c3d9-5957-42d0-8757-996fd533d25b" providerId="ADAL" clId="{B76BE869-635B-4DC9-A437-AFDC8BC5A345}" dt="2026-05-06T16:48:31.684" v="89" actId="571"/>
          <ac:spMkLst>
            <pc:docMk/>
            <pc:sldMk cId="2852815459" sldId="256"/>
            <ac:spMk id="275" creationId="{8D5BED42-387E-3441-C89E-3742055D0234}"/>
          </ac:spMkLst>
        </pc:spChg>
        <pc:spChg chg="mod">
          <ac:chgData name="Alexis MARTIN" userId="ec32c3d9-5957-42d0-8757-996fd533d25b" providerId="ADAL" clId="{B76BE869-635B-4DC9-A437-AFDC8BC5A345}" dt="2026-05-06T16:48:31.684" v="89" actId="571"/>
          <ac:spMkLst>
            <pc:docMk/>
            <pc:sldMk cId="2852815459" sldId="256"/>
            <ac:spMk id="277" creationId="{E55A59B1-F0A2-8C2A-3370-BC6CE049EA62}"/>
          </ac:spMkLst>
        </pc:spChg>
        <pc:spChg chg="mod">
          <ac:chgData name="Alexis MARTIN" userId="ec32c3d9-5957-42d0-8757-996fd533d25b" providerId="ADAL" clId="{B76BE869-635B-4DC9-A437-AFDC8BC5A345}" dt="2026-05-06T16:48:31.684" v="89" actId="571"/>
          <ac:spMkLst>
            <pc:docMk/>
            <pc:sldMk cId="2852815459" sldId="256"/>
            <ac:spMk id="278" creationId="{99C6F13D-2C98-EDFD-E505-36E82BAF48AA}"/>
          </ac:spMkLst>
        </pc:spChg>
        <pc:spChg chg="add mod">
          <ac:chgData name="Alexis MARTIN" userId="ec32c3d9-5957-42d0-8757-996fd533d25b" providerId="ADAL" clId="{B76BE869-635B-4DC9-A437-AFDC8BC5A345}" dt="2026-05-06T16:49:59.830" v="115" actId="1076"/>
          <ac:spMkLst>
            <pc:docMk/>
            <pc:sldMk cId="2852815459" sldId="256"/>
            <ac:spMk id="279" creationId="{7826E3F2-6950-44DC-B4F4-BFEDFDA8FD28}"/>
          </ac:spMkLst>
        </pc:spChg>
        <pc:spChg chg="add mod">
          <ac:chgData name="Alexis MARTIN" userId="ec32c3d9-5957-42d0-8757-996fd533d25b" providerId="ADAL" clId="{B76BE869-635B-4DC9-A437-AFDC8BC5A345}" dt="2026-05-06T16:54:35.679" v="156" actId="1035"/>
          <ac:spMkLst>
            <pc:docMk/>
            <pc:sldMk cId="2852815459" sldId="256"/>
            <ac:spMk id="280" creationId="{0092C05E-6D1C-BE3C-BA4E-58E4A3E6B551}"/>
          </ac:spMkLst>
        </pc:spChg>
        <pc:spChg chg="add mod">
          <ac:chgData name="Alexis MARTIN" userId="ec32c3d9-5957-42d0-8757-996fd533d25b" providerId="ADAL" clId="{B76BE869-635B-4DC9-A437-AFDC8BC5A345}" dt="2026-05-06T16:54:19.536" v="144" actId="1076"/>
          <ac:spMkLst>
            <pc:docMk/>
            <pc:sldMk cId="2852815459" sldId="256"/>
            <ac:spMk id="281" creationId="{D74E72E5-875C-3B07-14C2-9203B3F07FC6}"/>
          </ac:spMkLst>
        </pc:spChg>
        <pc:spChg chg="add mod">
          <ac:chgData name="Alexis MARTIN" userId="ec32c3d9-5957-42d0-8757-996fd533d25b" providerId="ADAL" clId="{B76BE869-635B-4DC9-A437-AFDC8BC5A345}" dt="2026-05-06T16:54:32.006" v="151" actId="1035"/>
          <ac:spMkLst>
            <pc:docMk/>
            <pc:sldMk cId="2852815459" sldId="256"/>
            <ac:spMk id="282" creationId="{9AFF5BB9-36BA-496A-862E-66C67B7667BF}"/>
          </ac:spMkLst>
        </pc:spChg>
        <pc:spChg chg="add mod">
          <ac:chgData name="Alexis MARTIN" userId="ec32c3d9-5957-42d0-8757-996fd533d25b" providerId="ADAL" clId="{B76BE869-635B-4DC9-A437-AFDC8BC5A345}" dt="2026-05-06T16:54:26.101" v="146" actId="1076"/>
          <ac:spMkLst>
            <pc:docMk/>
            <pc:sldMk cId="2852815459" sldId="256"/>
            <ac:spMk id="283" creationId="{D1BFFF10-663F-9FA0-5961-F3855C7DEE45}"/>
          </ac:spMkLst>
        </pc:spChg>
        <pc:grpChg chg="mod">
          <ac:chgData name="Alexis MARTIN" userId="ec32c3d9-5957-42d0-8757-996fd533d25b" providerId="ADAL" clId="{B76BE869-635B-4DC9-A437-AFDC8BC5A345}" dt="2026-05-06T16:56:19.260" v="175" actId="14100"/>
          <ac:grpSpMkLst>
            <pc:docMk/>
            <pc:sldMk cId="2852815459" sldId="256"/>
            <ac:grpSpMk id="5" creationId="{2F8C378B-AE99-3101-14A1-3EBEF41AC630}"/>
          </ac:grpSpMkLst>
        </pc:grpChg>
        <pc:grpChg chg="del">
          <ac:chgData name="Alexis MARTIN" userId="ec32c3d9-5957-42d0-8757-996fd533d25b" providerId="ADAL" clId="{B76BE869-635B-4DC9-A437-AFDC8BC5A345}" dt="2026-05-06T16:45:14.442" v="43" actId="478"/>
          <ac:grpSpMkLst>
            <pc:docMk/>
            <pc:sldMk cId="2852815459" sldId="256"/>
            <ac:grpSpMk id="19" creationId="{D1CD3C43-B20F-1B2B-39DA-BF4277366642}"/>
          </ac:grpSpMkLst>
        </pc:grpChg>
        <pc:grpChg chg="del">
          <ac:chgData name="Alexis MARTIN" userId="ec32c3d9-5957-42d0-8757-996fd533d25b" providerId="ADAL" clId="{B76BE869-635B-4DC9-A437-AFDC8BC5A345}" dt="2026-05-06T16:45:14.442" v="43" actId="478"/>
          <ac:grpSpMkLst>
            <pc:docMk/>
            <pc:sldMk cId="2852815459" sldId="256"/>
            <ac:grpSpMk id="71" creationId="{4063938A-1539-A00D-CB5A-922FB9DEE681}"/>
          </ac:grpSpMkLst>
        </pc:grpChg>
        <pc:grpChg chg="del">
          <ac:chgData name="Alexis MARTIN" userId="ec32c3d9-5957-42d0-8757-996fd533d25b" providerId="ADAL" clId="{B76BE869-635B-4DC9-A437-AFDC8BC5A345}" dt="2026-05-06T16:43:08.678" v="12" actId="478"/>
          <ac:grpSpMkLst>
            <pc:docMk/>
            <pc:sldMk cId="2852815459" sldId="256"/>
            <ac:grpSpMk id="175" creationId="{3A511174-92D7-3A6B-B820-2C940AE09D8B}"/>
          </ac:grpSpMkLst>
        </pc:grpChg>
        <pc:grpChg chg="del">
          <ac:chgData name="Alexis MARTIN" userId="ec32c3d9-5957-42d0-8757-996fd533d25b" providerId="ADAL" clId="{B76BE869-635B-4DC9-A437-AFDC8BC5A345}" dt="2026-05-06T16:43:06.278" v="11" actId="478"/>
          <ac:grpSpMkLst>
            <pc:docMk/>
            <pc:sldMk cId="2852815459" sldId="256"/>
            <ac:grpSpMk id="178" creationId="{8D4449F0-ED5B-9F9D-1556-B9AEB03F942F}"/>
          </ac:grpSpMkLst>
        </pc:grpChg>
        <pc:grpChg chg="mod">
          <ac:chgData name="Alexis MARTIN" userId="ec32c3d9-5957-42d0-8757-996fd533d25b" providerId="ADAL" clId="{B76BE869-635B-4DC9-A437-AFDC8BC5A345}" dt="2026-05-06T16:51:20.167" v="138" actId="14100"/>
          <ac:grpSpMkLst>
            <pc:docMk/>
            <pc:sldMk cId="2852815459" sldId="256"/>
            <ac:grpSpMk id="239" creationId="{A1533C08-A6ED-C204-E964-AA080F347B20}"/>
          </ac:grpSpMkLst>
        </pc:grpChg>
        <pc:grpChg chg="mod">
          <ac:chgData name="Alexis MARTIN" userId="ec32c3d9-5957-42d0-8757-996fd533d25b" providerId="ADAL" clId="{B76BE869-635B-4DC9-A437-AFDC8BC5A345}" dt="2026-05-06T16:47:52.792" v="80" actId="1076"/>
          <ac:grpSpMkLst>
            <pc:docMk/>
            <pc:sldMk cId="2852815459" sldId="256"/>
            <ac:grpSpMk id="242" creationId="{EC2F1958-BA4C-7EA7-CBA7-C487C3DFB743}"/>
          </ac:grpSpMkLst>
        </pc:grpChg>
        <pc:grpChg chg="del">
          <ac:chgData name="Alexis MARTIN" userId="ec32c3d9-5957-42d0-8757-996fd533d25b" providerId="ADAL" clId="{B76BE869-635B-4DC9-A437-AFDC8BC5A345}" dt="2026-05-06T16:48:10.288" v="83" actId="478"/>
          <ac:grpSpMkLst>
            <pc:docMk/>
            <pc:sldMk cId="2852815459" sldId="256"/>
            <ac:grpSpMk id="258" creationId="{A1D6B92A-2BAD-03F0-1145-F5FD4C648C84}"/>
          </ac:grpSpMkLst>
        </pc:grpChg>
        <pc:grpChg chg="add mod">
          <ac:chgData name="Alexis MARTIN" userId="ec32c3d9-5957-42d0-8757-996fd533d25b" providerId="ADAL" clId="{B76BE869-635B-4DC9-A437-AFDC8BC5A345}" dt="2026-05-06T16:50:18.915" v="131" actId="1038"/>
          <ac:grpSpMkLst>
            <pc:docMk/>
            <pc:sldMk cId="2852815459" sldId="256"/>
            <ac:grpSpMk id="272" creationId="{12FE6F76-270E-2E55-9708-005C6EB1F9E5}"/>
          </ac:grpSpMkLst>
        </pc:grpChg>
        <pc:grpChg chg="add mod">
          <ac:chgData name="Alexis MARTIN" userId="ec32c3d9-5957-42d0-8757-996fd533d25b" providerId="ADAL" clId="{B76BE869-635B-4DC9-A437-AFDC8BC5A345}" dt="2026-05-06T16:48:31.684" v="89" actId="571"/>
          <ac:grpSpMkLst>
            <pc:docMk/>
            <pc:sldMk cId="2852815459" sldId="256"/>
            <ac:grpSpMk id="276" creationId="{12189378-DA2C-B8A5-26B5-A3BE3771952A}"/>
          </ac:grpSpMkLst>
        </pc:grpChg>
        <pc:graphicFrameChg chg="add del mod replId">
          <ac:chgData name="Alexis MARTIN" userId="ec32c3d9-5957-42d0-8757-996fd533d25b" providerId="ADAL" clId="{B76BE869-635B-4DC9-A437-AFDC8BC5A345}" dt="2026-05-06T16:46:54.179" v="63"/>
          <ac:graphicFrameMkLst>
            <pc:docMk/>
            <pc:sldMk cId="2852815459" sldId="256"/>
            <ac:graphicFrameMk id="237" creationId="{2C00D534-A28A-5A43-6713-0493BEBEEAAD}"/>
          </ac:graphicFrameMkLst>
        </pc:graphicFrameChg>
        <pc:graphicFrameChg chg="del mod replId">
          <ac:chgData name="Alexis MARTIN" userId="ec32c3d9-5957-42d0-8757-996fd533d25b" providerId="ADAL" clId="{B76BE869-635B-4DC9-A437-AFDC8BC5A345}" dt="2026-05-06T16:56:56.695" v="189"/>
          <ac:graphicFrameMkLst>
            <pc:docMk/>
            <pc:sldMk cId="2852815459" sldId="256"/>
            <ac:graphicFrameMk id="284" creationId="{1AAA4467-DAEA-DDA9-2B4D-4975F423F538}"/>
          </ac:graphicFrameMkLst>
        </pc:graphicFrameChg>
      </pc:sldChg>
      <pc:sldChg chg="addSp delSp modSp new mod">
        <pc:chgData name="Alexis MARTIN" userId="ec32c3d9-5957-42d0-8757-996fd533d25b" providerId="ADAL" clId="{B76BE869-635B-4DC9-A437-AFDC8BC5A345}" dt="2026-05-06T16:45:04.859" v="41"/>
        <pc:sldMkLst>
          <pc:docMk/>
          <pc:sldMk cId="77626767" sldId="257"/>
        </pc:sldMkLst>
        <pc:spChg chg="del">
          <ac:chgData name="Alexis MARTIN" userId="ec32c3d9-5957-42d0-8757-996fd533d25b" providerId="ADAL" clId="{B76BE869-635B-4DC9-A437-AFDC8BC5A345}" dt="2026-05-06T16:44:56.145" v="37" actId="478"/>
          <ac:spMkLst>
            <pc:docMk/>
            <pc:sldMk cId="77626767" sldId="257"/>
            <ac:spMk id="2" creationId="{B128078B-416D-624F-C396-53E5DA18A12A}"/>
          </ac:spMkLst>
        </pc:spChg>
        <pc:spChg chg="del">
          <ac:chgData name="Alexis MARTIN" userId="ec32c3d9-5957-42d0-8757-996fd533d25b" providerId="ADAL" clId="{B76BE869-635B-4DC9-A437-AFDC8BC5A345}" dt="2026-05-06T16:44:56.145" v="37" actId="478"/>
          <ac:spMkLst>
            <pc:docMk/>
            <pc:sldMk cId="77626767" sldId="257"/>
            <ac:spMk id="3" creationId="{ABE1322F-3311-2A99-7649-E235A582481E}"/>
          </ac:spMkLst>
        </pc:spChg>
        <pc:spChg chg="add mod">
          <ac:chgData name="Alexis MARTIN" userId="ec32c3d9-5957-42d0-8757-996fd533d25b" providerId="ADAL" clId="{B76BE869-635B-4DC9-A437-AFDC8BC5A345}" dt="2026-05-06T16:45:04.859" v="41"/>
          <ac:spMkLst>
            <pc:docMk/>
            <pc:sldMk cId="77626767" sldId="257"/>
            <ac:spMk id="209" creationId="{2F104041-3CF3-2C77-33CE-20579DACF7FB}"/>
          </ac:spMkLst>
        </pc:spChg>
        <pc:spChg chg="add mod">
          <ac:chgData name="Alexis MARTIN" userId="ec32c3d9-5957-42d0-8757-996fd533d25b" providerId="ADAL" clId="{B76BE869-635B-4DC9-A437-AFDC8BC5A345}" dt="2026-05-06T16:45:04.859" v="41"/>
          <ac:spMkLst>
            <pc:docMk/>
            <pc:sldMk cId="77626767" sldId="257"/>
            <ac:spMk id="212" creationId="{A72BA46F-110B-9BDD-E67A-7CECB53B1802}"/>
          </ac:spMkLst>
        </pc:spChg>
        <pc:spChg chg="add mod">
          <ac:chgData name="Alexis MARTIN" userId="ec32c3d9-5957-42d0-8757-996fd533d25b" providerId="ADAL" clId="{B76BE869-635B-4DC9-A437-AFDC8BC5A345}" dt="2026-05-06T16:45:04.859" v="41"/>
          <ac:spMkLst>
            <pc:docMk/>
            <pc:sldMk cId="77626767" sldId="257"/>
            <ac:spMk id="215" creationId="{100B32AC-EA90-8192-2648-16EC1DB088FB}"/>
          </ac:spMkLst>
        </pc:spChg>
        <pc:spChg chg="add mod">
          <ac:chgData name="Alexis MARTIN" userId="ec32c3d9-5957-42d0-8757-996fd533d25b" providerId="ADAL" clId="{B76BE869-635B-4DC9-A437-AFDC8BC5A345}" dt="2026-05-06T16:45:04.859" v="41"/>
          <ac:spMkLst>
            <pc:docMk/>
            <pc:sldMk cId="77626767" sldId="257"/>
            <ac:spMk id="216" creationId="{1B12671F-F141-3C65-FFCA-04DEDEFFE121}"/>
          </ac:spMkLst>
        </pc:spChg>
        <pc:spChg chg="mod">
          <ac:chgData name="Alexis MARTIN" userId="ec32c3d9-5957-42d0-8757-996fd533d25b" providerId="ADAL" clId="{B76BE869-635B-4DC9-A437-AFDC8BC5A345}" dt="2026-05-06T16:45:04.859" v="41"/>
          <ac:spMkLst>
            <pc:docMk/>
            <pc:sldMk cId="77626767" sldId="257"/>
            <ac:spMk id="222" creationId="{8FD679E3-3CF6-1538-E627-5D8103DB888C}"/>
          </ac:spMkLst>
        </pc:spChg>
        <pc:spChg chg="add mod">
          <ac:chgData name="Alexis MARTIN" userId="ec32c3d9-5957-42d0-8757-996fd533d25b" providerId="ADAL" clId="{B76BE869-635B-4DC9-A437-AFDC8BC5A345}" dt="2026-05-06T16:45:04.859" v="41"/>
          <ac:spMkLst>
            <pc:docMk/>
            <pc:sldMk cId="77626767" sldId="257"/>
            <ac:spMk id="224" creationId="{555B3637-5864-0E17-CCA2-295BC5BCE0EA}"/>
          </ac:spMkLst>
        </pc:spChg>
        <pc:spChg chg="add mod">
          <ac:chgData name="Alexis MARTIN" userId="ec32c3d9-5957-42d0-8757-996fd533d25b" providerId="ADAL" clId="{B76BE869-635B-4DC9-A437-AFDC8BC5A345}" dt="2026-05-06T16:45:04.859" v="41"/>
          <ac:spMkLst>
            <pc:docMk/>
            <pc:sldMk cId="77626767" sldId="257"/>
            <ac:spMk id="228" creationId="{FD7666C7-2745-211B-3994-C648209D5817}"/>
          </ac:spMkLst>
        </pc:spChg>
        <pc:spChg chg="add mod">
          <ac:chgData name="Alexis MARTIN" userId="ec32c3d9-5957-42d0-8757-996fd533d25b" providerId="ADAL" clId="{B76BE869-635B-4DC9-A437-AFDC8BC5A345}" dt="2026-05-06T16:45:04.859" v="41"/>
          <ac:spMkLst>
            <pc:docMk/>
            <pc:sldMk cId="77626767" sldId="257"/>
            <ac:spMk id="229" creationId="{87109C51-B306-C398-B372-74EF37D9A6D8}"/>
          </ac:spMkLst>
        </pc:spChg>
        <pc:spChg chg="add mod">
          <ac:chgData name="Alexis MARTIN" userId="ec32c3d9-5957-42d0-8757-996fd533d25b" providerId="ADAL" clId="{B76BE869-635B-4DC9-A437-AFDC8BC5A345}" dt="2026-05-06T16:45:04.859" v="41"/>
          <ac:spMkLst>
            <pc:docMk/>
            <pc:sldMk cId="77626767" sldId="257"/>
            <ac:spMk id="231" creationId="{4002D190-7C04-A263-8657-C79A00F57FDE}"/>
          </ac:spMkLst>
        </pc:spChg>
        <pc:spChg chg="add mod">
          <ac:chgData name="Alexis MARTIN" userId="ec32c3d9-5957-42d0-8757-996fd533d25b" providerId="ADAL" clId="{B76BE869-635B-4DC9-A437-AFDC8BC5A345}" dt="2026-05-06T16:45:04.859" v="41"/>
          <ac:spMkLst>
            <pc:docMk/>
            <pc:sldMk cId="77626767" sldId="257"/>
            <ac:spMk id="232" creationId="{78E92997-CA48-C093-E4C4-E4034182BB16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97F533-1877-55EF-3243-D475649519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C74E75B-D33A-4851-7E06-EF18E69629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A82CA99-17AB-BD78-22BC-0A19C4CA2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E8BC-B46D-4F73-8784-8E1ECAD8BDC7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F2080E6-DD0A-3F39-20EC-8E03B1A1D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2992F58-125B-FF5B-FCED-0EB664A71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10C9B-162C-40D8-82B5-B9FA7EA0BB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3683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07A638-3FA9-5916-3108-DA75C801CD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2E101C-47D7-55F5-CAB5-F98C7FBBFC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C93507-B4D5-BC4A-048C-4E055921E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E8BC-B46D-4F73-8784-8E1ECAD8BDC7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025A66-EE77-A49A-32A8-E1F308C9C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99DE44B-BF9A-9E5D-7999-D374C06E8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10C9B-162C-40D8-82B5-B9FA7EA0BB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04498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451646-6F0D-A727-EA59-623E7E3D5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D7B3F6C-3605-CADD-C219-8EAB2E7BE3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38FA020-1F3B-C49A-43FB-D65857E3F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E8BC-B46D-4F73-8784-8E1ECAD8BDC7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F609377-07CC-3A0F-04FA-9C6AEEE81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8A5365-C0AE-0830-BE7E-1356C5443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10C9B-162C-40D8-82B5-B9FA7EA0BB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0634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D87FA2-700A-158C-BD6C-9FD3B29A29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F17685-FF0F-9B3B-572B-F716FFC489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87C35C4B-030F-D0A5-BAE8-FA8F985C2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7B5DC9A-295F-8BFD-7BEF-E665BDD98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E8BC-B46D-4F73-8784-8E1ECAD8BDC7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07435B7-E22A-5CF7-47DA-B63112A0E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6DDCC81-2149-05DD-9B1D-E3AC427EF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10C9B-162C-40D8-82B5-B9FA7EA0BB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59591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A2AD28-0D48-7C69-78EB-D20ECFA24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526AAC4-C75B-016F-49E4-E1BF180D43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10B3E6C0-060F-B249-98CD-80EF0C1AC4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399E953-2723-E386-3593-39DCF914AB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8559C0A-284F-B3DC-6A16-ADE2349058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BD1C8C4C-576D-DFC5-7759-5F7D3FFA3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E8BC-B46D-4F73-8784-8E1ECAD8BDC7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93ECDA0-B26C-BF7A-B33C-A6ED394B8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D8C21891-B7F8-8908-8D92-DD2B11719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10C9B-162C-40D8-82B5-B9FA7EA0BB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8802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BFCBDF-4676-595D-683A-9363D77CF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9A41854-4F9D-ABD6-DA85-CF1C74E3D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E8BC-B46D-4F73-8784-8E1ECAD8BDC7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6D10B1C-4F00-E84D-0BB3-9FE0FA6CE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786AA09-576D-5346-8474-7D01412AA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10C9B-162C-40D8-82B5-B9FA7EA0BB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3935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71CEE6D-E585-A9C0-45D3-3D03821353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E8BC-B46D-4F73-8784-8E1ECAD8BDC7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87FCCB0-5A2F-A0F7-8321-C2B1D8B13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A0D2C18-92B6-BB53-D661-FE0740A7B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10C9B-162C-40D8-82B5-B9FA7EA0BB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2285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E574B1-265D-9F4B-CEF8-500671804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751D307-1C7E-7FD4-3DCE-D3C9E75A2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32A377AB-21B2-D7F4-359C-E7DCAC8534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035AE05-0EAD-0EAA-C781-262B36D08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E8BC-B46D-4F73-8784-8E1ECAD8BDC7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1F27D7-6062-FEFA-5D39-DE977CA0B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6D9CD5D-F8BD-FCAC-412A-6C565AB3C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10C9B-162C-40D8-82B5-B9FA7EA0BB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1080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0BADE68-098A-8FA0-011A-DDCC0446E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F531E54-B4E4-9FE4-35C7-A345DD2C657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E82AC35-D1A7-07F8-AAEA-8AAC98E30D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1A4A17C-B0D1-D2E8-0D3F-A4EC460FDB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E8BC-B46D-4F73-8784-8E1ECAD8BDC7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2542A26-2DED-C3D8-D295-241441693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6214EDB-4AFD-3E90-5FAD-12CEBBBEF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10C9B-162C-40D8-82B5-B9FA7EA0BB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7962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A5242D-2C89-59E3-3018-8C84A2A82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AD4B05B-80E4-5951-9407-2C71A9BE42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A1395D0-2AB7-28E7-F8D4-55BEFF8DA9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E8BC-B46D-4F73-8784-8E1ECAD8BDC7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B43E7B1-9F9C-5CA8-BEE5-83C18319A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5C00663-52B1-8C50-CC15-3DDD38226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10C9B-162C-40D8-82B5-B9FA7EA0BB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583827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6DAB530-519B-B7C5-AB4C-33F21A710A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AAE0CE7-D862-65E0-7BA7-CB058A866F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DFBB686-C258-A48F-39C2-2EB01F1F2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BE8BC-B46D-4F73-8784-8E1ECAD8BDC7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0A19E73-07EA-91E3-D7BC-F1C091D15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862192D-2D1F-93B1-FAA1-AC0527251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F10C9B-162C-40D8-82B5-B9FA7EA0BB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96135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291519E-4658-F35F-3CCE-91DB6DB47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8FE4B8C-AD61-1C33-6338-C82C34A6F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2C0A9B7-4E6F-3636-9804-1854107B84D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BE8BC-B46D-4F73-8784-8E1ECAD8BDC7}" type="datetimeFigureOut">
              <a:rPr lang="fr-FR" smtClean="0"/>
              <a:t>06/05/2026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6599D12-8275-5234-FB47-2C62B8DD35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28A7963-2C4E-5338-CF95-C6135AA9C2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F10C9B-162C-40D8-82B5-B9FA7EA0BB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7253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>
            <a:extLst>
              <a:ext uri="{FF2B5EF4-FFF2-40B4-BE49-F238E27FC236}">
                <a16:creationId xmlns:a16="http://schemas.microsoft.com/office/drawing/2014/main" id="{649DF2F4-CF92-1334-76BC-0E9E359E3D2E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3108843" y="158958"/>
            <a:ext cx="4162425" cy="616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2F8C378B-AE99-3101-14A1-3EBEF41AC630}"/>
              </a:ext>
            </a:extLst>
          </p:cNvPr>
          <p:cNvGrpSpPr>
            <a:grpSpLocks/>
          </p:cNvGrpSpPr>
          <p:nvPr/>
        </p:nvGrpSpPr>
        <p:grpSpPr bwMode="auto">
          <a:xfrm>
            <a:off x="7271268" y="1077326"/>
            <a:ext cx="104818" cy="901699"/>
            <a:chOff x="226" y="136"/>
            <a:chExt cx="48" cy="768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E40DA6DA-A155-A369-0C28-3176E58ABF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" y="136"/>
              <a:ext cx="48" cy="88"/>
            </a:xfrm>
            <a:custGeom>
              <a:avLst/>
              <a:gdLst>
                <a:gd name="T0" fmla="*/ 24 w 48"/>
                <a:gd name="T1" fmla="*/ 0 h 88"/>
                <a:gd name="T2" fmla="*/ 48 w 48"/>
                <a:gd name="T3" fmla="*/ 88 h 88"/>
                <a:gd name="T4" fmla="*/ 24 w 48"/>
                <a:gd name="T5" fmla="*/ 88 h 88"/>
                <a:gd name="T6" fmla="*/ 0 w 48"/>
                <a:gd name="T7" fmla="*/ 88 h 88"/>
                <a:gd name="T8" fmla="*/ 24 w 48"/>
                <a:gd name="T9" fmla="*/ 0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88">
                  <a:moveTo>
                    <a:pt x="24" y="0"/>
                  </a:moveTo>
                  <a:lnTo>
                    <a:pt x="48" y="88"/>
                  </a:lnTo>
                  <a:lnTo>
                    <a:pt x="24" y="88"/>
                  </a:lnTo>
                  <a:lnTo>
                    <a:pt x="0" y="88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7" name="Line 7">
              <a:extLst>
                <a:ext uri="{FF2B5EF4-FFF2-40B4-BE49-F238E27FC236}">
                  <a16:creationId xmlns:a16="http://schemas.microsoft.com/office/drawing/2014/main" id="{F204E778-6D92-145A-1009-A6632B8BB0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" y="224"/>
              <a:ext cx="1" cy="6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8" name="Group 8">
            <a:extLst>
              <a:ext uri="{FF2B5EF4-FFF2-40B4-BE49-F238E27FC236}">
                <a16:creationId xmlns:a16="http://schemas.microsoft.com/office/drawing/2014/main" id="{2B190D7B-5EE9-29E3-8457-17D201897E6E}"/>
              </a:ext>
            </a:extLst>
          </p:cNvPr>
          <p:cNvGrpSpPr>
            <a:grpSpLocks/>
          </p:cNvGrpSpPr>
          <p:nvPr/>
        </p:nvGrpSpPr>
        <p:grpSpPr bwMode="auto">
          <a:xfrm>
            <a:off x="7245868" y="1864726"/>
            <a:ext cx="3883025" cy="76200"/>
            <a:chOff x="210" y="832"/>
            <a:chExt cx="2446" cy="48"/>
          </a:xfrm>
        </p:grpSpPr>
        <p:sp>
          <p:nvSpPr>
            <p:cNvPr id="9" name="Freeform 9">
              <a:extLst>
                <a:ext uri="{FF2B5EF4-FFF2-40B4-BE49-F238E27FC236}">
                  <a16:creationId xmlns:a16="http://schemas.microsoft.com/office/drawing/2014/main" id="{2D2B4ED9-324C-4C08-C626-C5DAF6E73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8" y="832"/>
              <a:ext cx="88" cy="48"/>
            </a:xfrm>
            <a:custGeom>
              <a:avLst/>
              <a:gdLst>
                <a:gd name="T0" fmla="*/ 88 w 88"/>
                <a:gd name="T1" fmla="*/ 24 h 48"/>
                <a:gd name="T2" fmla="*/ 0 w 88"/>
                <a:gd name="T3" fmla="*/ 48 h 48"/>
                <a:gd name="T4" fmla="*/ 0 w 88"/>
                <a:gd name="T5" fmla="*/ 24 h 48"/>
                <a:gd name="T6" fmla="*/ 0 w 88"/>
                <a:gd name="T7" fmla="*/ 0 h 48"/>
                <a:gd name="T8" fmla="*/ 88 w 88"/>
                <a:gd name="T9" fmla="*/ 24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48">
                  <a:moveTo>
                    <a:pt x="88" y="24"/>
                  </a:moveTo>
                  <a:lnTo>
                    <a:pt x="0" y="48"/>
                  </a:lnTo>
                  <a:lnTo>
                    <a:pt x="0" y="24"/>
                  </a:lnTo>
                  <a:lnTo>
                    <a:pt x="0" y="0"/>
                  </a:lnTo>
                  <a:lnTo>
                    <a:pt x="88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0" name="Line 10">
              <a:extLst>
                <a:ext uri="{FF2B5EF4-FFF2-40B4-BE49-F238E27FC236}">
                  <a16:creationId xmlns:a16="http://schemas.microsoft.com/office/drawing/2014/main" id="{795C0729-1545-66F2-1F14-8ED23FF119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" y="856"/>
              <a:ext cx="235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1" name="Line 11">
            <a:extLst>
              <a:ext uri="{FF2B5EF4-FFF2-40B4-BE49-F238E27FC236}">
                <a16:creationId xmlns:a16="http://schemas.microsoft.com/office/drawing/2014/main" id="{F476B511-7100-A027-D934-A65334E05D1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09368" y="1401176"/>
            <a:ext cx="722313" cy="49530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" name="Line 12">
            <a:extLst>
              <a:ext uri="{FF2B5EF4-FFF2-40B4-BE49-F238E27FC236}">
                <a16:creationId xmlns:a16="http://schemas.microsoft.com/office/drawing/2014/main" id="{20CBEE8C-21C5-40C0-4386-34B5C4037739}"/>
              </a:ext>
            </a:extLst>
          </p:cNvPr>
          <p:cNvSpPr>
            <a:spLocks noChangeShapeType="1"/>
          </p:cNvSpPr>
          <p:nvPr/>
        </p:nvSpPr>
        <p:spPr bwMode="auto">
          <a:xfrm>
            <a:off x="8031681" y="1391651"/>
            <a:ext cx="1435100" cy="511175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3" name="Line 13">
            <a:extLst>
              <a:ext uri="{FF2B5EF4-FFF2-40B4-BE49-F238E27FC236}">
                <a16:creationId xmlns:a16="http://schemas.microsoft.com/office/drawing/2014/main" id="{E0936474-8519-0551-B47F-0079468A90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466781" y="1401176"/>
            <a:ext cx="722312" cy="495300"/>
          </a:xfrm>
          <a:prstGeom prst="line">
            <a:avLst/>
          </a:prstGeom>
          <a:noFill/>
          <a:ln w="28575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23" name="Rectangle 123">
            <a:extLst>
              <a:ext uri="{FF2B5EF4-FFF2-40B4-BE49-F238E27FC236}">
                <a16:creationId xmlns:a16="http://schemas.microsoft.com/office/drawing/2014/main" id="{6747E12A-616E-3699-36D7-4564492C53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63793" y="1625966"/>
            <a:ext cx="5770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dirty="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600" dirty="0">
              <a:latin typeface="Times New Roman" panose="02020603050405020304" pitchFamily="18" charset="0"/>
            </a:endParaRPr>
          </a:p>
        </p:txBody>
      </p:sp>
      <p:sp>
        <p:nvSpPr>
          <p:cNvPr id="124" name="Rectangle 124">
            <a:extLst>
              <a:ext uri="{FF2B5EF4-FFF2-40B4-BE49-F238E27FC236}">
                <a16:creationId xmlns:a16="http://schemas.microsoft.com/office/drawing/2014/main" id="{919000E6-3D13-262F-3B75-917BE68B7A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7768" y="1940926"/>
            <a:ext cx="76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grpSp>
        <p:nvGrpSpPr>
          <p:cNvPr id="155" name="Group 155">
            <a:extLst>
              <a:ext uri="{FF2B5EF4-FFF2-40B4-BE49-F238E27FC236}">
                <a16:creationId xmlns:a16="http://schemas.microsoft.com/office/drawing/2014/main" id="{466193E8-8166-E0B0-EE24-E8DC9714958B}"/>
              </a:ext>
            </a:extLst>
          </p:cNvPr>
          <p:cNvGrpSpPr>
            <a:grpSpLocks/>
          </p:cNvGrpSpPr>
          <p:nvPr/>
        </p:nvGrpSpPr>
        <p:grpSpPr bwMode="auto">
          <a:xfrm>
            <a:off x="7298256" y="2337007"/>
            <a:ext cx="98425" cy="1584325"/>
            <a:chOff x="226" y="3082"/>
            <a:chExt cx="48" cy="776"/>
          </a:xfrm>
        </p:grpSpPr>
        <p:sp>
          <p:nvSpPr>
            <p:cNvPr id="156" name="Freeform 156">
              <a:extLst>
                <a:ext uri="{FF2B5EF4-FFF2-40B4-BE49-F238E27FC236}">
                  <a16:creationId xmlns:a16="http://schemas.microsoft.com/office/drawing/2014/main" id="{B519519B-241C-D6CC-B996-1D62867E2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" y="3082"/>
              <a:ext cx="48" cy="88"/>
            </a:xfrm>
            <a:custGeom>
              <a:avLst/>
              <a:gdLst>
                <a:gd name="T0" fmla="*/ 24 w 48"/>
                <a:gd name="T1" fmla="*/ 0 h 88"/>
                <a:gd name="T2" fmla="*/ 48 w 48"/>
                <a:gd name="T3" fmla="*/ 88 h 88"/>
                <a:gd name="T4" fmla="*/ 24 w 48"/>
                <a:gd name="T5" fmla="*/ 88 h 88"/>
                <a:gd name="T6" fmla="*/ 0 w 48"/>
                <a:gd name="T7" fmla="*/ 88 h 88"/>
                <a:gd name="T8" fmla="*/ 24 w 48"/>
                <a:gd name="T9" fmla="*/ 0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88">
                  <a:moveTo>
                    <a:pt x="24" y="0"/>
                  </a:moveTo>
                  <a:lnTo>
                    <a:pt x="48" y="88"/>
                  </a:lnTo>
                  <a:lnTo>
                    <a:pt x="24" y="88"/>
                  </a:lnTo>
                  <a:lnTo>
                    <a:pt x="0" y="88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7" name="Line 157">
              <a:extLst>
                <a:ext uri="{FF2B5EF4-FFF2-40B4-BE49-F238E27FC236}">
                  <a16:creationId xmlns:a16="http://schemas.microsoft.com/office/drawing/2014/main" id="{4DF89C00-8973-893C-74BD-EC5397E167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" y="3170"/>
              <a:ext cx="1" cy="68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58" name="Group 158">
            <a:extLst>
              <a:ext uri="{FF2B5EF4-FFF2-40B4-BE49-F238E27FC236}">
                <a16:creationId xmlns:a16="http://schemas.microsoft.com/office/drawing/2014/main" id="{7FA2430D-FF63-4D6E-458C-C9CE96C2EFA1}"/>
              </a:ext>
            </a:extLst>
          </p:cNvPr>
          <p:cNvGrpSpPr>
            <a:grpSpLocks/>
          </p:cNvGrpSpPr>
          <p:nvPr/>
        </p:nvGrpSpPr>
        <p:grpSpPr bwMode="auto">
          <a:xfrm>
            <a:off x="7272856" y="3454607"/>
            <a:ext cx="3883025" cy="76200"/>
            <a:chOff x="210" y="3786"/>
            <a:chExt cx="2446" cy="48"/>
          </a:xfrm>
        </p:grpSpPr>
        <p:sp>
          <p:nvSpPr>
            <p:cNvPr id="159" name="Freeform 159">
              <a:extLst>
                <a:ext uri="{FF2B5EF4-FFF2-40B4-BE49-F238E27FC236}">
                  <a16:creationId xmlns:a16="http://schemas.microsoft.com/office/drawing/2014/main" id="{F5D1E8CF-9C00-A695-F441-B8F63728DF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8" y="3786"/>
              <a:ext cx="88" cy="48"/>
            </a:xfrm>
            <a:custGeom>
              <a:avLst/>
              <a:gdLst>
                <a:gd name="T0" fmla="*/ 88 w 88"/>
                <a:gd name="T1" fmla="*/ 24 h 48"/>
                <a:gd name="T2" fmla="*/ 0 w 88"/>
                <a:gd name="T3" fmla="*/ 48 h 48"/>
                <a:gd name="T4" fmla="*/ 0 w 88"/>
                <a:gd name="T5" fmla="*/ 24 h 48"/>
                <a:gd name="T6" fmla="*/ 0 w 88"/>
                <a:gd name="T7" fmla="*/ 0 h 48"/>
                <a:gd name="T8" fmla="*/ 88 w 88"/>
                <a:gd name="T9" fmla="*/ 24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48">
                  <a:moveTo>
                    <a:pt x="88" y="24"/>
                  </a:moveTo>
                  <a:lnTo>
                    <a:pt x="0" y="48"/>
                  </a:lnTo>
                  <a:lnTo>
                    <a:pt x="0" y="24"/>
                  </a:lnTo>
                  <a:lnTo>
                    <a:pt x="0" y="0"/>
                  </a:lnTo>
                  <a:lnTo>
                    <a:pt x="88" y="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60" name="Line 160">
              <a:extLst>
                <a:ext uri="{FF2B5EF4-FFF2-40B4-BE49-F238E27FC236}">
                  <a16:creationId xmlns:a16="http://schemas.microsoft.com/office/drawing/2014/main" id="{DD5BF54F-7AD9-A0D1-9843-F39C9834DB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" y="3810"/>
              <a:ext cx="235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64" name="Rectangle 164">
            <a:extLst>
              <a:ext uri="{FF2B5EF4-FFF2-40B4-BE49-F238E27FC236}">
                <a16:creationId xmlns:a16="http://schemas.microsoft.com/office/drawing/2014/main" id="{88DF992C-1443-FF83-680D-F6213E3E47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7193" y="2248200"/>
            <a:ext cx="19396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 dirty="0" err="1">
                <a:solidFill>
                  <a:srgbClr val="000000"/>
                </a:solidFill>
                <a:latin typeface="Times" panose="02020603050405020304" pitchFamily="18" charset="0"/>
              </a:rPr>
              <a:t>v</a:t>
            </a:r>
            <a:r>
              <a:rPr lang="fr-FR" altLang="fr-FR" sz="1600" b="1" baseline="-25000" dirty="0" err="1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600" b="1" baseline="-25000" dirty="0">
              <a:latin typeface="Times New Roman" panose="02020603050405020304" pitchFamily="18" charset="0"/>
            </a:endParaRPr>
          </a:p>
        </p:txBody>
      </p:sp>
      <p:sp>
        <p:nvSpPr>
          <p:cNvPr id="169" name="Rectangle 169">
            <a:extLst>
              <a:ext uri="{FF2B5EF4-FFF2-40B4-BE49-F238E27FC236}">
                <a16:creationId xmlns:a16="http://schemas.microsoft.com/office/drawing/2014/main" id="{F1CA2F38-CFB8-8DEB-525A-90798BC671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990781" y="3215847"/>
            <a:ext cx="5770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600">
              <a:latin typeface="Times New Roman" panose="02020603050405020304" pitchFamily="18" charset="0"/>
            </a:endParaRPr>
          </a:p>
        </p:txBody>
      </p:sp>
      <p:sp>
        <p:nvSpPr>
          <p:cNvPr id="170" name="Rectangle 170">
            <a:extLst>
              <a:ext uri="{FF2B5EF4-FFF2-40B4-BE49-F238E27FC236}">
                <a16:creationId xmlns:a16="http://schemas.microsoft.com/office/drawing/2014/main" id="{F8385C38-C6B0-1150-2E5E-E6B38B97F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4756" y="3518107"/>
            <a:ext cx="76200" cy="18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171" name="Line 171">
            <a:extLst>
              <a:ext uri="{FF2B5EF4-FFF2-40B4-BE49-F238E27FC236}">
                <a16:creationId xmlns:a16="http://schemas.microsoft.com/office/drawing/2014/main" id="{E529A77D-BB27-B82C-7EE7-FF71B9B416A0}"/>
              </a:ext>
            </a:extLst>
          </p:cNvPr>
          <p:cNvSpPr>
            <a:spLocks noChangeShapeType="1"/>
          </p:cNvSpPr>
          <p:nvPr/>
        </p:nvSpPr>
        <p:spPr bwMode="auto">
          <a:xfrm>
            <a:off x="8058669" y="2629107"/>
            <a:ext cx="1587" cy="8636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2" name="Line 172">
            <a:extLst>
              <a:ext uri="{FF2B5EF4-FFF2-40B4-BE49-F238E27FC236}">
                <a16:creationId xmlns:a16="http://schemas.microsoft.com/office/drawing/2014/main" id="{E085F179-403A-AC52-0A57-31DBA97A8FFE}"/>
              </a:ext>
            </a:extLst>
          </p:cNvPr>
          <p:cNvSpPr>
            <a:spLocks noChangeShapeType="1"/>
          </p:cNvSpPr>
          <p:nvPr/>
        </p:nvSpPr>
        <p:spPr bwMode="auto">
          <a:xfrm>
            <a:off x="9495356" y="2629107"/>
            <a:ext cx="0" cy="8636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3" name="Line 173">
            <a:extLst>
              <a:ext uri="{FF2B5EF4-FFF2-40B4-BE49-F238E27FC236}">
                <a16:creationId xmlns:a16="http://schemas.microsoft.com/office/drawing/2014/main" id="{40DE076D-85F9-8DA4-A3D8-ED002AC8CA23}"/>
              </a:ext>
            </a:extLst>
          </p:cNvPr>
          <p:cNvSpPr>
            <a:spLocks noChangeShapeType="1"/>
          </p:cNvSpPr>
          <p:nvPr/>
        </p:nvSpPr>
        <p:spPr bwMode="auto">
          <a:xfrm>
            <a:off x="8058668" y="2629107"/>
            <a:ext cx="142557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74" name="Text Box 174">
            <a:extLst>
              <a:ext uri="{FF2B5EF4-FFF2-40B4-BE49-F238E27FC236}">
                <a16:creationId xmlns:a16="http://schemas.microsoft.com/office/drawing/2014/main" id="{E9B07447-9C05-9B05-9BF7-9A36AE736D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6442" y="917574"/>
            <a:ext cx="308098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9900"/>
                </a:solidFill>
                <a:latin typeface="Symbol" panose="05050102010706020507" pitchFamily="18" charset="2"/>
              </a:rPr>
              <a:t>j</a:t>
            </a:r>
          </a:p>
        </p:txBody>
      </p:sp>
      <p:sp>
        <p:nvSpPr>
          <p:cNvPr id="182" name="Line 284">
            <a:extLst>
              <a:ext uri="{FF2B5EF4-FFF2-40B4-BE49-F238E27FC236}">
                <a16:creationId xmlns:a16="http://schemas.microsoft.com/office/drawing/2014/main" id="{C860A70D-7F79-04C3-02DD-BC05A71E324B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9531" y="2864057"/>
            <a:ext cx="704850" cy="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3" name="Line 285">
            <a:extLst>
              <a:ext uri="{FF2B5EF4-FFF2-40B4-BE49-F238E27FC236}">
                <a16:creationId xmlns:a16="http://schemas.microsoft.com/office/drawing/2014/main" id="{38B3CEA9-8C26-4448-8248-AB431942EDD0}"/>
              </a:ext>
            </a:extLst>
          </p:cNvPr>
          <p:cNvSpPr>
            <a:spLocks noChangeShapeType="1"/>
          </p:cNvSpPr>
          <p:nvPr/>
        </p:nvSpPr>
        <p:spPr bwMode="auto">
          <a:xfrm>
            <a:off x="8044381" y="2864057"/>
            <a:ext cx="0" cy="1038225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4" name="Line 286">
            <a:extLst>
              <a:ext uri="{FF2B5EF4-FFF2-40B4-BE49-F238E27FC236}">
                <a16:creationId xmlns:a16="http://schemas.microsoft.com/office/drawing/2014/main" id="{38CDDBB0-0906-5651-67CF-83E6B2FE219B}"/>
              </a:ext>
            </a:extLst>
          </p:cNvPr>
          <p:cNvSpPr>
            <a:spLocks noChangeShapeType="1"/>
          </p:cNvSpPr>
          <p:nvPr/>
        </p:nvSpPr>
        <p:spPr bwMode="auto">
          <a:xfrm>
            <a:off x="8034855" y="3902282"/>
            <a:ext cx="1449387" cy="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6" name="Line 288">
            <a:extLst>
              <a:ext uri="{FF2B5EF4-FFF2-40B4-BE49-F238E27FC236}">
                <a16:creationId xmlns:a16="http://schemas.microsoft.com/office/drawing/2014/main" id="{8F2845FC-54ED-3BD3-5971-044553853EA0}"/>
              </a:ext>
            </a:extLst>
          </p:cNvPr>
          <p:cNvSpPr>
            <a:spLocks noChangeShapeType="1"/>
          </p:cNvSpPr>
          <p:nvPr/>
        </p:nvSpPr>
        <p:spPr bwMode="auto">
          <a:xfrm>
            <a:off x="9501706" y="2864057"/>
            <a:ext cx="781050" cy="0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87" name="Text Box 289">
            <a:extLst>
              <a:ext uri="{FF2B5EF4-FFF2-40B4-BE49-F238E27FC236}">
                <a16:creationId xmlns:a16="http://schemas.microsoft.com/office/drawing/2014/main" id="{DC2BBCA4-B1EF-0961-1B6D-A169E073AA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20999" y="2176669"/>
            <a:ext cx="3746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800" dirty="0">
                <a:solidFill>
                  <a:srgbClr val="009900"/>
                </a:solidFill>
                <a:latin typeface="Times New Roman" panose="02020603050405020304" pitchFamily="18" charset="0"/>
              </a:rPr>
              <a:t>v</a:t>
            </a:r>
            <a:r>
              <a:rPr lang="fr-FR" altLang="fr-FR" sz="1800" baseline="-25000" dirty="0">
                <a:solidFill>
                  <a:srgbClr val="009900"/>
                </a:solidFill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88" name="Text Box 290">
            <a:extLst>
              <a:ext uri="{FF2B5EF4-FFF2-40B4-BE49-F238E27FC236}">
                <a16:creationId xmlns:a16="http://schemas.microsoft.com/office/drawing/2014/main" id="{F89CA36C-6047-1FC4-CAB7-2D394881D8B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2236" y="2746583"/>
            <a:ext cx="320922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9900"/>
                </a:solidFill>
                <a:latin typeface="Times New Roman" panose="02020603050405020304" pitchFamily="18" charset="0"/>
              </a:rPr>
              <a:t>E</a:t>
            </a:r>
            <a:endParaRPr lang="fr-FR" altLang="fr-FR" sz="1600" b="1" baseline="-25000" dirty="0">
              <a:solidFill>
                <a:srgbClr val="009900"/>
              </a:solidFill>
              <a:latin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9" name="Object 292">
                <a:extLst>
                  <a:ext uri="{FF2B5EF4-FFF2-40B4-BE49-F238E27FC236}">
                    <a16:creationId xmlns:a16="http://schemas.microsoft.com/office/drawing/2014/main" id="{1AAA4467-DAEA-DDA9-2B4D-4975F423F538}"/>
                  </a:ext>
                </a:extLst>
              </p:cNvPr>
              <p:cNvSpPr txBox="1"/>
              <p:nvPr/>
            </p:nvSpPr>
            <p:spPr bwMode="auto">
              <a:xfrm>
                <a:off x="6795810" y="3625645"/>
                <a:ext cx="428625" cy="4683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1600" b="1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fr-FR" sz="1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6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fr-FR" sz="16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sub>
                          </m:sSub>
                        </m:num>
                        <m:den>
                          <m:r>
                            <a:rPr lang="fr-FR" sz="1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den>
                      </m:f>
                    </m:oMath>
                  </m:oMathPara>
                </a14:m>
                <a:endParaRPr lang="fr-FR" sz="1600" b="1" dirty="0"/>
              </a:p>
            </p:txBody>
          </p:sp>
        </mc:Choice>
        <mc:Fallback>
          <p:sp>
            <p:nvSpPr>
              <p:cNvPr id="189" name="Object 292">
                <a:extLst>
                  <a:ext uri="{FF2B5EF4-FFF2-40B4-BE49-F238E27FC236}">
                    <a16:creationId xmlns:a16="http://schemas.microsoft.com/office/drawing/2014/main" id="{1AAA4467-DAEA-DDA9-2B4D-4975F423F5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95810" y="3625645"/>
                <a:ext cx="428625" cy="468312"/>
              </a:xfrm>
              <a:prstGeom prst="rect">
                <a:avLst/>
              </a:prstGeom>
              <a:blipFill>
                <a:blip r:embed="rId2"/>
                <a:stretch>
                  <a:fillRect r="-18571" b="-649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0" name="Line 293">
            <a:extLst>
              <a:ext uri="{FF2B5EF4-FFF2-40B4-BE49-F238E27FC236}">
                <a16:creationId xmlns:a16="http://schemas.microsoft.com/office/drawing/2014/main" id="{70470B9F-78AE-B647-E5C3-59263CC8035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39531" y="3883232"/>
            <a:ext cx="6953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195" name="Line 302">
            <a:extLst>
              <a:ext uri="{FF2B5EF4-FFF2-40B4-BE49-F238E27FC236}">
                <a16:creationId xmlns:a16="http://schemas.microsoft.com/office/drawing/2014/main" id="{0BF69296-17DC-F3BC-BFB6-7917E4D7F247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9479649" y="2884695"/>
            <a:ext cx="15707" cy="1036637"/>
          </a:xfrm>
          <a:prstGeom prst="line">
            <a:avLst/>
          </a:prstGeom>
          <a:noFill/>
          <a:ln w="38100">
            <a:solidFill>
              <a:srgbClr val="0099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35" name="Line 293">
            <a:extLst>
              <a:ext uri="{FF2B5EF4-FFF2-40B4-BE49-F238E27FC236}">
                <a16:creationId xmlns:a16="http://schemas.microsoft.com/office/drawing/2014/main" id="{3108FF70-38F3-161D-4C0C-725995F9F87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63343" y="2629107"/>
            <a:ext cx="6953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6" name="Object 292">
                <a:extLst>
                  <a:ext uri="{FF2B5EF4-FFF2-40B4-BE49-F238E27FC236}">
                    <a16:creationId xmlns:a16="http://schemas.microsoft.com/office/drawing/2014/main" id="{2C00D534-A28A-5A43-6713-0493BEBEEAAD}"/>
                  </a:ext>
                </a:extLst>
              </p:cNvPr>
              <p:cNvSpPr txBox="1"/>
              <p:nvPr/>
            </p:nvSpPr>
            <p:spPr bwMode="auto">
              <a:xfrm>
                <a:off x="6578949" y="2295732"/>
                <a:ext cx="831934" cy="4683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fr-FR" sz="1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r>
                        <a:rPr lang="fr-FR" sz="1600" b="1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fr-FR" sz="1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fr-FR" sz="16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6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𝑽</m:t>
                              </m:r>
                            </m:e>
                            <m:sub>
                              <m:r>
                                <a:rPr lang="fr-FR" sz="1600" b="1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sub>
                          </m:sSub>
                        </m:num>
                        <m:den>
                          <m:r>
                            <a:rPr lang="fr-FR" sz="1600" b="1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den>
                      </m:f>
                    </m:oMath>
                  </m:oMathPara>
                </a14:m>
                <a:endParaRPr lang="fr-FR" sz="1600" b="1" dirty="0"/>
              </a:p>
            </p:txBody>
          </p:sp>
        </mc:Choice>
        <mc:Fallback>
          <p:sp>
            <p:nvSpPr>
              <p:cNvPr id="236" name="Object 292">
                <a:extLst>
                  <a:ext uri="{FF2B5EF4-FFF2-40B4-BE49-F238E27FC236}">
                    <a16:creationId xmlns:a16="http://schemas.microsoft.com/office/drawing/2014/main" id="{2C00D534-A28A-5A43-6713-0493BEBEEA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78949" y="2295732"/>
                <a:ext cx="831934" cy="468312"/>
              </a:xfrm>
              <a:prstGeom prst="rect">
                <a:avLst/>
              </a:prstGeom>
              <a:blipFill>
                <a:blip r:embed="rId3"/>
                <a:stretch>
                  <a:fillRect b="-789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9" name="Group 125">
            <a:extLst>
              <a:ext uri="{FF2B5EF4-FFF2-40B4-BE49-F238E27FC236}">
                <a16:creationId xmlns:a16="http://schemas.microsoft.com/office/drawing/2014/main" id="{A1533C08-A6ED-C204-E964-AA080F347B20}"/>
              </a:ext>
            </a:extLst>
          </p:cNvPr>
          <p:cNvGrpSpPr>
            <a:grpSpLocks/>
          </p:cNvGrpSpPr>
          <p:nvPr/>
        </p:nvGrpSpPr>
        <p:grpSpPr bwMode="auto">
          <a:xfrm>
            <a:off x="1379262" y="1401175"/>
            <a:ext cx="69773" cy="885125"/>
            <a:chOff x="226" y="1089"/>
            <a:chExt cx="48" cy="768"/>
          </a:xfrm>
        </p:grpSpPr>
        <p:sp>
          <p:nvSpPr>
            <p:cNvPr id="240" name="Freeform 126">
              <a:extLst>
                <a:ext uri="{FF2B5EF4-FFF2-40B4-BE49-F238E27FC236}">
                  <a16:creationId xmlns:a16="http://schemas.microsoft.com/office/drawing/2014/main" id="{EBC1B3FA-6F3C-C271-7A1A-45A9259445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" y="1089"/>
              <a:ext cx="48" cy="88"/>
            </a:xfrm>
            <a:custGeom>
              <a:avLst/>
              <a:gdLst>
                <a:gd name="T0" fmla="*/ 24 w 48"/>
                <a:gd name="T1" fmla="*/ 0 h 88"/>
                <a:gd name="T2" fmla="*/ 48 w 48"/>
                <a:gd name="T3" fmla="*/ 88 h 88"/>
                <a:gd name="T4" fmla="*/ 24 w 48"/>
                <a:gd name="T5" fmla="*/ 88 h 88"/>
                <a:gd name="T6" fmla="*/ 0 w 48"/>
                <a:gd name="T7" fmla="*/ 88 h 88"/>
                <a:gd name="T8" fmla="*/ 24 w 48"/>
                <a:gd name="T9" fmla="*/ 0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88">
                  <a:moveTo>
                    <a:pt x="24" y="0"/>
                  </a:moveTo>
                  <a:lnTo>
                    <a:pt x="48" y="88"/>
                  </a:lnTo>
                  <a:lnTo>
                    <a:pt x="24" y="88"/>
                  </a:lnTo>
                  <a:lnTo>
                    <a:pt x="0" y="88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1" name="Line 127">
              <a:extLst>
                <a:ext uri="{FF2B5EF4-FFF2-40B4-BE49-F238E27FC236}">
                  <a16:creationId xmlns:a16="http://schemas.microsoft.com/office/drawing/2014/main" id="{408B8D55-422B-F841-1845-F609EACC94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" y="1177"/>
              <a:ext cx="1" cy="6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42" name="Group 128">
            <a:extLst>
              <a:ext uri="{FF2B5EF4-FFF2-40B4-BE49-F238E27FC236}">
                <a16:creationId xmlns:a16="http://schemas.microsoft.com/office/drawing/2014/main" id="{EC2F1958-BA4C-7EA7-CBA7-C487C3DFB743}"/>
              </a:ext>
            </a:extLst>
          </p:cNvPr>
          <p:cNvGrpSpPr>
            <a:grpSpLocks/>
          </p:cNvGrpSpPr>
          <p:nvPr/>
        </p:nvGrpSpPr>
        <p:grpSpPr bwMode="auto">
          <a:xfrm>
            <a:off x="1353862" y="2184701"/>
            <a:ext cx="3163888" cy="63500"/>
            <a:chOff x="210" y="1793"/>
            <a:chExt cx="1993" cy="40"/>
          </a:xfrm>
        </p:grpSpPr>
        <p:sp>
          <p:nvSpPr>
            <p:cNvPr id="243" name="Freeform 129">
              <a:extLst>
                <a:ext uri="{FF2B5EF4-FFF2-40B4-BE49-F238E27FC236}">
                  <a16:creationId xmlns:a16="http://schemas.microsoft.com/office/drawing/2014/main" id="{700FC624-3C90-F97A-C43B-34BAFB6B0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5" y="1793"/>
              <a:ext cx="88" cy="40"/>
            </a:xfrm>
            <a:custGeom>
              <a:avLst/>
              <a:gdLst>
                <a:gd name="T0" fmla="*/ 88 w 88"/>
                <a:gd name="T1" fmla="*/ 16 h 40"/>
                <a:gd name="T2" fmla="*/ 0 w 88"/>
                <a:gd name="T3" fmla="*/ 40 h 40"/>
                <a:gd name="T4" fmla="*/ 0 w 88"/>
                <a:gd name="T5" fmla="*/ 16 h 40"/>
                <a:gd name="T6" fmla="*/ 0 w 88"/>
                <a:gd name="T7" fmla="*/ 0 h 40"/>
                <a:gd name="T8" fmla="*/ 88 w 88"/>
                <a:gd name="T9" fmla="*/ 16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40">
                  <a:moveTo>
                    <a:pt x="88" y="16"/>
                  </a:moveTo>
                  <a:lnTo>
                    <a:pt x="0" y="40"/>
                  </a:lnTo>
                  <a:lnTo>
                    <a:pt x="0" y="16"/>
                  </a:lnTo>
                  <a:lnTo>
                    <a:pt x="0" y="0"/>
                  </a:lnTo>
                  <a:lnTo>
                    <a:pt x="88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44" name="Line 130">
              <a:extLst>
                <a:ext uri="{FF2B5EF4-FFF2-40B4-BE49-F238E27FC236}">
                  <a16:creationId xmlns:a16="http://schemas.microsoft.com/office/drawing/2014/main" id="{594AC16C-1F74-BF81-F1B8-02A4D5C0C6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" y="1809"/>
              <a:ext cx="191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45" name="Line 131">
            <a:extLst>
              <a:ext uri="{FF2B5EF4-FFF2-40B4-BE49-F238E27FC236}">
                <a16:creationId xmlns:a16="http://schemas.microsoft.com/office/drawing/2014/main" id="{AF628A1D-1A15-EFD8-2D95-9839287931A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17362" y="1708451"/>
            <a:ext cx="722313" cy="49530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46" name="Line 132">
            <a:extLst>
              <a:ext uri="{FF2B5EF4-FFF2-40B4-BE49-F238E27FC236}">
                <a16:creationId xmlns:a16="http://schemas.microsoft.com/office/drawing/2014/main" id="{EA916ABB-D2A1-7216-0422-313F6BDC9AE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74775" y="1698926"/>
            <a:ext cx="722312" cy="49530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47" name="Rectangle 133">
            <a:extLst>
              <a:ext uri="{FF2B5EF4-FFF2-40B4-BE49-F238E27FC236}">
                <a16:creationId xmlns:a16="http://schemas.microsoft.com/office/drawing/2014/main" id="{AB08929E-E3F3-955C-F41F-29906838D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8249" y="1319824"/>
            <a:ext cx="20320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0070C0"/>
                </a:solidFill>
                <a:latin typeface="Times" panose="02020603050405020304" pitchFamily="18" charset="0"/>
              </a:rPr>
              <a:t>i</a:t>
            </a:r>
            <a:r>
              <a:rPr lang="fr-FR" altLang="fr-FR" sz="1600" b="1" baseline="-25000" dirty="0">
                <a:solidFill>
                  <a:srgbClr val="0070C0"/>
                </a:solidFill>
                <a:latin typeface="Times" panose="02020603050405020304" pitchFamily="18" charset="0"/>
              </a:rPr>
              <a:t>1</a:t>
            </a:r>
            <a:endParaRPr lang="fr-FR" altLang="fr-FR" sz="1600" b="1" baseline="-25000" dirty="0">
              <a:solidFill>
                <a:srgbClr val="0070C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8" name="Rectangle 135">
            <a:extLst>
              <a:ext uri="{FF2B5EF4-FFF2-40B4-BE49-F238E27FC236}">
                <a16:creationId xmlns:a16="http://schemas.microsoft.com/office/drawing/2014/main" id="{3BCDA85A-82AA-6F1B-2804-0655BCF511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26962" y="2273601"/>
            <a:ext cx="23243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l-GR" altLang="fr-FR" sz="1600" dirty="0">
                <a:solidFill>
                  <a:srgbClr val="000000"/>
                </a:solidFill>
                <a:latin typeface="Times" panose="02020603050405020304" pitchFamily="18" charset="0"/>
              </a:rPr>
              <a:t>α</a:t>
            </a:r>
            <a:r>
              <a:rPr lang="fr-FR" altLang="fr-FR" sz="1600" dirty="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600" dirty="0">
              <a:latin typeface="Times New Roman" panose="02020603050405020304" pitchFamily="18" charset="0"/>
            </a:endParaRPr>
          </a:p>
        </p:txBody>
      </p:sp>
      <p:sp>
        <p:nvSpPr>
          <p:cNvPr id="249" name="Rectangle 136">
            <a:extLst>
              <a:ext uri="{FF2B5EF4-FFF2-40B4-BE49-F238E27FC236}">
                <a16:creationId xmlns:a16="http://schemas.microsoft.com/office/drawing/2014/main" id="{0054BF5C-A2D5-0061-105E-75DAD0A74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3175" y="2238676"/>
            <a:ext cx="12503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dirty="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600" dirty="0">
              <a:latin typeface="Times New Roman" panose="02020603050405020304" pitchFamily="18" charset="0"/>
            </a:endParaRPr>
          </a:p>
        </p:txBody>
      </p:sp>
      <p:sp>
        <p:nvSpPr>
          <p:cNvPr id="251" name="Rectangle 138">
            <a:extLst>
              <a:ext uri="{FF2B5EF4-FFF2-40B4-BE49-F238E27FC236}">
                <a16:creationId xmlns:a16="http://schemas.microsoft.com/office/drawing/2014/main" id="{C8A650DD-8E0C-1E4B-1CAB-F306BF91FE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6468" y="1927524"/>
            <a:ext cx="5770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dirty="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600" dirty="0">
              <a:latin typeface="Times New Roman" panose="02020603050405020304" pitchFamily="18" charset="0"/>
            </a:endParaRPr>
          </a:p>
        </p:txBody>
      </p:sp>
      <p:sp>
        <p:nvSpPr>
          <p:cNvPr id="252" name="Rectangle 139">
            <a:extLst>
              <a:ext uri="{FF2B5EF4-FFF2-40B4-BE49-F238E27FC236}">
                <a16:creationId xmlns:a16="http://schemas.microsoft.com/office/drawing/2014/main" id="{A2F8F108-F2D9-369E-42E0-A410255784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6712" y="2248201"/>
            <a:ext cx="10259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>
                <a:solidFill>
                  <a:srgbClr val="000000"/>
                </a:solidFill>
                <a:latin typeface="Times" panose="02020603050405020304" pitchFamily="18" charset="0"/>
              </a:rPr>
              <a:t>0</a:t>
            </a:r>
            <a:endParaRPr lang="fr-FR" altLang="fr-FR" sz="1600">
              <a:latin typeface="Times New Roman" panose="02020603050405020304" pitchFamily="18" charset="0"/>
            </a:endParaRPr>
          </a:p>
        </p:txBody>
      </p:sp>
      <p:sp>
        <p:nvSpPr>
          <p:cNvPr id="253" name="Line 140">
            <a:extLst>
              <a:ext uri="{FF2B5EF4-FFF2-40B4-BE49-F238E27FC236}">
                <a16:creationId xmlns:a16="http://schemas.microsoft.com/office/drawing/2014/main" id="{1700DE18-CDE7-F8A3-62F9-0AF7B606FE4C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9675" y="1717976"/>
            <a:ext cx="1587" cy="492125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255" name="Group 142">
            <a:extLst>
              <a:ext uri="{FF2B5EF4-FFF2-40B4-BE49-F238E27FC236}">
                <a16:creationId xmlns:a16="http://schemas.microsoft.com/office/drawing/2014/main" id="{4AA95B72-D49A-DECA-8069-A692567FF03F}"/>
              </a:ext>
            </a:extLst>
          </p:cNvPr>
          <p:cNvGrpSpPr>
            <a:grpSpLocks/>
          </p:cNvGrpSpPr>
          <p:nvPr/>
        </p:nvGrpSpPr>
        <p:grpSpPr bwMode="auto">
          <a:xfrm>
            <a:off x="1379262" y="2578401"/>
            <a:ext cx="76200" cy="1219200"/>
            <a:chOff x="226" y="2041"/>
            <a:chExt cx="48" cy="768"/>
          </a:xfrm>
        </p:grpSpPr>
        <p:sp>
          <p:nvSpPr>
            <p:cNvPr id="256" name="Freeform 143">
              <a:extLst>
                <a:ext uri="{FF2B5EF4-FFF2-40B4-BE49-F238E27FC236}">
                  <a16:creationId xmlns:a16="http://schemas.microsoft.com/office/drawing/2014/main" id="{D7D7CD35-8CA3-101C-C2E0-20DE7DA1C8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" y="2041"/>
              <a:ext cx="48" cy="88"/>
            </a:xfrm>
            <a:custGeom>
              <a:avLst/>
              <a:gdLst>
                <a:gd name="T0" fmla="*/ 24 w 48"/>
                <a:gd name="T1" fmla="*/ 0 h 88"/>
                <a:gd name="T2" fmla="*/ 48 w 48"/>
                <a:gd name="T3" fmla="*/ 88 h 88"/>
                <a:gd name="T4" fmla="*/ 24 w 48"/>
                <a:gd name="T5" fmla="*/ 88 h 88"/>
                <a:gd name="T6" fmla="*/ 0 w 48"/>
                <a:gd name="T7" fmla="*/ 88 h 88"/>
                <a:gd name="T8" fmla="*/ 24 w 48"/>
                <a:gd name="T9" fmla="*/ 0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88">
                  <a:moveTo>
                    <a:pt x="24" y="0"/>
                  </a:moveTo>
                  <a:lnTo>
                    <a:pt x="48" y="88"/>
                  </a:lnTo>
                  <a:lnTo>
                    <a:pt x="24" y="88"/>
                  </a:lnTo>
                  <a:lnTo>
                    <a:pt x="0" y="88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57" name="Line 144">
              <a:extLst>
                <a:ext uri="{FF2B5EF4-FFF2-40B4-BE49-F238E27FC236}">
                  <a16:creationId xmlns:a16="http://schemas.microsoft.com/office/drawing/2014/main" id="{3749CD06-F81A-164A-89AA-5A96F9458E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" y="2129"/>
              <a:ext cx="1" cy="6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61" name="Rectangle 148">
            <a:extLst>
              <a:ext uri="{FF2B5EF4-FFF2-40B4-BE49-F238E27FC236}">
                <a16:creationId xmlns:a16="http://schemas.microsoft.com/office/drawing/2014/main" id="{7C4F5A29-C7A2-7AB8-D8C5-423EBBBCC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3093" y="2501893"/>
            <a:ext cx="240781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b="1" dirty="0">
                <a:solidFill>
                  <a:srgbClr val="FF0000"/>
                </a:solidFill>
                <a:latin typeface="Times" panose="02020603050405020304" pitchFamily="18" charset="0"/>
              </a:rPr>
              <a:t>i</a:t>
            </a:r>
            <a:r>
              <a:rPr lang="fr-FR" altLang="fr-FR" sz="1600" b="1" baseline="-25000" dirty="0">
                <a:solidFill>
                  <a:srgbClr val="FF0000"/>
                </a:solidFill>
                <a:latin typeface="Times" panose="02020603050405020304" pitchFamily="18" charset="0"/>
              </a:rPr>
              <a:t>2</a:t>
            </a:r>
            <a:endParaRPr lang="fr-FR" altLang="fr-FR" sz="1600" b="1" baseline="-250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63" name="Rectangle 151">
            <a:extLst>
              <a:ext uri="{FF2B5EF4-FFF2-40B4-BE49-F238E27FC236}">
                <a16:creationId xmlns:a16="http://schemas.microsoft.com/office/drawing/2014/main" id="{9B37AC98-F082-1EB7-E3E9-685511DB73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73175" y="3667426"/>
            <a:ext cx="12503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dirty="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600" dirty="0">
              <a:latin typeface="Times New Roman" panose="02020603050405020304" pitchFamily="18" charset="0"/>
            </a:endParaRPr>
          </a:p>
        </p:txBody>
      </p:sp>
      <p:sp>
        <p:nvSpPr>
          <p:cNvPr id="265" name="Rectangle 153">
            <a:extLst>
              <a:ext uri="{FF2B5EF4-FFF2-40B4-BE49-F238E27FC236}">
                <a16:creationId xmlns:a16="http://schemas.microsoft.com/office/drawing/2014/main" id="{24F522E3-1196-B816-42AE-ADB5E45BFA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6318" y="3379048"/>
            <a:ext cx="57708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dirty="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600" dirty="0">
              <a:latin typeface="Times New Roman" panose="02020603050405020304" pitchFamily="18" charset="0"/>
            </a:endParaRPr>
          </a:p>
        </p:txBody>
      </p:sp>
      <p:sp>
        <p:nvSpPr>
          <p:cNvPr id="266" name="Rectangle 154">
            <a:extLst>
              <a:ext uri="{FF2B5EF4-FFF2-40B4-BE49-F238E27FC236}">
                <a16:creationId xmlns:a16="http://schemas.microsoft.com/office/drawing/2014/main" id="{16A90199-4F79-E030-57CD-7B7BBA838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6712" y="3667426"/>
            <a:ext cx="10259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>
                <a:solidFill>
                  <a:srgbClr val="000000"/>
                </a:solidFill>
                <a:latin typeface="Times" panose="02020603050405020304" pitchFamily="18" charset="0"/>
              </a:rPr>
              <a:t>0</a:t>
            </a:r>
            <a:endParaRPr lang="fr-FR" altLang="fr-FR" sz="1600">
              <a:latin typeface="Times New Roman" panose="02020603050405020304" pitchFamily="18" charset="0"/>
            </a:endParaRPr>
          </a:p>
        </p:txBody>
      </p:sp>
      <p:sp>
        <p:nvSpPr>
          <p:cNvPr id="267" name="Line 161">
            <a:extLst>
              <a:ext uri="{FF2B5EF4-FFF2-40B4-BE49-F238E27FC236}">
                <a16:creationId xmlns:a16="http://schemas.microsoft.com/office/drawing/2014/main" id="{D6E3E65B-E74A-3009-F492-3A80961EBCAF}"/>
              </a:ext>
            </a:extLst>
          </p:cNvPr>
          <p:cNvSpPr>
            <a:spLocks noChangeShapeType="1"/>
          </p:cNvSpPr>
          <p:nvPr/>
        </p:nvSpPr>
        <p:spPr bwMode="auto">
          <a:xfrm>
            <a:off x="2130149" y="2864151"/>
            <a:ext cx="1444625" cy="76041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8" name="Line 162">
            <a:extLst>
              <a:ext uri="{FF2B5EF4-FFF2-40B4-BE49-F238E27FC236}">
                <a16:creationId xmlns:a16="http://schemas.microsoft.com/office/drawing/2014/main" id="{B6EA4FCA-7C5B-B1B7-8AEF-AA54DB68C81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131737" y="2857801"/>
            <a:ext cx="7938" cy="7683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69" name="Line 307">
            <a:extLst>
              <a:ext uri="{FF2B5EF4-FFF2-40B4-BE49-F238E27FC236}">
                <a16:creationId xmlns:a16="http://schemas.microsoft.com/office/drawing/2014/main" id="{31CE9676-FE3D-DB01-2B31-79F0424EDDA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157137" y="2186288"/>
            <a:ext cx="1455738" cy="635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70" name="Line 308">
            <a:extLst>
              <a:ext uri="{FF2B5EF4-FFF2-40B4-BE49-F238E27FC236}">
                <a16:creationId xmlns:a16="http://schemas.microsoft.com/office/drawing/2014/main" id="{DC6E9BBF-C09F-1C4F-C83B-B808B2E27CB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423712" y="3627738"/>
            <a:ext cx="715963" cy="31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71" name="Line 308">
            <a:extLst>
              <a:ext uri="{FF2B5EF4-FFF2-40B4-BE49-F238E27FC236}">
                <a16:creationId xmlns:a16="http://schemas.microsoft.com/office/drawing/2014/main" id="{DA944F07-42C7-E52D-A703-A2F128B168F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565248" y="3621388"/>
            <a:ext cx="715963" cy="31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272" name="Group 128">
            <a:extLst>
              <a:ext uri="{FF2B5EF4-FFF2-40B4-BE49-F238E27FC236}">
                <a16:creationId xmlns:a16="http://schemas.microsoft.com/office/drawing/2014/main" id="{12FE6F76-270E-2E55-9708-005C6EB1F9E5}"/>
              </a:ext>
            </a:extLst>
          </p:cNvPr>
          <p:cNvGrpSpPr>
            <a:grpSpLocks/>
          </p:cNvGrpSpPr>
          <p:nvPr/>
        </p:nvGrpSpPr>
        <p:grpSpPr bwMode="auto">
          <a:xfrm>
            <a:off x="1341956" y="3603434"/>
            <a:ext cx="3163888" cy="63500"/>
            <a:chOff x="210" y="1793"/>
            <a:chExt cx="1993" cy="40"/>
          </a:xfrm>
        </p:grpSpPr>
        <p:sp>
          <p:nvSpPr>
            <p:cNvPr id="273" name="Freeform 129">
              <a:extLst>
                <a:ext uri="{FF2B5EF4-FFF2-40B4-BE49-F238E27FC236}">
                  <a16:creationId xmlns:a16="http://schemas.microsoft.com/office/drawing/2014/main" id="{A8032D76-A7F6-83A1-6769-AF88F4D056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5" y="1793"/>
              <a:ext cx="88" cy="40"/>
            </a:xfrm>
            <a:custGeom>
              <a:avLst/>
              <a:gdLst>
                <a:gd name="T0" fmla="*/ 88 w 88"/>
                <a:gd name="T1" fmla="*/ 16 h 40"/>
                <a:gd name="T2" fmla="*/ 0 w 88"/>
                <a:gd name="T3" fmla="*/ 40 h 40"/>
                <a:gd name="T4" fmla="*/ 0 w 88"/>
                <a:gd name="T5" fmla="*/ 16 h 40"/>
                <a:gd name="T6" fmla="*/ 0 w 88"/>
                <a:gd name="T7" fmla="*/ 0 h 40"/>
                <a:gd name="T8" fmla="*/ 88 w 88"/>
                <a:gd name="T9" fmla="*/ 16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40">
                  <a:moveTo>
                    <a:pt x="88" y="16"/>
                  </a:moveTo>
                  <a:lnTo>
                    <a:pt x="0" y="40"/>
                  </a:lnTo>
                  <a:lnTo>
                    <a:pt x="0" y="16"/>
                  </a:lnTo>
                  <a:lnTo>
                    <a:pt x="0" y="0"/>
                  </a:lnTo>
                  <a:lnTo>
                    <a:pt x="88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74" name="Line 130">
              <a:extLst>
                <a:ext uri="{FF2B5EF4-FFF2-40B4-BE49-F238E27FC236}">
                  <a16:creationId xmlns:a16="http://schemas.microsoft.com/office/drawing/2014/main" id="{44E49F2B-8EC3-C173-A2D7-62E8379718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" y="1809"/>
              <a:ext cx="1911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79" name="Rectangle 135">
            <a:extLst>
              <a:ext uri="{FF2B5EF4-FFF2-40B4-BE49-F238E27FC236}">
                <a16:creationId xmlns:a16="http://schemas.microsoft.com/office/drawing/2014/main" id="{7826E3F2-6950-44DC-B4F4-BFEDFDA8F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13931" y="3678445"/>
            <a:ext cx="23243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l-GR" altLang="fr-FR" sz="1600" dirty="0">
                <a:solidFill>
                  <a:srgbClr val="000000"/>
                </a:solidFill>
                <a:latin typeface="Times" panose="02020603050405020304" pitchFamily="18" charset="0"/>
              </a:rPr>
              <a:t>α</a:t>
            </a:r>
            <a:r>
              <a:rPr lang="fr-FR" altLang="fr-FR" sz="1600" dirty="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600" dirty="0">
              <a:latin typeface="Times New Roman" panose="02020603050405020304" pitchFamily="18" charset="0"/>
            </a:endParaRPr>
          </a:p>
        </p:txBody>
      </p:sp>
      <p:sp>
        <p:nvSpPr>
          <p:cNvPr id="280" name="Rectangle 135">
            <a:extLst>
              <a:ext uri="{FF2B5EF4-FFF2-40B4-BE49-F238E27FC236}">
                <a16:creationId xmlns:a16="http://schemas.microsoft.com/office/drawing/2014/main" id="{0092C05E-6D1C-BE3C-BA4E-58E4A3E6B5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8051" y="1961701"/>
            <a:ext cx="23243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l-GR" altLang="fr-FR" sz="1600" dirty="0">
                <a:solidFill>
                  <a:srgbClr val="000000"/>
                </a:solidFill>
                <a:latin typeface="Times" panose="02020603050405020304" pitchFamily="18" charset="0"/>
              </a:rPr>
              <a:t>α</a:t>
            </a:r>
            <a:r>
              <a:rPr lang="fr-FR" altLang="fr-FR" sz="1600" dirty="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600" dirty="0">
              <a:latin typeface="Times New Roman" panose="02020603050405020304" pitchFamily="18" charset="0"/>
            </a:endParaRPr>
          </a:p>
        </p:txBody>
      </p:sp>
      <p:sp>
        <p:nvSpPr>
          <p:cNvPr id="281" name="Rectangle 136">
            <a:extLst>
              <a:ext uri="{FF2B5EF4-FFF2-40B4-BE49-F238E27FC236}">
                <a16:creationId xmlns:a16="http://schemas.microsoft.com/office/drawing/2014/main" id="{D74E72E5-875C-3B07-14C2-9203B3F07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04264" y="1936301"/>
            <a:ext cx="12503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dirty="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600" dirty="0">
              <a:latin typeface="Times New Roman" panose="02020603050405020304" pitchFamily="18" charset="0"/>
            </a:endParaRPr>
          </a:p>
        </p:txBody>
      </p:sp>
      <p:sp>
        <p:nvSpPr>
          <p:cNvPr id="282" name="Rectangle 135">
            <a:extLst>
              <a:ext uri="{FF2B5EF4-FFF2-40B4-BE49-F238E27FC236}">
                <a16:creationId xmlns:a16="http://schemas.microsoft.com/office/drawing/2014/main" id="{9AFF5BB9-36BA-496A-862E-66C67B766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3085" y="3532488"/>
            <a:ext cx="23243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l-GR" altLang="fr-FR" sz="1600" dirty="0">
                <a:solidFill>
                  <a:srgbClr val="000000"/>
                </a:solidFill>
                <a:latin typeface="Times" panose="02020603050405020304" pitchFamily="18" charset="0"/>
              </a:rPr>
              <a:t>α</a:t>
            </a:r>
            <a:r>
              <a:rPr lang="fr-FR" altLang="fr-FR" sz="1600" dirty="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600" dirty="0">
              <a:latin typeface="Times New Roman" panose="02020603050405020304" pitchFamily="18" charset="0"/>
            </a:endParaRPr>
          </a:p>
        </p:txBody>
      </p:sp>
      <p:sp>
        <p:nvSpPr>
          <p:cNvPr id="283" name="Rectangle 136">
            <a:extLst>
              <a:ext uri="{FF2B5EF4-FFF2-40B4-BE49-F238E27FC236}">
                <a16:creationId xmlns:a16="http://schemas.microsoft.com/office/drawing/2014/main" id="{D1BFFF10-663F-9FA0-5961-F3855C7DEE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9298" y="3507088"/>
            <a:ext cx="125034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600" dirty="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6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815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" name="Group 125">
            <a:extLst>
              <a:ext uri="{FF2B5EF4-FFF2-40B4-BE49-F238E27FC236}">
                <a16:creationId xmlns:a16="http://schemas.microsoft.com/office/drawing/2014/main" id="{455F41F4-90A1-1E26-A150-C2C7EA49D139}"/>
              </a:ext>
            </a:extLst>
          </p:cNvPr>
          <p:cNvGrpSpPr>
            <a:grpSpLocks/>
          </p:cNvGrpSpPr>
          <p:nvPr/>
        </p:nvGrpSpPr>
        <p:grpSpPr bwMode="auto">
          <a:xfrm>
            <a:off x="929206" y="1571833"/>
            <a:ext cx="76200" cy="1219200"/>
            <a:chOff x="226" y="1089"/>
            <a:chExt cx="48" cy="768"/>
          </a:xfrm>
        </p:grpSpPr>
        <p:sp>
          <p:nvSpPr>
            <p:cNvPr id="203" name="Freeform 126">
              <a:extLst>
                <a:ext uri="{FF2B5EF4-FFF2-40B4-BE49-F238E27FC236}">
                  <a16:creationId xmlns:a16="http://schemas.microsoft.com/office/drawing/2014/main" id="{DB7D33BE-2D4E-838C-712C-2DF97E28B7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" y="1089"/>
              <a:ext cx="48" cy="88"/>
            </a:xfrm>
            <a:custGeom>
              <a:avLst/>
              <a:gdLst>
                <a:gd name="T0" fmla="*/ 24 w 48"/>
                <a:gd name="T1" fmla="*/ 0 h 88"/>
                <a:gd name="T2" fmla="*/ 48 w 48"/>
                <a:gd name="T3" fmla="*/ 88 h 88"/>
                <a:gd name="T4" fmla="*/ 24 w 48"/>
                <a:gd name="T5" fmla="*/ 88 h 88"/>
                <a:gd name="T6" fmla="*/ 0 w 48"/>
                <a:gd name="T7" fmla="*/ 88 h 88"/>
                <a:gd name="T8" fmla="*/ 24 w 48"/>
                <a:gd name="T9" fmla="*/ 0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88">
                  <a:moveTo>
                    <a:pt x="24" y="0"/>
                  </a:moveTo>
                  <a:lnTo>
                    <a:pt x="48" y="88"/>
                  </a:lnTo>
                  <a:lnTo>
                    <a:pt x="24" y="88"/>
                  </a:lnTo>
                  <a:lnTo>
                    <a:pt x="0" y="88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4" name="Line 127">
              <a:extLst>
                <a:ext uri="{FF2B5EF4-FFF2-40B4-BE49-F238E27FC236}">
                  <a16:creationId xmlns:a16="http://schemas.microsoft.com/office/drawing/2014/main" id="{063F4711-0F90-0B03-6068-3289B78FF5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" y="1177"/>
              <a:ext cx="1" cy="6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05" name="Group 128">
            <a:extLst>
              <a:ext uri="{FF2B5EF4-FFF2-40B4-BE49-F238E27FC236}">
                <a16:creationId xmlns:a16="http://schemas.microsoft.com/office/drawing/2014/main" id="{294B45E7-76F4-C3CC-586C-D5F999BB16F4}"/>
              </a:ext>
            </a:extLst>
          </p:cNvPr>
          <p:cNvGrpSpPr>
            <a:grpSpLocks/>
          </p:cNvGrpSpPr>
          <p:nvPr/>
        </p:nvGrpSpPr>
        <p:grpSpPr bwMode="auto">
          <a:xfrm>
            <a:off x="903806" y="2689433"/>
            <a:ext cx="3883025" cy="63500"/>
            <a:chOff x="210" y="1793"/>
            <a:chExt cx="2446" cy="40"/>
          </a:xfrm>
        </p:grpSpPr>
        <p:sp>
          <p:nvSpPr>
            <p:cNvPr id="206" name="Freeform 129">
              <a:extLst>
                <a:ext uri="{FF2B5EF4-FFF2-40B4-BE49-F238E27FC236}">
                  <a16:creationId xmlns:a16="http://schemas.microsoft.com/office/drawing/2014/main" id="{C9EF9710-F02C-F5BA-2107-38C386C1C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8" y="1793"/>
              <a:ext cx="88" cy="40"/>
            </a:xfrm>
            <a:custGeom>
              <a:avLst/>
              <a:gdLst>
                <a:gd name="T0" fmla="*/ 88 w 88"/>
                <a:gd name="T1" fmla="*/ 16 h 40"/>
                <a:gd name="T2" fmla="*/ 0 w 88"/>
                <a:gd name="T3" fmla="*/ 40 h 40"/>
                <a:gd name="T4" fmla="*/ 0 w 88"/>
                <a:gd name="T5" fmla="*/ 16 h 40"/>
                <a:gd name="T6" fmla="*/ 0 w 88"/>
                <a:gd name="T7" fmla="*/ 0 h 40"/>
                <a:gd name="T8" fmla="*/ 88 w 88"/>
                <a:gd name="T9" fmla="*/ 16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40">
                  <a:moveTo>
                    <a:pt x="88" y="16"/>
                  </a:moveTo>
                  <a:lnTo>
                    <a:pt x="0" y="40"/>
                  </a:lnTo>
                  <a:lnTo>
                    <a:pt x="0" y="16"/>
                  </a:lnTo>
                  <a:lnTo>
                    <a:pt x="0" y="0"/>
                  </a:lnTo>
                  <a:lnTo>
                    <a:pt x="88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07" name="Line 130">
              <a:extLst>
                <a:ext uri="{FF2B5EF4-FFF2-40B4-BE49-F238E27FC236}">
                  <a16:creationId xmlns:a16="http://schemas.microsoft.com/office/drawing/2014/main" id="{9681B4E0-808A-5F35-F5BE-DD47CADB3A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" y="1809"/>
              <a:ext cx="235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08" name="Line 131">
            <a:extLst>
              <a:ext uri="{FF2B5EF4-FFF2-40B4-BE49-F238E27FC236}">
                <a16:creationId xmlns:a16="http://schemas.microsoft.com/office/drawing/2014/main" id="{DE509FAA-771F-040A-AEFB-79DD574214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67306" y="2213183"/>
            <a:ext cx="722313" cy="49530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09" name="Line 132">
            <a:extLst>
              <a:ext uri="{FF2B5EF4-FFF2-40B4-BE49-F238E27FC236}">
                <a16:creationId xmlns:a16="http://schemas.microsoft.com/office/drawing/2014/main" id="{2F104041-3CF3-2C77-33CE-20579DACF7F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24719" y="2203658"/>
            <a:ext cx="722312" cy="49530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10" name="Rectangle 133">
            <a:extLst>
              <a:ext uri="{FF2B5EF4-FFF2-40B4-BE49-F238E27FC236}">
                <a16:creationId xmlns:a16="http://schemas.microsoft.com/office/drawing/2014/main" id="{76459D52-72BE-7A01-2747-E3B86F4584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706" y="1482933"/>
            <a:ext cx="203200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 dirty="0">
                <a:solidFill>
                  <a:srgbClr val="000000"/>
                </a:solidFill>
                <a:latin typeface="Times" panose="02020603050405020304" pitchFamily="18" charset="0"/>
              </a:rPr>
              <a:t>i</a:t>
            </a:r>
            <a:r>
              <a:rPr lang="fr-FR" altLang="fr-FR" sz="1200" baseline="-25000" dirty="0">
                <a:solidFill>
                  <a:srgbClr val="000000"/>
                </a:solidFill>
                <a:latin typeface="Times" panose="02020603050405020304" pitchFamily="18" charset="0"/>
              </a:rPr>
              <a:t>1</a:t>
            </a:r>
            <a:endParaRPr lang="fr-FR" altLang="fr-FR" sz="1800" baseline="-25000" dirty="0">
              <a:latin typeface="Times New Roman" panose="02020603050405020304" pitchFamily="18" charset="0"/>
            </a:endParaRPr>
          </a:p>
        </p:txBody>
      </p:sp>
      <p:sp>
        <p:nvSpPr>
          <p:cNvPr id="211" name="Rectangle 135">
            <a:extLst>
              <a:ext uri="{FF2B5EF4-FFF2-40B4-BE49-F238E27FC236}">
                <a16:creationId xmlns:a16="http://schemas.microsoft.com/office/drawing/2014/main" id="{A7645714-4406-A97B-4429-DF4F637F8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6906" y="2778333"/>
            <a:ext cx="936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12" name="Rectangle 136">
            <a:extLst>
              <a:ext uri="{FF2B5EF4-FFF2-40B4-BE49-F238E27FC236}">
                <a16:creationId xmlns:a16="http://schemas.microsoft.com/office/drawing/2014/main" id="{A72BA46F-110B-9BDD-E67A-7CECB53B1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3119" y="2714833"/>
            <a:ext cx="93662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13" name="Rectangle 137">
            <a:extLst>
              <a:ext uri="{FF2B5EF4-FFF2-40B4-BE49-F238E27FC236}">
                <a16:creationId xmlns:a16="http://schemas.microsoft.com/office/drawing/2014/main" id="{BD5296D8-FA0B-8EE9-96CA-1817FD72D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7206" y="2765633"/>
            <a:ext cx="96838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Symbol" panose="05050102010706020507" pitchFamily="18" charset="2"/>
              </a:rPr>
              <a:t>a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14" name="Rectangle 138">
            <a:extLst>
              <a:ext uri="{FF2B5EF4-FFF2-40B4-BE49-F238E27FC236}">
                <a16:creationId xmlns:a16="http://schemas.microsoft.com/office/drawing/2014/main" id="{098F864B-6E33-8A89-ACCC-D53CE5ECD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1731" y="2384633"/>
            <a:ext cx="428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15" name="Rectangle 139">
            <a:extLst>
              <a:ext uri="{FF2B5EF4-FFF2-40B4-BE49-F238E27FC236}">
                <a16:creationId xmlns:a16="http://schemas.microsoft.com/office/drawing/2014/main" id="{100B32AC-EA90-8192-2648-16EC1DB08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706" y="2752933"/>
            <a:ext cx="76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16" name="Line 140">
            <a:extLst>
              <a:ext uri="{FF2B5EF4-FFF2-40B4-BE49-F238E27FC236}">
                <a16:creationId xmlns:a16="http://schemas.microsoft.com/office/drawing/2014/main" id="{1B12671F-F141-3C65-FFCA-04DEDEFFE121}"/>
              </a:ext>
            </a:extLst>
          </p:cNvPr>
          <p:cNvSpPr>
            <a:spLocks noChangeShapeType="1"/>
          </p:cNvSpPr>
          <p:nvPr/>
        </p:nvSpPr>
        <p:spPr bwMode="auto">
          <a:xfrm>
            <a:off x="1689619" y="2222708"/>
            <a:ext cx="1587" cy="492125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17" name="Line 141">
            <a:extLst>
              <a:ext uri="{FF2B5EF4-FFF2-40B4-BE49-F238E27FC236}">
                <a16:creationId xmlns:a16="http://schemas.microsoft.com/office/drawing/2014/main" id="{2F8F8184-258E-8CA7-0B42-5723B9A332B6}"/>
              </a:ext>
            </a:extLst>
          </p:cNvPr>
          <p:cNvSpPr>
            <a:spLocks noChangeShapeType="1"/>
          </p:cNvSpPr>
          <p:nvPr/>
        </p:nvSpPr>
        <p:spPr bwMode="auto">
          <a:xfrm>
            <a:off x="3847031" y="2203658"/>
            <a:ext cx="1588" cy="511175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218" name="Group 142">
            <a:extLst>
              <a:ext uri="{FF2B5EF4-FFF2-40B4-BE49-F238E27FC236}">
                <a16:creationId xmlns:a16="http://schemas.microsoft.com/office/drawing/2014/main" id="{95754935-F012-103B-AB8A-0AEBADCEDF46}"/>
              </a:ext>
            </a:extLst>
          </p:cNvPr>
          <p:cNvGrpSpPr>
            <a:grpSpLocks/>
          </p:cNvGrpSpPr>
          <p:nvPr/>
        </p:nvGrpSpPr>
        <p:grpSpPr bwMode="auto">
          <a:xfrm>
            <a:off x="929206" y="3083133"/>
            <a:ext cx="76200" cy="1219200"/>
            <a:chOff x="226" y="2041"/>
            <a:chExt cx="48" cy="768"/>
          </a:xfrm>
        </p:grpSpPr>
        <p:sp>
          <p:nvSpPr>
            <p:cNvPr id="219" name="Freeform 143">
              <a:extLst>
                <a:ext uri="{FF2B5EF4-FFF2-40B4-BE49-F238E27FC236}">
                  <a16:creationId xmlns:a16="http://schemas.microsoft.com/office/drawing/2014/main" id="{1B295DB6-3CF1-4FB8-84B0-5CD0188D8A2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" y="2041"/>
              <a:ext cx="48" cy="88"/>
            </a:xfrm>
            <a:custGeom>
              <a:avLst/>
              <a:gdLst>
                <a:gd name="T0" fmla="*/ 24 w 48"/>
                <a:gd name="T1" fmla="*/ 0 h 88"/>
                <a:gd name="T2" fmla="*/ 48 w 48"/>
                <a:gd name="T3" fmla="*/ 88 h 88"/>
                <a:gd name="T4" fmla="*/ 24 w 48"/>
                <a:gd name="T5" fmla="*/ 88 h 88"/>
                <a:gd name="T6" fmla="*/ 0 w 48"/>
                <a:gd name="T7" fmla="*/ 88 h 88"/>
                <a:gd name="T8" fmla="*/ 24 w 48"/>
                <a:gd name="T9" fmla="*/ 0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88">
                  <a:moveTo>
                    <a:pt x="24" y="0"/>
                  </a:moveTo>
                  <a:lnTo>
                    <a:pt x="48" y="88"/>
                  </a:lnTo>
                  <a:lnTo>
                    <a:pt x="24" y="88"/>
                  </a:lnTo>
                  <a:lnTo>
                    <a:pt x="0" y="88"/>
                  </a:lnTo>
                  <a:lnTo>
                    <a:pt x="24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20" name="Line 144">
              <a:extLst>
                <a:ext uri="{FF2B5EF4-FFF2-40B4-BE49-F238E27FC236}">
                  <a16:creationId xmlns:a16="http://schemas.microsoft.com/office/drawing/2014/main" id="{89DE7338-51F0-E915-23E2-01F472CE4D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0" y="2129"/>
              <a:ext cx="1" cy="6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21" name="Group 145">
            <a:extLst>
              <a:ext uri="{FF2B5EF4-FFF2-40B4-BE49-F238E27FC236}">
                <a16:creationId xmlns:a16="http://schemas.microsoft.com/office/drawing/2014/main" id="{780D000C-CD79-89D9-066D-916BBA38BF9F}"/>
              </a:ext>
            </a:extLst>
          </p:cNvPr>
          <p:cNvGrpSpPr>
            <a:grpSpLocks/>
          </p:cNvGrpSpPr>
          <p:nvPr/>
        </p:nvGrpSpPr>
        <p:grpSpPr bwMode="auto">
          <a:xfrm>
            <a:off x="903806" y="4108658"/>
            <a:ext cx="3883025" cy="63500"/>
            <a:chOff x="210" y="2201"/>
            <a:chExt cx="2446" cy="40"/>
          </a:xfrm>
        </p:grpSpPr>
        <p:sp>
          <p:nvSpPr>
            <p:cNvPr id="222" name="Freeform 146">
              <a:extLst>
                <a:ext uri="{FF2B5EF4-FFF2-40B4-BE49-F238E27FC236}">
                  <a16:creationId xmlns:a16="http://schemas.microsoft.com/office/drawing/2014/main" id="{8FD679E3-3CF6-1538-E627-5D8103DB88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8" y="2201"/>
              <a:ext cx="88" cy="40"/>
            </a:xfrm>
            <a:custGeom>
              <a:avLst/>
              <a:gdLst>
                <a:gd name="T0" fmla="*/ 88 w 88"/>
                <a:gd name="T1" fmla="*/ 16 h 40"/>
                <a:gd name="T2" fmla="*/ 0 w 88"/>
                <a:gd name="T3" fmla="*/ 40 h 40"/>
                <a:gd name="T4" fmla="*/ 0 w 88"/>
                <a:gd name="T5" fmla="*/ 16 h 40"/>
                <a:gd name="T6" fmla="*/ 0 w 88"/>
                <a:gd name="T7" fmla="*/ 0 h 40"/>
                <a:gd name="T8" fmla="*/ 88 w 88"/>
                <a:gd name="T9" fmla="*/ 16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40">
                  <a:moveTo>
                    <a:pt x="88" y="16"/>
                  </a:moveTo>
                  <a:lnTo>
                    <a:pt x="0" y="40"/>
                  </a:lnTo>
                  <a:lnTo>
                    <a:pt x="0" y="16"/>
                  </a:lnTo>
                  <a:lnTo>
                    <a:pt x="0" y="0"/>
                  </a:lnTo>
                  <a:lnTo>
                    <a:pt x="88" y="16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223" name="Line 147">
              <a:extLst>
                <a:ext uri="{FF2B5EF4-FFF2-40B4-BE49-F238E27FC236}">
                  <a16:creationId xmlns:a16="http://schemas.microsoft.com/office/drawing/2014/main" id="{638F6EFD-9FCA-FB7F-E4EA-A25644CCF6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0" y="2217"/>
              <a:ext cx="2358" cy="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224" name="Rectangle 148">
            <a:extLst>
              <a:ext uri="{FF2B5EF4-FFF2-40B4-BE49-F238E27FC236}">
                <a16:creationId xmlns:a16="http://schemas.microsoft.com/office/drawing/2014/main" id="{555B3637-5864-0E17-CCA2-295BC5BCE0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1612" y="3006625"/>
            <a:ext cx="123825" cy="1846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 dirty="0">
                <a:solidFill>
                  <a:srgbClr val="000000"/>
                </a:solidFill>
                <a:latin typeface="Times" panose="02020603050405020304" pitchFamily="18" charset="0"/>
              </a:rPr>
              <a:t>i</a:t>
            </a:r>
            <a:r>
              <a:rPr lang="fr-FR" altLang="fr-FR" sz="1200" baseline="-25000" dirty="0">
                <a:solidFill>
                  <a:srgbClr val="000000"/>
                </a:solidFill>
                <a:latin typeface="Times" panose="02020603050405020304" pitchFamily="18" charset="0"/>
              </a:rPr>
              <a:t>2</a:t>
            </a:r>
            <a:endParaRPr lang="fr-FR" altLang="fr-FR" sz="1800" baseline="-25000" dirty="0">
              <a:latin typeface="Times New Roman" panose="02020603050405020304" pitchFamily="18" charset="0"/>
            </a:endParaRPr>
          </a:p>
        </p:txBody>
      </p:sp>
      <p:sp>
        <p:nvSpPr>
          <p:cNvPr id="225" name="Rectangle 150">
            <a:extLst>
              <a:ext uri="{FF2B5EF4-FFF2-40B4-BE49-F238E27FC236}">
                <a16:creationId xmlns:a16="http://schemas.microsoft.com/office/drawing/2014/main" id="{0BF764AA-9B2A-481A-B1B1-E96CA4A36E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76906" y="4197558"/>
            <a:ext cx="936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26" name="Rectangle 151">
            <a:extLst>
              <a:ext uri="{FF2B5EF4-FFF2-40B4-BE49-F238E27FC236}">
                <a16:creationId xmlns:a16="http://schemas.microsoft.com/office/drawing/2014/main" id="{8B673735-D05D-A219-3C6A-B8BFAAE654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23119" y="4134058"/>
            <a:ext cx="93662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27" name="Rectangle 152">
            <a:extLst>
              <a:ext uri="{FF2B5EF4-FFF2-40B4-BE49-F238E27FC236}">
                <a16:creationId xmlns:a16="http://schemas.microsoft.com/office/drawing/2014/main" id="{289F237C-39D4-0871-6251-6D2C7C7116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37206" y="4184858"/>
            <a:ext cx="96838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Symbol" panose="05050102010706020507" pitchFamily="18" charset="2"/>
              </a:rPr>
              <a:t>a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28" name="Rectangle 153">
            <a:extLst>
              <a:ext uri="{FF2B5EF4-FFF2-40B4-BE49-F238E27FC236}">
                <a16:creationId xmlns:a16="http://schemas.microsoft.com/office/drawing/2014/main" id="{FD7666C7-2745-211B-3994-C648209D58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1731" y="3803858"/>
            <a:ext cx="42863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t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29" name="Rectangle 154">
            <a:extLst>
              <a:ext uri="{FF2B5EF4-FFF2-40B4-BE49-F238E27FC236}">
                <a16:creationId xmlns:a16="http://schemas.microsoft.com/office/drawing/2014/main" id="{87109C51-B306-C398-B372-74EF37D9A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706" y="4172158"/>
            <a:ext cx="76200" cy="18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fr-FR" sz="1200">
                <a:solidFill>
                  <a:srgbClr val="000000"/>
                </a:solidFill>
                <a:latin typeface="Times" panose="02020603050405020304" pitchFamily="18" charset="0"/>
              </a:rPr>
              <a:t>0</a:t>
            </a:r>
            <a:endParaRPr lang="fr-FR" altLang="fr-FR" sz="1800">
              <a:latin typeface="Times New Roman" panose="02020603050405020304" pitchFamily="18" charset="0"/>
            </a:endParaRPr>
          </a:p>
        </p:txBody>
      </p:sp>
      <p:sp>
        <p:nvSpPr>
          <p:cNvPr id="230" name="Line 161">
            <a:extLst>
              <a:ext uri="{FF2B5EF4-FFF2-40B4-BE49-F238E27FC236}">
                <a16:creationId xmlns:a16="http://schemas.microsoft.com/office/drawing/2014/main" id="{DEF8F0FA-AA18-0538-A038-2D644404780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80093" y="3368883"/>
            <a:ext cx="1444625" cy="76041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31" name="Line 162">
            <a:extLst>
              <a:ext uri="{FF2B5EF4-FFF2-40B4-BE49-F238E27FC236}">
                <a16:creationId xmlns:a16="http://schemas.microsoft.com/office/drawing/2014/main" id="{4002D190-7C04-A263-8657-C79A00F57FD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1681681" y="3362533"/>
            <a:ext cx="7938" cy="7683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32" name="Line 307">
            <a:extLst>
              <a:ext uri="{FF2B5EF4-FFF2-40B4-BE49-F238E27FC236}">
                <a16:creationId xmlns:a16="http://schemas.microsoft.com/office/drawing/2014/main" id="{78E92997-CA48-C093-E4C4-E4034182BB1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707081" y="2691020"/>
            <a:ext cx="1455738" cy="6350"/>
          </a:xfrm>
          <a:prstGeom prst="line">
            <a:avLst/>
          </a:prstGeom>
          <a:noFill/>
          <a:ln w="28575">
            <a:solidFill>
              <a:srgbClr val="0033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33" name="Line 308">
            <a:extLst>
              <a:ext uri="{FF2B5EF4-FFF2-40B4-BE49-F238E27FC236}">
                <a16:creationId xmlns:a16="http://schemas.microsoft.com/office/drawing/2014/main" id="{A4AB0D1C-4DA5-5E21-4C3D-D4F90452D45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973656" y="4132470"/>
            <a:ext cx="715963" cy="31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34" name="Line 308">
            <a:extLst>
              <a:ext uri="{FF2B5EF4-FFF2-40B4-BE49-F238E27FC236}">
                <a16:creationId xmlns:a16="http://schemas.microsoft.com/office/drawing/2014/main" id="{38B8859F-BD93-5AEC-E795-3393712872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15192" y="4126120"/>
            <a:ext cx="715963" cy="317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762676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43</Words>
  <Application>Microsoft Office PowerPoint</Application>
  <PresentationFormat>Grand écran</PresentationFormat>
  <Paragraphs>36</Paragraphs>
  <Slides>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Symbol</vt:lpstr>
      <vt:lpstr>Times</vt:lpstr>
      <vt:lpstr>Times New Roman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Alexis MARTIN</dc:creator>
  <cp:lastModifiedBy>Alexis MARTIN</cp:lastModifiedBy>
  <cp:revision>1</cp:revision>
  <dcterms:created xsi:type="dcterms:W3CDTF">2026-05-06T16:42:05Z</dcterms:created>
  <dcterms:modified xsi:type="dcterms:W3CDTF">2026-05-06T16:57:18Z</dcterms:modified>
</cp:coreProperties>
</file>