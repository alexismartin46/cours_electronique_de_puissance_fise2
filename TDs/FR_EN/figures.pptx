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1" r:id="rId4"/>
    <p:sldId id="262" r:id="rId5"/>
    <p:sldId id="257" r:id="rId6"/>
    <p:sldId id="258" r:id="rId7"/>
    <p:sldId id="264" r:id="rId8"/>
    <p:sldId id="259" r:id="rId9"/>
    <p:sldId id="260" r:id="rId10"/>
    <p:sldId id="265" r:id="rId11"/>
    <p:sldId id="263" r:id="rId12"/>
    <p:sldId id="267" r:id="rId13"/>
  </p:sldIdLst>
  <p:sldSz cx="8640763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B61B6D-0D6A-43E8-9103-3B0046EA4C4F}" v="69" dt="2026-06-24T09:07:38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027" autoAdjust="0"/>
  </p:normalViewPr>
  <p:slideViewPr>
    <p:cSldViewPr snapToGrid="0">
      <p:cViewPr>
        <p:scale>
          <a:sx n="125" d="100"/>
          <a:sy n="125" d="100"/>
        </p:scale>
        <p:origin x="90" y="-5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MARTIN" userId="ec32c3d9-5957-42d0-8757-996fd533d25b" providerId="ADAL" clId="{B76BE869-635B-4DC9-A437-AFDC8BC5A345}"/>
    <pc:docChg chg="undo custSel addSld modSld">
      <pc:chgData name="Alexis MARTIN" userId="ec32c3d9-5957-42d0-8757-996fd533d25b" providerId="ADAL" clId="{B76BE869-635B-4DC9-A437-AFDC8BC5A345}" dt="2026-06-24T09:07:43.742" v="209" actId="14100"/>
      <pc:docMkLst>
        <pc:docMk/>
      </pc:docMkLst>
      <pc:sldChg chg="addSp delSp modSp new mod">
        <pc:chgData name="Alexis MARTIN" userId="ec32c3d9-5957-42d0-8757-996fd533d25b" providerId="ADAL" clId="{B76BE869-635B-4DC9-A437-AFDC8BC5A345}" dt="2026-06-24T09:07:43.742" v="209" actId="14100"/>
        <pc:sldMkLst>
          <pc:docMk/>
          <pc:sldMk cId="4196119950" sldId="267"/>
        </pc:sldMkLst>
        <pc:spChg chg="del">
          <ac:chgData name="Alexis MARTIN" userId="ec32c3d9-5957-42d0-8757-996fd533d25b" providerId="ADAL" clId="{B76BE869-635B-4DC9-A437-AFDC8BC5A345}" dt="2026-06-24T08:56:50.914" v="1" actId="478"/>
          <ac:spMkLst>
            <pc:docMk/>
            <pc:sldMk cId="4196119950" sldId="267"/>
            <ac:spMk id="2" creationId="{9B0B5C94-271F-D4AB-2D84-F5F625BDF425}"/>
          </ac:spMkLst>
        </pc:spChg>
        <pc:spChg chg="del">
          <ac:chgData name="Alexis MARTIN" userId="ec32c3d9-5957-42d0-8757-996fd533d25b" providerId="ADAL" clId="{B76BE869-635B-4DC9-A437-AFDC8BC5A345}" dt="2026-06-24T08:56:50.914" v="1" actId="478"/>
          <ac:spMkLst>
            <pc:docMk/>
            <pc:sldMk cId="4196119950" sldId="267"/>
            <ac:spMk id="3" creationId="{43AAEF68-11BA-8D93-C30C-4D5F0520B9F1}"/>
          </ac:spMkLst>
        </pc:spChg>
        <pc:spChg chg="add mod">
          <ac:chgData name="Alexis MARTIN" userId="ec32c3d9-5957-42d0-8757-996fd533d25b" providerId="ADAL" clId="{B76BE869-635B-4DC9-A437-AFDC8BC5A345}" dt="2026-06-24T08:57:13.266" v="7"/>
          <ac:spMkLst>
            <pc:docMk/>
            <pc:sldMk cId="4196119950" sldId="267"/>
            <ac:spMk id="10" creationId="{E163650E-D77A-6E2E-4EB3-C4DBB38335C4}"/>
          </ac:spMkLst>
        </pc:spChg>
        <pc:spChg chg="add mod">
          <ac:chgData name="Alexis MARTIN" userId="ec32c3d9-5957-42d0-8757-996fd533d25b" providerId="ADAL" clId="{B76BE869-635B-4DC9-A437-AFDC8BC5A345}" dt="2026-06-24T08:57:13.266" v="7"/>
          <ac:spMkLst>
            <pc:docMk/>
            <pc:sldMk cId="4196119950" sldId="267"/>
            <ac:spMk id="15" creationId="{C9D5286F-91D3-0CD6-61A2-B237502E6DEA}"/>
          </ac:spMkLst>
        </pc:spChg>
        <pc:spChg chg="add mod">
          <ac:chgData name="Alexis MARTIN" userId="ec32c3d9-5957-42d0-8757-996fd533d25b" providerId="ADAL" clId="{B76BE869-635B-4DC9-A437-AFDC8BC5A345}" dt="2026-06-24T08:57:13.266" v="7"/>
          <ac:spMkLst>
            <pc:docMk/>
            <pc:sldMk cId="4196119950" sldId="267"/>
            <ac:spMk id="22" creationId="{2755656C-45A2-75BC-905B-32A362F60905}"/>
          </ac:spMkLst>
        </pc:spChg>
        <pc:spChg chg="add mod">
          <ac:chgData name="Alexis MARTIN" userId="ec32c3d9-5957-42d0-8757-996fd533d25b" providerId="ADAL" clId="{B76BE869-635B-4DC9-A437-AFDC8BC5A345}" dt="2026-06-24T08:57:13.266" v="7"/>
          <ac:spMkLst>
            <pc:docMk/>
            <pc:sldMk cId="4196119950" sldId="267"/>
            <ac:spMk id="23" creationId="{7C6DABDF-A376-974C-ED46-E4D5A4A0E850}"/>
          </ac:spMkLst>
        </pc:spChg>
        <pc:spChg chg="add mod">
          <ac:chgData name="Alexis MARTIN" userId="ec32c3d9-5957-42d0-8757-996fd533d25b" providerId="ADAL" clId="{B76BE869-635B-4DC9-A437-AFDC8BC5A345}" dt="2026-06-24T08:57:13.266" v="7"/>
          <ac:spMkLst>
            <pc:docMk/>
            <pc:sldMk cId="4196119950" sldId="267"/>
            <ac:spMk id="26" creationId="{9081D3B4-7149-3DBC-A0AC-1B11390E87B3}"/>
          </ac:spMkLst>
        </pc:spChg>
        <pc:spChg chg="add mod">
          <ac:chgData name="Alexis MARTIN" userId="ec32c3d9-5957-42d0-8757-996fd533d25b" providerId="ADAL" clId="{B76BE869-635B-4DC9-A437-AFDC8BC5A345}" dt="2026-06-24T08:57:13.266" v="7"/>
          <ac:spMkLst>
            <pc:docMk/>
            <pc:sldMk cId="4196119950" sldId="267"/>
            <ac:spMk id="30" creationId="{3C200553-4917-BE59-0E55-F7B6FB15C15D}"/>
          </ac:spMkLst>
        </pc:spChg>
        <pc:spChg chg="add mod">
          <ac:chgData name="Alexis MARTIN" userId="ec32c3d9-5957-42d0-8757-996fd533d25b" providerId="ADAL" clId="{B76BE869-635B-4DC9-A437-AFDC8BC5A345}" dt="2026-06-24T08:57:13.266" v="7"/>
          <ac:spMkLst>
            <pc:docMk/>
            <pc:sldMk cId="4196119950" sldId="267"/>
            <ac:spMk id="31" creationId="{352CD195-014C-563E-13F2-F3A997D8A7C7}"/>
          </ac:spMkLst>
        </pc:spChg>
        <pc:spChg chg="add mod">
          <ac:chgData name="Alexis MARTIN" userId="ec32c3d9-5957-42d0-8757-996fd533d25b" providerId="ADAL" clId="{B76BE869-635B-4DC9-A437-AFDC8BC5A345}" dt="2026-06-24T08:57:13.266" v="7"/>
          <ac:spMkLst>
            <pc:docMk/>
            <pc:sldMk cId="4196119950" sldId="267"/>
            <ac:spMk id="32" creationId="{81EB927F-2702-998F-F149-F60325FA57E5}"/>
          </ac:spMkLst>
        </pc:spChg>
        <pc:spChg chg="add mod">
          <ac:chgData name="Alexis MARTIN" userId="ec32c3d9-5957-42d0-8757-996fd533d25b" providerId="ADAL" clId="{B76BE869-635B-4DC9-A437-AFDC8BC5A345}" dt="2026-06-24T08:57:13.266" v="7"/>
          <ac:spMkLst>
            <pc:docMk/>
            <pc:sldMk cId="4196119950" sldId="267"/>
            <ac:spMk id="36" creationId="{8518A937-322B-18C5-9F28-BEF344E1B47C}"/>
          </ac:spMkLst>
        </pc:spChg>
        <pc:spChg chg="add mod">
          <ac:chgData name="Alexis MARTIN" userId="ec32c3d9-5957-42d0-8757-996fd533d25b" providerId="ADAL" clId="{B76BE869-635B-4DC9-A437-AFDC8BC5A345}" dt="2026-06-24T08:57:13.266" v="7"/>
          <ac:spMkLst>
            <pc:docMk/>
            <pc:sldMk cId="4196119950" sldId="267"/>
            <ac:spMk id="38" creationId="{3E2DE5D5-F139-552E-1257-20C2C9952CA6}"/>
          </ac:spMkLst>
        </pc:spChg>
        <pc:spChg chg="add mod">
          <ac:chgData name="Alexis MARTIN" userId="ec32c3d9-5957-42d0-8757-996fd533d25b" providerId="ADAL" clId="{B76BE869-635B-4DC9-A437-AFDC8BC5A345}" dt="2026-06-24T09:00:55.721" v="86" actId="1076"/>
          <ac:spMkLst>
            <pc:docMk/>
            <pc:sldMk cId="4196119950" sldId="267"/>
            <ac:spMk id="75" creationId="{A2D8A5D3-F7E7-61AF-3249-1CA11BB673D8}"/>
          </ac:spMkLst>
        </pc:spChg>
        <pc:spChg chg="add mod">
          <ac:chgData name="Alexis MARTIN" userId="ec32c3d9-5957-42d0-8757-996fd533d25b" providerId="ADAL" clId="{B76BE869-635B-4DC9-A437-AFDC8BC5A345}" dt="2026-06-24T09:01:16.269" v="90" actId="1076"/>
          <ac:spMkLst>
            <pc:docMk/>
            <pc:sldMk cId="4196119950" sldId="267"/>
            <ac:spMk id="76" creationId="{21E553D2-4A6B-1909-17AB-41655A844C3F}"/>
          </ac:spMkLst>
        </pc:spChg>
        <pc:spChg chg="add mod">
          <ac:chgData name="Alexis MARTIN" userId="ec32c3d9-5957-42d0-8757-996fd533d25b" providerId="ADAL" clId="{B76BE869-635B-4DC9-A437-AFDC8BC5A345}" dt="2026-06-24T09:01:27.083" v="95" actId="1076"/>
          <ac:spMkLst>
            <pc:docMk/>
            <pc:sldMk cId="4196119950" sldId="267"/>
            <ac:spMk id="77" creationId="{4983C7AC-4BCB-BDD9-1EDE-256D147EFF33}"/>
          </ac:spMkLst>
        </pc:spChg>
        <pc:spChg chg="add mod">
          <ac:chgData name="Alexis MARTIN" userId="ec32c3d9-5957-42d0-8757-996fd533d25b" providerId="ADAL" clId="{B76BE869-635B-4DC9-A437-AFDC8BC5A345}" dt="2026-06-24T09:03:14.820" v="137" actId="1037"/>
          <ac:spMkLst>
            <pc:docMk/>
            <pc:sldMk cId="4196119950" sldId="267"/>
            <ac:spMk id="96" creationId="{1BB07C83-028C-1D90-C685-4C1568C9C68D}"/>
          </ac:spMkLst>
        </pc:spChg>
        <pc:spChg chg="add mod">
          <ac:chgData name="Alexis MARTIN" userId="ec32c3d9-5957-42d0-8757-996fd533d25b" providerId="ADAL" clId="{B76BE869-635B-4DC9-A437-AFDC8BC5A345}" dt="2026-06-24T09:03:40.584" v="151" actId="1076"/>
          <ac:spMkLst>
            <pc:docMk/>
            <pc:sldMk cId="4196119950" sldId="267"/>
            <ac:spMk id="97" creationId="{DE396919-36E0-25F4-1F11-4E52CA5E7C65}"/>
          </ac:spMkLst>
        </pc:spChg>
        <pc:picChg chg="add del mod">
          <ac:chgData name="Alexis MARTIN" userId="ec32c3d9-5957-42d0-8757-996fd533d25b" providerId="ADAL" clId="{B76BE869-635B-4DC9-A437-AFDC8BC5A345}" dt="2026-06-24T08:57:09.198" v="6" actId="478"/>
          <ac:picMkLst>
            <pc:docMk/>
            <pc:sldMk cId="4196119950" sldId="267"/>
            <ac:picMk id="5" creationId="{12B445C5-60E9-4955-2A32-90F099819AAA}"/>
          </ac:picMkLst>
        </pc:picChg>
        <pc:cxnChg chg="add mod">
          <ac:chgData name="Alexis MARTIN" userId="ec32c3d9-5957-42d0-8757-996fd533d25b" providerId="ADAL" clId="{B76BE869-635B-4DC9-A437-AFDC8BC5A345}" dt="2026-06-24T08:57:49.183" v="13" actId="14100"/>
          <ac:cxnSpMkLst>
            <pc:docMk/>
            <pc:sldMk cId="4196119950" sldId="267"/>
            <ac:cxnSpMk id="44" creationId="{35728AAC-C21E-3EB0-AB72-307364A283A6}"/>
          </ac:cxnSpMkLst>
        </pc:cxnChg>
        <pc:cxnChg chg="add mod">
          <ac:chgData name="Alexis MARTIN" userId="ec32c3d9-5957-42d0-8757-996fd533d25b" providerId="ADAL" clId="{B76BE869-635B-4DC9-A437-AFDC8BC5A345}" dt="2026-06-24T08:58:03.824" v="17" actId="1076"/>
          <ac:cxnSpMkLst>
            <pc:docMk/>
            <pc:sldMk cId="4196119950" sldId="267"/>
            <ac:cxnSpMk id="47" creationId="{F97349C7-86F9-FFF0-83B0-7189A1CE9A8B}"/>
          </ac:cxnSpMkLst>
        </pc:cxnChg>
        <pc:cxnChg chg="add mod">
          <ac:chgData name="Alexis MARTIN" userId="ec32c3d9-5957-42d0-8757-996fd533d25b" providerId="ADAL" clId="{B76BE869-635B-4DC9-A437-AFDC8BC5A345}" dt="2026-06-24T08:58:22.670" v="32" actId="1035"/>
          <ac:cxnSpMkLst>
            <pc:docMk/>
            <pc:sldMk cId="4196119950" sldId="267"/>
            <ac:cxnSpMk id="48" creationId="{1479BFEC-11A9-323E-243F-2D7C38E6593E}"/>
          </ac:cxnSpMkLst>
        </pc:cxnChg>
        <pc:cxnChg chg="add mod">
          <ac:chgData name="Alexis MARTIN" userId="ec32c3d9-5957-42d0-8757-996fd533d25b" providerId="ADAL" clId="{B76BE869-635B-4DC9-A437-AFDC8BC5A345}" dt="2026-06-24T08:58:31.931" v="38" actId="1036"/>
          <ac:cxnSpMkLst>
            <pc:docMk/>
            <pc:sldMk cId="4196119950" sldId="267"/>
            <ac:cxnSpMk id="52" creationId="{1C81863A-3C64-5874-989E-347E18822738}"/>
          </ac:cxnSpMkLst>
        </pc:cxnChg>
        <pc:cxnChg chg="add mod">
          <ac:chgData name="Alexis MARTIN" userId="ec32c3d9-5957-42d0-8757-996fd533d25b" providerId="ADAL" clId="{B76BE869-635B-4DC9-A437-AFDC8BC5A345}" dt="2026-06-24T08:58:39.973" v="41" actId="14100"/>
          <ac:cxnSpMkLst>
            <pc:docMk/>
            <pc:sldMk cId="4196119950" sldId="267"/>
            <ac:cxnSpMk id="53" creationId="{EDF93D96-505F-5038-47A7-5A87A3ADF00A}"/>
          </ac:cxnSpMkLst>
        </pc:cxnChg>
        <pc:cxnChg chg="add mod">
          <ac:chgData name="Alexis MARTIN" userId="ec32c3d9-5957-42d0-8757-996fd533d25b" providerId="ADAL" clId="{B76BE869-635B-4DC9-A437-AFDC8BC5A345}" dt="2026-06-24T08:58:48.726" v="42"/>
          <ac:cxnSpMkLst>
            <pc:docMk/>
            <pc:sldMk cId="4196119950" sldId="267"/>
            <ac:cxnSpMk id="55" creationId="{85EA698E-001D-210E-5D3A-AD3DB0179A04}"/>
          </ac:cxnSpMkLst>
        </pc:cxnChg>
        <pc:cxnChg chg="add mod">
          <ac:chgData name="Alexis MARTIN" userId="ec32c3d9-5957-42d0-8757-996fd533d25b" providerId="ADAL" clId="{B76BE869-635B-4DC9-A437-AFDC8BC5A345}" dt="2026-06-24T08:58:55.424" v="45" actId="14100"/>
          <ac:cxnSpMkLst>
            <pc:docMk/>
            <pc:sldMk cId="4196119950" sldId="267"/>
            <ac:cxnSpMk id="56" creationId="{C9969ACB-50B5-FDB9-88A8-7C88ADE0B3DE}"/>
          </ac:cxnSpMkLst>
        </pc:cxnChg>
        <pc:cxnChg chg="add mod">
          <ac:chgData name="Alexis MARTIN" userId="ec32c3d9-5957-42d0-8757-996fd533d25b" providerId="ADAL" clId="{B76BE869-635B-4DC9-A437-AFDC8BC5A345}" dt="2026-06-24T08:59:18.947" v="51" actId="14100"/>
          <ac:cxnSpMkLst>
            <pc:docMk/>
            <pc:sldMk cId="4196119950" sldId="267"/>
            <ac:cxnSpMk id="58" creationId="{714A8CE8-4EF8-08AF-8D5E-09971E038A42}"/>
          </ac:cxnSpMkLst>
        </pc:cxnChg>
        <pc:cxnChg chg="add mod">
          <ac:chgData name="Alexis MARTIN" userId="ec32c3d9-5957-42d0-8757-996fd533d25b" providerId="ADAL" clId="{B76BE869-635B-4DC9-A437-AFDC8BC5A345}" dt="2026-06-24T08:59:10.941" v="50" actId="1076"/>
          <ac:cxnSpMkLst>
            <pc:docMk/>
            <pc:sldMk cId="4196119950" sldId="267"/>
            <ac:cxnSpMk id="59" creationId="{B0B2AEE1-0740-0B46-FF5E-F817080E0F0F}"/>
          </ac:cxnSpMkLst>
        </pc:cxnChg>
        <pc:cxnChg chg="add mod">
          <ac:chgData name="Alexis MARTIN" userId="ec32c3d9-5957-42d0-8757-996fd533d25b" providerId="ADAL" clId="{B76BE869-635B-4DC9-A437-AFDC8BC5A345}" dt="2026-06-24T08:59:27.168" v="54" actId="14100"/>
          <ac:cxnSpMkLst>
            <pc:docMk/>
            <pc:sldMk cId="4196119950" sldId="267"/>
            <ac:cxnSpMk id="61" creationId="{9A90BB71-902B-2845-AD8C-5A5B654ED2F7}"/>
          </ac:cxnSpMkLst>
        </pc:cxnChg>
        <pc:cxnChg chg="add mod">
          <ac:chgData name="Alexis MARTIN" userId="ec32c3d9-5957-42d0-8757-996fd533d25b" providerId="ADAL" clId="{B76BE869-635B-4DC9-A437-AFDC8BC5A345}" dt="2026-06-24T08:59:37.145" v="62" actId="14100"/>
          <ac:cxnSpMkLst>
            <pc:docMk/>
            <pc:sldMk cId="4196119950" sldId="267"/>
            <ac:cxnSpMk id="64" creationId="{6ABAF7A6-A0D8-EF9C-5EA7-A638D60F385C}"/>
          </ac:cxnSpMkLst>
        </pc:cxnChg>
        <pc:cxnChg chg="add mod">
          <ac:chgData name="Alexis MARTIN" userId="ec32c3d9-5957-42d0-8757-996fd533d25b" providerId="ADAL" clId="{B76BE869-635B-4DC9-A437-AFDC8BC5A345}" dt="2026-06-24T08:59:48.701" v="68" actId="14100"/>
          <ac:cxnSpMkLst>
            <pc:docMk/>
            <pc:sldMk cId="4196119950" sldId="267"/>
            <ac:cxnSpMk id="66" creationId="{D03F3A32-1DA2-6427-8805-8006E2E4DD1F}"/>
          </ac:cxnSpMkLst>
        </pc:cxnChg>
        <pc:cxnChg chg="add mod">
          <ac:chgData name="Alexis MARTIN" userId="ec32c3d9-5957-42d0-8757-996fd533d25b" providerId="ADAL" clId="{B76BE869-635B-4DC9-A437-AFDC8BC5A345}" dt="2026-06-24T08:59:58.318" v="71" actId="14100"/>
          <ac:cxnSpMkLst>
            <pc:docMk/>
            <pc:sldMk cId="4196119950" sldId="267"/>
            <ac:cxnSpMk id="68" creationId="{5271CFCE-C1B9-A50D-C55A-A745536B9E16}"/>
          </ac:cxnSpMkLst>
        </pc:cxnChg>
        <pc:cxnChg chg="add mod">
          <ac:chgData name="Alexis MARTIN" userId="ec32c3d9-5957-42d0-8757-996fd533d25b" providerId="ADAL" clId="{B76BE869-635B-4DC9-A437-AFDC8BC5A345}" dt="2026-06-24T09:00:05.022" v="74" actId="14100"/>
          <ac:cxnSpMkLst>
            <pc:docMk/>
            <pc:sldMk cId="4196119950" sldId="267"/>
            <ac:cxnSpMk id="70" creationId="{A266829B-3849-BE25-968A-A2BD30EF3FE0}"/>
          </ac:cxnSpMkLst>
        </pc:cxnChg>
        <pc:cxnChg chg="add mod">
          <ac:chgData name="Alexis MARTIN" userId="ec32c3d9-5957-42d0-8757-996fd533d25b" providerId="ADAL" clId="{B76BE869-635B-4DC9-A437-AFDC8BC5A345}" dt="2026-06-24T09:00:29.216" v="78" actId="1582"/>
          <ac:cxnSpMkLst>
            <pc:docMk/>
            <pc:sldMk cId="4196119950" sldId="267"/>
            <ac:cxnSpMk id="72" creationId="{108B3D46-580C-E4AF-1DE5-E522A54D7161}"/>
          </ac:cxnSpMkLst>
        </pc:cxnChg>
        <pc:cxnChg chg="add mod">
          <ac:chgData name="Alexis MARTIN" userId="ec32c3d9-5957-42d0-8757-996fd533d25b" providerId="ADAL" clId="{B76BE869-635B-4DC9-A437-AFDC8BC5A345}" dt="2026-06-24T09:01:49.132" v="98" actId="208"/>
          <ac:cxnSpMkLst>
            <pc:docMk/>
            <pc:sldMk cId="4196119950" sldId="267"/>
            <ac:cxnSpMk id="78" creationId="{9FF6E869-A0AE-1521-F272-75FC01C13B39}"/>
          </ac:cxnSpMkLst>
        </pc:cxnChg>
        <pc:cxnChg chg="add mod">
          <ac:chgData name="Alexis MARTIN" userId="ec32c3d9-5957-42d0-8757-996fd533d25b" providerId="ADAL" clId="{B76BE869-635B-4DC9-A437-AFDC8BC5A345}" dt="2026-06-24T09:01:56.393" v="101" actId="14100"/>
          <ac:cxnSpMkLst>
            <pc:docMk/>
            <pc:sldMk cId="4196119950" sldId="267"/>
            <ac:cxnSpMk id="79" creationId="{C994D144-FB0F-F73A-E23B-20EE8A4E165E}"/>
          </ac:cxnSpMkLst>
        </pc:cxnChg>
        <pc:cxnChg chg="add mod">
          <ac:chgData name="Alexis MARTIN" userId="ec32c3d9-5957-42d0-8757-996fd533d25b" providerId="ADAL" clId="{B76BE869-635B-4DC9-A437-AFDC8BC5A345}" dt="2026-06-24T09:02:04.815" v="105" actId="14100"/>
          <ac:cxnSpMkLst>
            <pc:docMk/>
            <pc:sldMk cId="4196119950" sldId="267"/>
            <ac:cxnSpMk id="81" creationId="{23484161-ABC4-04B1-39AF-D25FBB3A97C9}"/>
          </ac:cxnSpMkLst>
        </pc:cxnChg>
        <pc:cxnChg chg="add mod">
          <ac:chgData name="Alexis MARTIN" userId="ec32c3d9-5957-42d0-8757-996fd533d25b" providerId="ADAL" clId="{B76BE869-635B-4DC9-A437-AFDC8BC5A345}" dt="2026-06-24T09:02:12.343" v="108" actId="14100"/>
          <ac:cxnSpMkLst>
            <pc:docMk/>
            <pc:sldMk cId="4196119950" sldId="267"/>
            <ac:cxnSpMk id="85" creationId="{9CF8C6F1-333B-7576-597C-BF2CF8517860}"/>
          </ac:cxnSpMkLst>
        </pc:cxnChg>
        <pc:cxnChg chg="add mod">
          <ac:chgData name="Alexis MARTIN" userId="ec32c3d9-5957-42d0-8757-996fd533d25b" providerId="ADAL" clId="{B76BE869-635B-4DC9-A437-AFDC8BC5A345}" dt="2026-06-24T09:02:17.592" v="111" actId="14100"/>
          <ac:cxnSpMkLst>
            <pc:docMk/>
            <pc:sldMk cId="4196119950" sldId="267"/>
            <ac:cxnSpMk id="87" creationId="{B0DB8D3A-2603-44E4-8BDD-D24C549EA39F}"/>
          </ac:cxnSpMkLst>
        </pc:cxnChg>
        <pc:cxnChg chg="add mod">
          <ac:chgData name="Alexis MARTIN" userId="ec32c3d9-5957-42d0-8757-996fd533d25b" providerId="ADAL" clId="{B76BE869-635B-4DC9-A437-AFDC8BC5A345}" dt="2026-06-24T09:02:22.522" v="113" actId="1076"/>
          <ac:cxnSpMkLst>
            <pc:docMk/>
            <pc:sldMk cId="4196119950" sldId="267"/>
            <ac:cxnSpMk id="89" creationId="{58731FC8-E6A2-E745-B480-AE7ED2796984}"/>
          </ac:cxnSpMkLst>
        </pc:cxnChg>
        <pc:cxnChg chg="add mod">
          <ac:chgData name="Alexis MARTIN" userId="ec32c3d9-5957-42d0-8757-996fd533d25b" providerId="ADAL" clId="{B76BE869-635B-4DC9-A437-AFDC8BC5A345}" dt="2026-06-24T09:02:35.896" v="116" actId="14100"/>
          <ac:cxnSpMkLst>
            <pc:docMk/>
            <pc:sldMk cId="4196119950" sldId="267"/>
            <ac:cxnSpMk id="90" creationId="{E22F4527-C265-3AC7-3DC5-2B23B8301232}"/>
          </ac:cxnSpMkLst>
        </pc:cxnChg>
        <pc:cxnChg chg="add mod">
          <ac:chgData name="Alexis MARTIN" userId="ec32c3d9-5957-42d0-8757-996fd533d25b" providerId="ADAL" clId="{B76BE869-635B-4DC9-A437-AFDC8BC5A345}" dt="2026-06-24T09:02:43.392" v="119" actId="14100"/>
          <ac:cxnSpMkLst>
            <pc:docMk/>
            <pc:sldMk cId="4196119950" sldId="267"/>
            <ac:cxnSpMk id="92" creationId="{B74765D2-9ACB-850F-F814-F734741261E5}"/>
          </ac:cxnSpMkLst>
        </pc:cxnChg>
        <pc:cxnChg chg="add mod">
          <ac:chgData name="Alexis MARTIN" userId="ec32c3d9-5957-42d0-8757-996fd533d25b" providerId="ADAL" clId="{B76BE869-635B-4DC9-A437-AFDC8BC5A345}" dt="2026-06-24T09:02:49.230" v="122" actId="14100"/>
          <ac:cxnSpMkLst>
            <pc:docMk/>
            <pc:sldMk cId="4196119950" sldId="267"/>
            <ac:cxnSpMk id="94" creationId="{88A81794-E195-BCC5-3FB4-687260C1909F}"/>
          </ac:cxnSpMkLst>
        </pc:cxnChg>
        <pc:cxnChg chg="add mod">
          <ac:chgData name="Alexis MARTIN" userId="ec32c3d9-5957-42d0-8757-996fd533d25b" providerId="ADAL" clId="{B76BE869-635B-4DC9-A437-AFDC8BC5A345}" dt="2026-06-24T09:05:02.431" v="166" actId="693"/>
          <ac:cxnSpMkLst>
            <pc:docMk/>
            <pc:sldMk cId="4196119950" sldId="267"/>
            <ac:cxnSpMk id="98" creationId="{C3D13A28-BAF0-0E71-2F6A-A79F0CD62590}"/>
          </ac:cxnSpMkLst>
        </pc:cxnChg>
        <pc:cxnChg chg="add mod">
          <ac:chgData name="Alexis MARTIN" userId="ec32c3d9-5957-42d0-8757-996fd533d25b" providerId="ADAL" clId="{B76BE869-635B-4DC9-A437-AFDC8BC5A345}" dt="2026-06-24T09:04:20.577" v="157" actId="1076"/>
          <ac:cxnSpMkLst>
            <pc:docMk/>
            <pc:sldMk cId="4196119950" sldId="267"/>
            <ac:cxnSpMk id="99" creationId="{A42BD313-597B-6F04-6A40-6C4E7F3CAC57}"/>
          </ac:cxnSpMkLst>
        </pc:cxnChg>
        <pc:cxnChg chg="add mod">
          <ac:chgData name="Alexis MARTIN" userId="ec32c3d9-5957-42d0-8757-996fd533d25b" providerId="ADAL" clId="{B76BE869-635B-4DC9-A437-AFDC8BC5A345}" dt="2026-06-24T09:05:12.200" v="168" actId="1076"/>
          <ac:cxnSpMkLst>
            <pc:docMk/>
            <pc:sldMk cId="4196119950" sldId="267"/>
            <ac:cxnSpMk id="101" creationId="{82A24A0F-8B95-7A8A-D56D-667A16524866}"/>
          </ac:cxnSpMkLst>
        </pc:cxnChg>
        <pc:cxnChg chg="add mod">
          <ac:chgData name="Alexis MARTIN" userId="ec32c3d9-5957-42d0-8757-996fd533d25b" providerId="ADAL" clId="{B76BE869-635B-4DC9-A437-AFDC8BC5A345}" dt="2026-06-24T09:05:34.633" v="172" actId="14100"/>
          <ac:cxnSpMkLst>
            <pc:docMk/>
            <pc:sldMk cId="4196119950" sldId="267"/>
            <ac:cxnSpMk id="102" creationId="{8483BAFE-17DE-DC7E-480D-803155CDC665}"/>
          </ac:cxnSpMkLst>
        </pc:cxnChg>
        <pc:cxnChg chg="add mod">
          <ac:chgData name="Alexis MARTIN" userId="ec32c3d9-5957-42d0-8757-996fd533d25b" providerId="ADAL" clId="{B76BE869-635B-4DC9-A437-AFDC8BC5A345}" dt="2026-06-24T09:05:50.171" v="176" actId="208"/>
          <ac:cxnSpMkLst>
            <pc:docMk/>
            <pc:sldMk cId="4196119950" sldId="267"/>
            <ac:cxnSpMk id="105" creationId="{0CB7DB6C-6BA5-2D62-40A1-1CC28C4B3E44}"/>
          </ac:cxnSpMkLst>
        </pc:cxnChg>
        <pc:cxnChg chg="add mod">
          <ac:chgData name="Alexis MARTIN" userId="ec32c3d9-5957-42d0-8757-996fd533d25b" providerId="ADAL" clId="{B76BE869-635B-4DC9-A437-AFDC8BC5A345}" dt="2026-06-24T09:06:03.249" v="179" actId="14100"/>
          <ac:cxnSpMkLst>
            <pc:docMk/>
            <pc:sldMk cId="4196119950" sldId="267"/>
            <ac:cxnSpMk id="106" creationId="{BD54D403-9A25-9AD7-8B99-D8D6FFCF0F1C}"/>
          </ac:cxnSpMkLst>
        </pc:cxnChg>
        <pc:cxnChg chg="add del mod">
          <ac:chgData name="Alexis MARTIN" userId="ec32c3d9-5957-42d0-8757-996fd533d25b" providerId="ADAL" clId="{B76BE869-635B-4DC9-A437-AFDC8BC5A345}" dt="2026-06-24T09:06:21.159" v="182" actId="478"/>
          <ac:cxnSpMkLst>
            <pc:docMk/>
            <pc:sldMk cId="4196119950" sldId="267"/>
            <ac:cxnSpMk id="108" creationId="{3B39B355-5479-FC3D-E74D-391AAE3A80BE}"/>
          </ac:cxnSpMkLst>
        </pc:cxnChg>
        <pc:cxnChg chg="add mod">
          <ac:chgData name="Alexis MARTIN" userId="ec32c3d9-5957-42d0-8757-996fd533d25b" providerId="ADAL" clId="{B76BE869-635B-4DC9-A437-AFDC8BC5A345}" dt="2026-06-24T09:06:27.414" v="184" actId="14100"/>
          <ac:cxnSpMkLst>
            <pc:docMk/>
            <pc:sldMk cId="4196119950" sldId="267"/>
            <ac:cxnSpMk id="109" creationId="{1BDB43D2-928C-6064-5B63-45CBE8759901}"/>
          </ac:cxnSpMkLst>
        </pc:cxnChg>
        <pc:cxnChg chg="add mod">
          <ac:chgData name="Alexis MARTIN" userId="ec32c3d9-5957-42d0-8757-996fd533d25b" providerId="ADAL" clId="{B76BE869-635B-4DC9-A437-AFDC8BC5A345}" dt="2026-06-24T09:06:29.946" v="185" actId="14100"/>
          <ac:cxnSpMkLst>
            <pc:docMk/>
            <pc:sldMk cId="4196119950" sldId="267"/>
            <ac:cxnSpMk id="110" creationId="{6EBC90B8-F6D4-B06D-09E2-81208CFF5D2C}"/>
          </ac:cxnSpMkLst>
        </pc:cxnChg>
        <pc:cxnChg chg="add mod">
          <ac:chgData name="Alexis MARTIN" userId="ec32c3d9-5957-42d0-8757-996fd533d25b" providerId="ADAL" clId="{B76BE869-635B-4DC9-A437-AFDC8BC5A345}" dt="2026-06-24T09:06:25.030" v="183" actId="14100"/>
          <ac:cxnSpMkLst>
            <pc:docMk/>
            <pc:sldMk cId="4196119950" sldId="267"/>
            <ac:cxnSpMk id="111" creationId="{DAA0336B-7865-07CF-DD24-2F3DB9C6E9A2}"/>
          </ac:cxnSpMkLst>
        </pc:cxnChg>
        <pc:cxnChg chg="add mod">
          <ac:chgData name="Alexis MARTIN" userId="ec32c3d9-5957-42d0-8757-996fd533d25b" providerId="ADAL" clId="{B76BE869-635B-4DC9-A437-AFDC8BC5A345}" dt="2026-06-24T09:06:59.770" v="194" actId="1076"/>
          <ac:cxnSpMkLst>
            <pc:docMk/>
            <pc:sldMk cId="4196119950" sldId="267"/>
            <ac:cxnSpMk id="115" creationId="{DD05A595-61EE-4410-0343-2B3E7EAD7010}"/>
          </ac:cxnSpMkLst>
        </pc:cxnChg>
        <pc:cxnChg chg="add mod">
          <ac:chgData name="Alexis MARTIN" userId="ec32c3d9-5957-42d0-8757-996fd533d25b" providerId="ADAL" clId="{B76BE869-635B-4DC9-A437-AFDC8BC5A345}" dt="2026-06-24T09:06:59.770" v="194" actId="1076"/>
          <ac:cxnSpMkLst>
            <pc:docMk/>
            <pc:sldMk cId="4196119950" sldId="267"/>
            <ac:cxnSpMk id="116" creationId="{B38E8877-3C32-C147-55B5-EC524EFBFE32}"/>
          </ac:cxnSpMkLst>
        </pc:cxnChg>
        <pc:cxnChg chg="add mod">
          <ac:chgData name="Alexis MARTIN" userId="ec32c3d9-5957-42d0-8757-996fd533d25b" providerId="ADAL" clId="{B76BE869-635B-4DC9-A437-AFDC8BC5A345}" dt="2026-06-24T09:07:17.536" v="197" actId="14100"/>
          <ac:cxnSpMkLst>
            <pc:docMk/>
            <pc:sldMk cId="4196119950" sldId="267"/>
            <ac:cxnSpMk id="123" creationId="{58AABCD4-DD1F-1D8F-F3FD-188E58521613}"/>
          </ac:cxnSpMkLst>
        </pc:cxnChg>
        <pc:cxnChg chg="add mod">
          <ac:chgData name="Alexis MARTIN" userId="ec32c3d9-5957-42d0-8757-996fd533d25b" providerId="ADAL" clId="{B76BE869-635B-4DC9-A437-AFDC8BC5A345}" dt="2026-06-24T09:07:24.532" v="200" actId="14100"/>
          <ac:cxnSpMkLst>
            <pc:docMk/>
            <pc:sldMk cId="4196119950" sldId="267"/>
            <ac:cxnSpMk id="125" creationId="{B952C007-483A-7018-40C1-A8FC47FC69FF}"/>
          </ac:cxnSpMkLst>
        </pc:cxnChg>
        <pc:cxnChg chg="add mod">
          <ac:chgData name="Alexis MARTIN" userId="ec32c3d9-5957-42d0-8757-996fd533d25b" providerId="ADAL" clId="{B76BE869-635B-4DC9-A437-AFDC8BC5A345}" dt="2026-06-24T09:07:32.073" v="204" actId="14100"/>
          <ac:cxnSpMkLst>
            <pc:docMk/>
            <pc:sldMk cId="4196119950" sldId="267"/>
            <ac:cxnSpMk id="127" creationId="{7785030E-6187-95DA-87D0-8F926DCD4896}"/>
          </ac:cxnSpMkLst>
        </pc:cxnChg>
        <pc:cxnChg chg="add mod">
          <ac:chgData name="Alexis MARTIN" userId="ec32c3d9-5957-42d0-8757-996fd533d25b" providerId="ADAL" clId="{B76BE869-635B-4DC9-A437-AFDC8BC5A345}" dt="2026-06-24T09:07:37.604" v="206" actId="1076"/>
          <ac:cxnSpMkLst>
            <pc:docMk/>
            <pc:sldMk cId="4196119950" sldId="267"/>
            <ac:cxnSpMk id="130" creationId="{5551F38F-DA8D-CB63-BB7C-9E3093071D35}"/>
          </ac:cxnSpMkLst>
        </pc:cxnChg>
        <pc:cxnChg chg="add mod">
          <ac:chgData name="Alexis MARTIN" userId="ec32c3d9-5957-42d0-8757-996fd533d25b" providerId="ADAL" clId="{B76BE869-635B-4DC9-A437-AFDC8BC5A345}" dt="2026-06-24T09:07:43.742" v="209" actId="14100"/>
          <ac:cxnSpMkLst>
            <pc:docMk/>
            <pc:sldMk cId="4196119950" sldId="267"/>
            <ac:cxnSpMk id="131" creationId="{2F8EF38C-F80F-E154-8404-0AC2829C7D1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57" y="1885414"/>
            <a:ext cx="7344649" cy="4010837"/>
          </a:xfrm>
        </p:spPr>
        <p:txBody>
          <a:bodyPr anchor="b"/>
          <a:lstStyle>
            <a:lvl1pPr algn="ctr">
              <a:defRPr sz="567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6050924"/>
            <a:ext cx="6480572" cy="2781450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54" indent="0" algn="ctr">
              <a:buNone/>
              <a:defRPr sz="1890"/>
            </a:lvl2pPr>
            <a:lvl3pPr marL="864108" indent="0" algn="ctr">
              <a:buNone/>
              <a:defRPr sz="1701"/>
            </a:lvl3pPr>
            <a:lvl4pPr marL="1296162" indent="0" algn="ctr">
              <a:buNone/>
              <a:defRPr sz="1512"/>
            </a:lvl4pPr>
            <a:lvl5pPr marL="1728216" indent="0" algn="ctr">
              <a:buNone/>
              <a:defRPr sz="1512"/>
            </a:lvl5pPr>
            <a:lvl6pPr marL="2160270" indent="0" algn="ctr">
              <a:buNone/>
              <a:defRPr sz="1512"/>
            </a:lvl6pPr>
            <a:lvl7pPr marL="2592324" indent="0" algn="ctr">
              <a:buNone/>
              <a:defRPr sz="1512"/>
            </a:lvl7pPr>
            <a:lvl8pPr marL="3024378" indent="0" algn="ctr">
              <a:buNone/>
              <a:defRPr sz="1512"/>
            </a:lvl8pPr>
            <a:lvl9pPr marL="3456432" indent="0" algn="ctr">
              <a:buNone/>
              <a:defRPr sz="1512"/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5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436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3" y="2872125"/>
            <a:ext cx="7452658" cy="4792202"/>
          </a:xfrm>
        </p:spPr>
        <p:txBody>
          <a:bodyPr anchor="b"/>
          <a:lstStyle>
            <a:lvl1pPr>
              <a:defRPr sz="567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3" y="7709663"/>
            <a:ext cx="7452658" cy="2520106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5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108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16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21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27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3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37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43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46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3066796"/>
            <a:ext cx="3672324" cy="730964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3066796"/>
            <a:ext cx="3672324" cy="730964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338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613362"/>
            <a:ext cx="7452658" cy="222676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9" y="2824120"/>
            <a:ext cx="3655447" cy="1384058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9" y="4208178"/>
            <a:ext cx="3655447" cy="6189596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7" y="2824120"/>
            <a:ext cx="3673450" cy="1384058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7" y="4208178"/>
            <a:ext cx="3673450" cy="6189596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05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00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8908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768032"/>
            <a:ext cx="2786871" cy="2688114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1658740"/>
            <a:ext cx="4374386" cy="8187013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3456146"/>
            <a:ext cx="2786871" cy="6402939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84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768032"/>
            <a:ext cx="2786871" cy="2688114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1658740"/>
            <a:ext cx="4374386" cy="8187013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54" indent="0">
              <a:buNone/>
              <a:defRPr sz="2646"/>
            </a:lvl2pPr>
            <a:lvl3pPr marL="864108" indent="0">
              <a:buNone/>
              <a:defRPr sz="2268"/>
            </a:lvl3pPr>
            <a:lvl4pPr marL="1296162" indent="0">
              <a:buNone/>
              <a:defRPr sz="1890"/>
            </a:lvl4pPr>
            <a:lvl5pPr marL="1728216" indent="0">
              <a:buNone/>
              <a:defRPr sz="1890"/>
            </a:lvl5pPr>
            <a:lvl6pPr marL="2160270" indent="0">
              <a:buNone/>
              <a:defRPr sz="1890"/>
            </a:lvl6pPr>
            <a:lvl7pPr marL="2592324" indent="0">
              <a:buNone/>
              <a:defRPr sz="1890"/>
            </a:lvl7pPr>
            <a:lvl8pPr marL="3024378" indent="0">
              <a:buNone/>
              <a:defRPr sz="1890"/>
            </a:lvl8pPr>
            <a:lvl9pPr marL="3456432" indent="0">
              <a:buNone/>
              <a:defRPr sz="189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3456146"/>
            <a:ext cx="2786871" cy="6402939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96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6327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613359"/>
            <a:ext cx="1863165" cy="976308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3" y="613359"/>
            <a:ext cx="5481484" cy="9763081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613362"/>
            <a:ext cx="7452658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3066796"/>
            <a:ext cx="7452658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10677788"/>
            <a:ext cx="194417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0F50D-E62A-47E5-A5CF-BA54E2A2B6C1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10677788"/>
            <a:ext cx="2916258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10677788"/>
            <a:ext cx="194417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891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64108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27" indent="-216027" algn="l" defTabSz="864108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81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243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297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351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459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54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108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162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324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378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432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>
            <a:off x="2179829" y="412536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2273110" y="348222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4919343" y="398144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blipFill>
                <a:blip r:embed="rId2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097552" y="413518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847523" y="411555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4115550"/>
                <a:ext cx="434734" cy="288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3996352" y="412536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2179829" y="5072778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2273110" y="4429630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4919343" y="492885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980909" y="4298753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1</a:t>
            </a:r>
            <a:r>
              <a:rPr lang="fr-FR" sz="1276" b="1" dirty="0"/>
              <a:t> 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097552" y="508259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2847523" y="5062958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5062958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/>
          <p:cNvSpPr txBox="1"/>
          <p:nvPr/>
        </p:nvSpPr>
        <p:spPr>
          <a:xfrm>
            <a:off x="3996352" y="507277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179829" y="600054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273110" y="535740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4919343" y="585662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980909" y="5226524"/>
            <a:ext cx="271228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L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2097552" y="601036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2847523" y="599073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5990730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26"/>
          <p:cNvSpPr txBox="1"/>
          <p:nvPr/>
        </p:nvSpPr>
        <p:spPr>
          <a:xfrm>
            <a:off x="3996352" y="6000549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>
            <a:off x="2179829" y="693813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V="1">
            <a:off x="2273110" y="629499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4919343" y="679421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1980909" y="6164114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1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2097552" y="694795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2847523" y="692832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6928320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3996352" y="6938139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2179829" y="7887871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2273110" y="724472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4919343" y="7743946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1980909" y="7113846"/>
            <a:ext cx="359009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v</a:t>
            </a:r>
            <a:r>
              <a:rPr lang="fr-FR" sz="1276" b="1" baseline="-25000" dirty="0" err="1"/>
              <a:t>ce</a:t>
            </a:r>
            <a:endParaRPr lang="fr-FR" sz="1276" b="1" baseline="-25000" dirty="0"/>
          </a:p>
        </p:txBody>
      </p:sp>
      <p:sp>
        <p:nvSpPr>
          <p:cNvPr id="39" name="ZoneTexte 38"/>
          <p:cNvSpPr txBox="1"/>
          <p:nvPr/>
        </p:nvSpPr>
        <p:spPr>
          <a:xfrm>
            <a:off x="2097552" y="789768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2847523" y="7878052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7878052"/>
                <a:ext cx="434734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ZoneTexte 40"/>
          <p:cNvSpPr txBox="1"/>
          <p:nvPr/>
        </p:nvSpPr>
        <p:spPr>
          <a:xfrm>
            <a:off x="3996353" y="7887871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43" name="Connecteur droit 42"/>
          <p:cNvCxnSpPr/>
          <p:nvPr/>
        </p:nvCxnSpPr>
        <p:spPr>
          <a:xfrm>
            <a:off x="3151914" y="3482222"/>
            <a:ext cx="0" cy="46395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4025810" y="3482222"/>
            <a:ext cx="0" cy="46395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889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avec flèche 3"/>
          <p:cNvCxnSpPr/>
          <p:nvPr/>
        </p:nvCxnSpPr>
        <p:spPr>
          <a:xfrm>
            <a:off x="1470660" y="4611144"/>
            <a:ext cx="23247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/>
          <p:nvPr/>
        </p:nvCxnSpPr>
        <p:spPr>
          <a:xfrm flipV="1">
            <a:off x="2273110" y="3482222"/>
            <a:ext cx="0" cy="2151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2273110" y="3167063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</a:t>
            </a:r>
            <a:r>
              <a:rPr lang="fr-FR" baseline="-25000" dirty="0"/>
              <a:t>m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578442" y="4241812"/>
            <a:ext cx="433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</a:t>
            </a:r>
            <a:r>
              <a:rPr lang="fr-FR" baseline="-25000" dirty="0"/>
              <a:t>m</a:t>
            </a:r>
          </a:p>
        </p:txBody>
      </p:sp>
      <p:sp>
        <p:nvSpPr>
          <p:cNvPr id="10" name="Ellipse 9"/>
          <p:cNvSpPr/>
          <p:nvPr/>
        </p:nvSpPr>
        <p:spPr>
          <a:xfrm>
            <a:off x="2362469" y="4413250"/>
            <a:ext cx="120714" cy="12117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/>
          <p:cNvCxnSpPr/>
          <p:nvPr/>
        </p:nvCxnSpPr>
        <p:spPr>
          <a:xfrm>
            <a:off x="2422826" y="3963987"/>
            <a:ext cx="86995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>
            <a:endCxn id="10" idx="0"/>
          </p:cNvCxnSpPr>
          <p:nvPr/>
        </p:nvCxnSpPr>
        <p:spPr>
          <a:xfrm>
            <a:off x="2422826" y="3963987"/>
            <a:ext cx="0" cy="44926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2611537" y="3882769"/>
            <a:ext cx="120349" cy="9207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 flipV="1">
            <a:off x="2611538" y="3956536"/>
            <a:ext cx="120349" cy="9207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e 18"/>
          <p:cNvSpPr/>
          <p:nvPr/>
        </p:nvSpPr>
        <p:spPr>
          <a:xfrm>
            <a:off x="3229216" y="4993767"/>
            <a:ext cx="120714" cy="12117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/>
          <p:cNvCxnSpPr>
            <a:endCxn id="19" idx="0"/>
          </p:cNvCxnSpPr>
          <p:nvPr/>
        </p:nvCxnSpPr>
        <p:spPr>
          <a:xfrm>
            <a:off x="3289573" y="3963987"/>
            <a:ext cx="0" cy="102978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2441491" y="4303367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rgbClr val="FF0000"/>
                </a:solidFill>
              </a:rPr>
              <a:t>(2.2)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2691169" y="3648630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00B050"/>
                </a:solidFill>
              </a:rPr>
              <a:t>(2.3)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3277288" y="4777357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(2.4)</a:t>
            </a:r>
          </a:p>
        </p:txBody>
      </p:sp>
      <p:cxnSp>
        <p:nvCxnSpPr>
          <p:cNvPr id="27" name="Connecteur droit 26"/>
          <p:cNvCxnSpPr/>
          <p:nvPr/>
        </p:nvCxnSpPr>
        <p:spPr>
          <a:xfrm>
            <a:off x="2143125" y="5542172"/>
            <a:ext cx="137636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H="1">
            <a:off x="2689607" y="5445334"/>
            <a:ext cx="120349" cy="9207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flipH="1" flipV="1">
            <a:off x="2684861" y="5548522"/>
            <a:ext cx="120349" cy="9207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/>
        </p:nvSpPr>
        <p:spPr>
          <a:xfrm>
            <a:off x="2295581" y="5550250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</a:rPr>
              <a:t>(2.5)</a:t>
            </a:r>
          </a:p>
        </p:txBody>
      </p:sp>
      <p:cxnSp>
        <p:nvCxnSpPr>
          <p:cNvPr id="33" name="Connecteur droit 32"/>
          <p:cNvCxnSpPr>
            <a:stCxn id="19" idx="5"/>
          </p:cNvCxnSpPr>
          <p:nvPr/>
        </p:nvCxnSpPr>
        <p:spPr>
          <a:xfrm>
            <a:off x="3332252" y="5097199"/>
            <a:ext cx="187236" cy="45132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010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>
            <a:off x="2179829" y="4051304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2273110" y="3408156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5942268" y="378954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783502" y="3379669"/>
                <a:ext cx="5581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02" y="3379669"/>
                <a:ext cx="558166" cy="288669"/>
              </a:xfrm>
              <a:prstGeom prst="rect">
                <a:avLst/>
              </a:prstGeom>
              <a:blipFill>
                <a:blip r:embed="rId2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097552" y="4061122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764361" y="4060414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361" y="4060414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3813150" y="4068700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2179829" y="4943165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2273110" y="4300017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5938437" y="466704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776755" y="4261711"/>
            <a:ext cx="540533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M</a:t>
            </a:r>
            <a:r>
              <a:rPr lang="fr-FR" sz="1276" b="1" baseline="-25000" dirty="0"/>
              <a:t>2</a:t>
            </a:r>
            <a:r>
              <a:rPr lang="fr-FR" sz="1276" b="1" dirty="0"/>
              <a:t>(t)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097552" y="4952983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179829" y="5815388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273110" y="5172240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5934770" y="554992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863637" y="5124116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1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sp>
        <p:nvSpPr>
          <p:cNvPr id="25" name="ZoneTexte 24"/>
          <p:cNvSpPr txBox="1"/>
          <p:nvPr/>
        </p:nvSpPr>
        <p:spPr>
          <a:xfrm>
            <a:off x="2097552" y="582520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>
            <a:off x="2179829" y="6697429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V="1">
            <a:off x="2273110" y="605428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5942268" y="642518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2097552" y="6707248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2179829" y="7591613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2273110" y="6948465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5942268" y="7319372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1907121" y="6864228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39" name="ZoneTexte 38"/>
          <p:cNvSpPr txBox="1"/>
          <p:nvPr/>
        </p:nvSpPr>
        <p:spPr>
          <a:xfrm>
            <a:off x="2097552" y="765697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43" name="Connecteur droit 42"/>
          <p:cNvCxnSpPr/>
          <p:nvPr/>
        </p:nvCxnSpPr>
        <p:spPr>
          <a:xfrm flipH="1">
            <a:off x="3138448" y="3408156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4025810" y="3408156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>
            <a:off x="4905596" y="3408157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5785383" y="3408155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/>
              <p:cNvSpPr txBox="1"/>
              <p:nvPr/>
            </p:nvSpPr>
            <p:spPr>
              <a:xfrm>
                <a:off x="4426230" y="4048982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1" name="ZoneTexte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230" y="4048982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/>
              <p:cNvSpPr txBox="1"/>
              <p:nvPr/>
            </p:nvSpPr>
            <p:spPr>
              <a:xfrm>
                <a:off x="5477545" y="4078657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2" name="ZoneTexte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545" y="4078657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ZoneTexte 52"/>
          <p:cNvSpPr txBox="1"/>
          <p:nvPr/>
        </p:nvSpPr>
        <p:spPr>
          <a:xfrm>
            <a:off x="1861678" y="5961637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2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cxnSp>
        <p:nvCxnSpPr>
          <p:cNvPr id="62" name="Connecteur droit 61"/>
          <p:cNvCxnSpPr/>
          <p:nvPr/>
        </p:nvCxnSpPr>
        <p:spPr>
          <a:xfrm flipV="1">
            <a:off x="2287016" y="3492664"/>
            <a:ext cx="1736537" cy="547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V="1">
            <a:off x="4014549" y="3488815"/>
            <a:ext cx="1736537" cy="547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 flipV="1">
            <a:off x="4014550" y="3492664"/>
            <a:ext cx="5631" cy="552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eur droit 68"/>
          <p:cNvCxnSpPr/>
          <p:nvPr/>
        </p:nvCxnSpPr>
        <p:spPr>
          <a:xfrm flipV="1">
            <a:off x="2265500" y="4387811"/>
            <a:ext cx="886415" cy="2792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 flipV="1">
            <a:off x="3142911" y="4374182"/>
            <a:ext cx="1767579" cy="5568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necteur droit 70"/>
          <p:cNvCxnSpPr/>
          <p:nvPr/>
        </p:nvCxnSpPr>
        <p:spPr>
          <a:xfrm flipV="1">
            <a:off x="3142912" y="4387810"/>
            <a:ext cx="5631" cy="552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eur droit 76"/>
          <p:cNvCxnSpPr/>
          <p:nvPr/>
        </p:nvCxnSpPr>
        <p:spPr>
          <a:xfrm flipV="1">
            <a:off x="4905597" y="4652285"/>
            <a:ext cx="873896" cy="2753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onnecteur droit 78"/>
          <p:cNvCxnSpPr/>
          <p:nvPr/>
        </p:nvCxnSpPr>
        <p:spPr>
          <a:xfrm flipV="1">
            <a:off x="4898969" y="4383961"/>
            <a:ext cx="5631" cy="552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74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>
            <a:off x="2179829" y="4051304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2273110" y="3408156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5942268" y="378954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783502" y="3379669"/>
                <a:ext cx="5581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02" y="3379669"/>
                <a:ext cx="558166" cy="288669"/>
              </a:xfrm>
              <a:prstGeom prst="rect">
                <a:avLst/>
              </a:prstGeom>
              <a:blipFill>
                <a:blip r:embed="rId2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097552" y="4061122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764361" y="4060414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361" y="4060414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3813150" y="4068700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179829" y="497387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273110" y="433072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5934770" y="470841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863637" y="4282606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1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sp>
        <p:nvSpPr>
          <p:cNvPr id="25" name="ZoneTexte 24"/>
          <p:cNvSpPr txBox="1"/>
          <p:nvPr/>
        </p:nvSpPr>
        <p:spPr>
          <a:xfrm>
            <a:off x="2097552" y="4983695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2179829" y="5966629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2273110" y="532348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5942268" y="569438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1907121" y="5239244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39" name="ZoneTexte 38"/>
          <p:cNvSpPr txBox="1"/>
          <p:nvPr/>
        </p:nvSpPr>
        <p:spPr>
          <a:xfrm>
            <a:off x="2097552" y="603199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43" name="Connecteur droit 42"/>
          <p:cNvCxnSpPr/>
          <p:nvPr/>
        </p:nvCxnSpPr>
        <p:spPr>
          <a:xfrm flipH="1">
            <a:off x="3139988" y="3408157"/>
            <a:ext cx="11927" cy="42358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4025810" y="3408157"/>
            <a:ext cx="0" cy="42358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>
            <a:off x="4905596" y="3408156"/>
            <a:ext cx="0" cy="42358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5785383" y="3408155"/>
            <a:ext cx="0" cy="4235807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/>
              <p:cNvSpPr txBox="1"/>
              <p:nvPr/>
            </p:nvSpPr>
            <p:spPr>
              <a:xfrm>
                <a:off x="4426230" y="4048982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1" name="ZoneTexte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230" y="4048982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/>
              <p:cNvSpPr txBox="1"/>
              <p:nvPr/>
            </p:nvSpPr>
            <p:spPr>
              <a:xfrm>
                <a:off x="5477545" y="4078657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2" name="ZoneTexte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545" y="4078657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Connecteur droit 61"/>
          <p:cNvCxnSpPr/>
          <p:nvPr/>
        </p:nvCxnSpPr>
        <p:spPr>
          <a:xfrm flipV="1">
            <a:off x="2287016" y="3492664"/>
            <a:ext cx="1736537" cy="547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V="1">
            <a:off x="4014549" y="3488815"/>
            <a:ext cx="1736537" cy="547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 flipV="1">
            <a:off x="4014550" y="3492664"/>
            <a:ext cx="5631" cy="552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/>
          <p:nvPr/>
        </p:nvCxnSpPr>
        <p:spPr>
          <a:xfrm>
            <a:off x="2181439" y="703221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/>
        </p:nvCxnSpPr>
        <p:spPr>
          <a:xfrm flipV="1">
            <a:off x="2274720" y="638906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5943878" y="675997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1908731" y="6304832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54" name="ZoneTexte 53"/>
          <p:cNvSpPr txBox="1"/>
          <p:nvPr/>
        </p:nvSpPr>
        <p:spPr>
          <a:xfrm>
            <a:off x="2099162" y="7097584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0710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/>
          <p:cNvGrpSpPr/>
          <p:nvPr/>
        </p:nvGrpSpPr>
        <p:grpSpPr>
          <a:xfrm>
            <a:off x="4360712" y="4593804"/>
            <a:ext cx="2468675" cy="2665973"/>
            <a:chOff x="7298446" y="2557824"/>
            <a:chExt cx="3483268" cy="376165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 rotWithShape="1">
            <a:blip r:embed="rId2"/>
            <a:srcRect l="88524" t="48682"/>
            <a:stretch/>
          </p:blipFill>
          <p:spPr>
            <a:xfrm>
              <a:off x="9706264" y="3352800"/>
              <a:ext cx="1075450" cy="2966676"/>
            </a:xfrm>
            <a:prstGeom prst="rect">
              <a:avLst/>
            </a:prstGeom>
          </p:spPr>
        </p:pic>
        <p:pic>
          <p:nvPicPr>
            <p:cNvPr id="7" name="Image 6"/>
            <p:cNvPicPr>
              <a:picLocks noChangeAspect="1"/>
            </p:cNvPicPr>
            <p:nvPr/>
          </p:nvPicPr>
          <p:blipFill rotWithShape="1">
            <a:blip r:embed="rId2"/>
            <a:srcRect l="88419" b="86248"/>
            <a:stretch/>
          </p:blipFill>
          <p:spPr>
            <a:xfrm>
              <a:off x="9696450" y="2557824"/>
              <a:ext cx="1085264" cy="794976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7298446" y="2773724"/>
              <a:ext cx="2755900" cy="5790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</p:grpSp>
      <p:grpSp>
        <p:nvGrpSpPr>
          <p:cNvPr id="43" name="Groupe 42"/>
          <p:cNvGrpSpPr/>
          <p:nvPr/>
        </p:nvGrpSpPr>
        <p:grpSpPr>
          <a:xfrm>
            <a:off x="5044356" y="5369557"/>
            <a:ext cx="1143101" cy="1028176"/>
            <a:chOff x="3848100" y="4036038"/>
            <a:chExt cx="1612900" cy="1450742"/>
          </a:xfrm>
        </p:grpSpPr>
        <p:grpSp>
          <p:nvGrpSpPr>
            <p:cNvPr id="41" name="Groupe 40"/>
            <p:cNvGrpSpPr/>
            <p:nvPr/>
          </p:nvGrpSpPr>
          <p:grpSpPr>
            <a:xfrm>
              <a:off x="3938281" y="4036038"/>
              <a:ext cx="1421119" cy="800100"/>
              <a:chOff x="2084081" y="1101932"/>
              <a:chExt cx="1421119" cy="800100"/>
            </a:xfrm>
          </p:grpSpPr>
          <p:sp>
            <p:nvSpPr>
              <p:cNvPr id="33" name="Triangle isocèle 32"/>
              <p:cNvSpPr/>
              <p:nvPr/>
            </p:nvSpPr>
            <p:spPr>
              <a:xfrm rot="5400000">
                <a:off x="2400300" y="1129894"/>
                <a:ext cx="800100" cy="744176"/>
              </a:xfrm>
              <a:prstGeom prst="triangl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276"/>
              </a:p>
            </p:txBody>
          </p:sp>
          <p:cxnSp>
            <p:nvCxnSpPr>
              <p:cNvPr id="37" name="Connecteur droit 36"/>
              <p:cNvCxnSpPr/>
              <p:nvPr/>
            </p:nvCxnSpPr>
            <p:spPr>
              <a:xfrm flipH="1">
                <a:off x="2084081" y="1333500"/>
                <a:ext cx="332762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ZoneTexte 37"/>
              <p:cNvSpPr txBox="1"/>
              <p:nvPr/>
            </p:nvSpPr>
            <p:spPr>
              <a:xfrm>
                <a:off x="2428262" y="1481140"/>
                <a:ext cx="218100" cy="407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76" b="1" dirty="0">
                    <a:solidFill>
                      <a:srgbClr val="FF0000"/>
                    </a:solidFill>
                  </a:rPr>
                  <a:t>+</a:t>
                </a:r>
              </a:p>
            </p:txBody>
          </p:sp>
          <p:sp>
            <p:nvSpPr>
              <p:cNvPr id="39" name="ZoneTexte 38"/>
              <p:cNvSpPr txBox="1"/>
              <p:nvPr/>
            </p:nvSpPr>
            <p:spPr>
              <a:xfrm>
                <a:off x="2402862" y="1146834"/>
                <a:ext cx="264138" cy="407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76" b="1" dirty="0">
                    <a:solidFill>
                      <a:srgbClr val="FF0000"/>
                    </a:solidFill>
                  </a:rPr>
                  <a:t>-</a:t>
                </a:r>
              </a:p>
            </p:txBody>
          </p:sp>
          <p:cxnSp>
            <p:nvCxnSpPr>
              <p:cNvPr id="40" name="Connecteur droit 39"/>
              <p:cNvCxnSpPr/>
              <p:nvPr/>
            </p:nvCxnSpPr>
            <p:spPr>
              <a:xfrm flipH="1">
                <a:off x="3172438" y="1514682"/>
                <a:ext cx="332762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ZoneTexte 41"/>
            <p:cNvSpPr txBox="1"/>
            <p:nvPr/>
          </p:nvSpPr>
          <p:spPr>
            <a:xfrm>
              <a:off x="3848100" y="4802445"/>
              <a:ext cx="1612900" cy="684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76" b="1" dirty="0">
                  <a:solidFill>
                    <a:srgbClr val="FF0000"/>
                  </a:solidFill>
                </a:rPr>
                <a:t>COMPARATOR</a:t>
              </a:r>
            </a:p>
          </p:txBody>
        </p:sp>
      </p:grpSp>
      <p:grpSp>
        <p:nvGrpSpPr>
          <p:cNvPr id="72" name="Groupe 71"/>
          <p:cNvGrpSpPr/>
          <p:nvPr/>
        </p:nvGrpSpPr>
        <p:grpSpPr>
          <a:xfrm>
            <a:off x="2219526" y="5496816"/>
            <a:ext cx="890663" cy="879579"/>
            <a:chOff x="1651586" y="886732"/>
            <a:chExt cx="1256714" cy="1241074"/>
          </a:xfrm>
        </p:grpSpPr>
        <p:sp>
          <p:nvSpPr>
            <p:cNvPr id="58" name="Ellipse 57"/>
            <p:cNvSpPr/>
            <p:nvPr/>
          </p:nvSpPr>
          <p:spPr>
            <a:xfrm>
              <a:off x="2146300" y="886732"/>
              <a:ext cx="762000" cy="75519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cxnSp>
          <p:nvCxnSpPr>
            <p:cNvPr id="60" name="Connecteur droit 59"/>
            <p:cNvCxnSpPr>
              <a:stCxn id="58" idx="1"/>
              <a:endCxn id="58" idx="5"/>
            </p:cNvCxnSpPr>
            <p:nvPr/>
          </p:nvCxnSpPr>
          <p:spPr>
            <a:xfrm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/>
            <p:cNvCxnSpPr>
              <a:stCxn id="58" idx="7"/>
              <a:endCxn id="58" idx="3"/>
            </p:cNvCxnSpPr>
            <p:nvPr/>
          </p:nvCxnSpPr>
          <p:spPr>
            <a:xfrm flipH="1"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ZoneTexte 63"/>
            <p:cNvSpPr txBox="1"/>
            <p:nvPr/>
          </p:nvSpPr>
          <p:spPr>
            <a:xfrm>
              <a:off x="2146301" y="1039363"/>
              <a:ext cx="355557" cy="4995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701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65" name="ZoneTexte 64"/>
            <p:cNvSpPr txBox="1"/>
            <p:nvPr/>
          </p:nvSpPr>
          <p:spPr>
            <a:xfrm>
              <a:off x="2352040" y="1260341"/>
              <a:ext cx="414365" cy="4995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701" b="1" dirty="0">
                  <a:solidFill>
                    <a:srgbClr val="FF0000"/>
                  </a:solidFill>
                </a:rPr>
                <a:t>+</a:t>
              </a:r>
            </a:p>
          </p:txBody>
        </p:sp>
        <p:cxnSp>
          <p:nvCxnSpPr>
            <p:cNvPr id="67" name="Connecteur droit avec flèche 66"/>
            <p:cNvCxnSpPr>
              <a:endCxn id="64" idx="1"/>
            </p:cNvCxnSpPr>
            <p:nvPr/>
          </p:nvCxnSpPr>
          <p:spPr>
            <a:xfrm>
              <a:off x="1651586" y="1264335"/>
              <a:ext cx="494715" cy="2482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eur droit avec flèche 67"/>
            <p:cNvCxnSpPr/>
            <p:nvPr/>
          </p:nvCxnSpPr>
          <p:spPr>
            <a:xfrm flipV="1">
              <a:off x="2514522" y="1641930"/>
              <a:ext cx="0" cy="48587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necteur droit avec flèche 73"/>
          <p:cNvCxnSpPr>
            <a:stCxn id="58" idx="6"/>
            <a:endCxn id="81" idx="1"/>
          </p:cNvCxnSpPr>
          <p:nvPr/>
        </p:nvCxnSpPr>
        <p:spPr>
          <a:xfrm>
            <a:off x="3110189" y="5764430"/>
            <a:ext cx="381912" cy="172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ZoneTexte 79"/>
          <p:cNvSpPr txBox="1"/>
          <p:nvPr/>
        </p:nvSpPr>
        <p:spPr>
          <a:xfrm>
            <a:off x="2522544" y="6284587"/>
            <a:ext cx="575078" cy="28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76" b="1" dirty="0">
                <a:solidFill>
                  <a:srgbClr val="FF0000"/>
                </a:solidFill>
              </a:rPr>
              <a:t>V</a:t>
            </a:r>
            <a:r>
              <a:rPr lang="fr-FR" sz="1276" b="1" baseline="-25000" dirty="0">
                <a:solidFill>
                  <a:srgbClr val="FF0000"/>
                </a:solidFill>
              </a:rPr>
              <a:t>ref</a:t>
            </a:r>
          </a:p>
        </p:txBody>
      </p:sp>
      <p:sp>
        <p:nvSpPr>
          <p:cNvPr id="81" name="ZoneTexte 80"/>
          <p:cNvSpPr txBox="1"/>
          <p:nvPr/>
        </p:nvSpPr>
        <p:spPr>
          <a:xfrm>
            <a:off x="3492101" y="5637326"/>
            <a:ext cx="1250731" cy="288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76" b="1" dirty="0">
                <a:solidFill>
                  <a:srgbClr val="FF0000"/>
                </a:solidFill>
              </a:rPr>
              <a:t>Corrector</a:t>
            </a:r>
          </a:p>
        </p:txBody>
      </p:sp>
      <p:cxnSp>
        <p:nvCxnSpPr>
          <p:cNvPr id="87" name="Connecteur droit avec flèche 86"/>
          <p:cNvCxnSpPr>
            <a:stCxn id="81" idx="3"/>
            <a:endCxn id="38" idx="1"/>
          </p:cNvCxnSpPr>
          <p:nvPr/>
        </p:nvCxnSpPr>
        <p:spPr>
          <a:xfrm>
            <a:off x="4742832" y="5781661"/>
            <a:ext cx="609366" cy="9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e 95"/>
          <p:cNvGrpSpPr/>
          <p:nvPr/>
        </p:nvGrpSpPr>
        <p:grpSpPr>
          <a:xfrm>
            <a:off x="1838862" y="6167530"/>
            <a:ext cx="3509442" cy="1078574"/>
            <a:chOff x="3795291" y="4749058"/>
            <a:chExt cx="4951775" cy="1521854"/>
          </a:xfrm>
        </p:grpSpPr>
        <p:pic>
          <p:nvPicPr>
            <p:cNvPr id="85" name="Image 84"/>
            <p:cNvPicPr>
              <a:picLocks noChangeAspect="1"/>
            </p:cNvPicPr>
            <p:nvPr/>
          </p:nvPicPr>
          <p:blipFill rotWithShape="1">
            <a:blip r:embed="rId2"/>
            <a:srcRect l="394" t="72438" r="93839" b="1237"/>
            <a:stretch/>
          </p:blipFill>
          <p:spPr>
            <a:xfrm>
              <a:off x="3795291" y="4749058"/>
              <a:ext cx="540465" cy="1521854"/>
            </a:xfrm>
            <a:prstGeom prst="rect">
              <a:avLst/>
            </a:prstGeom>
          </p:spPr>
        </p:pic>
        <p:pic>
          <p:nvPicPr>
            <p:cNvPr id="95" name="Image 94"/>
            <p:cNvPicPr>
              <a:picLocks noChangeAspect="1"/>
            </p:cNvPicPr>
            <p:nvPr/>
          </p:nvPicPr>
          <p:blipFill rotWithShape="1">
            <a:blip r:embed="rId2"/>
            <a:srcRect l="4153" t="90946" r="46764" b="5219"/>
            <a:stretch/>
          </p:blipFill>
          <p:spPr>
            <a:xfrm>
              <a:off x="4147356" y="5762499"/>
              <a:ext cx="4599710" cy="221674"/>
            </a:xfrm>
            <a:prstGeom prst="rect">
              <a:avLst/>
            </a:prstGeom>
          </p:spPr>
        </p:pic>
      </p:grpSp>
      <p:pic>
        <p:nvPicPr>
          <p:cNvPr id="97" name="Image 96"/>
          <p:cNvPicPr>
            <a:picLocks noChangeAspect="1"/>
          </p:cNvPicPr>
          <p:nvPr/>
        </p:nvPicPr>
        <p:blipFill rotWithShape="1">
          <a:blip r:embed="rId2"/>
          <a:srcRect l="24432" t="91510" r="46764" b="5219"/>
          <a:stretch/>
        </p:blipFill>
        <p:spPr>
          <a:xfrm>
            <a:off x="4311834" y="6912220"/>
            <a:ext cx="1913028" cy="134018"/>
          </a:xfrm>
          <a:prstGeom prst="rect">
            <a:avLst/>
          </a:prstGeom>
        </p:spPr>
      </p:pic>
      <p:pic>
        <p:nvPicPr>
          <p:cNvPr id="98" name="Image 97"/>
          <p:cNvPicPr>
            <a:picLocks noChangeAspect="1"/>
          </p:cNvPicPr>
          <p:nvPr/>
        </p:nvPicPr>
        <p:blipFill rotWithShape="1">
          <a:blip r:embed="rId2"/>
          <a:srcRect l="1723" t="53816" r="92825" b="24005"/>
          <a:stretch/>
        </p:blipFill>
        <p:spPr>
          <a:xfrm>
            <a:off x="1925270" y="5496970"/>
            <a:ext cx="362124" cy="908677"/>
          </a:xfrm>
          <a:prstGeom prst="rect">
            <a:avLst/>
          </a:prstGeom>
        </p:spPr>
      </p:pic>
      <p:sp>
        <p:nvSpPr>
          <p:cNvPr id="100" name="ZoneTexte 99"/>
          <p:cNvSpPr txBox="1"/>
          <p:nvPr/>
        </p:nvSpPr>
        <p:spPr>
          <a:xfrm>
            <a:off x="4795798" y="5757029"/>
            <a:ext cx="575078" cy="28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76" b="1" dirty="0">
                <a:solidFill>
                  <a:srgbClr val="FF0000"/>
                </a:solidFill>
              </a:rPr>
              <a:t>V</a:t>
            </a:r>
            <a:r>
              <a:rPr lang="fr-FR" sz="1276" b="1" baseline="30000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01" name="ZoneTexte 100"/>
          <p:cNvSpPr txBox="1"/>
          <p:nvPr/>
        </p:nvSpPr>
        <p:spPr>
          <a:xfrm>
            <a:off x="3154040" y="5421663"/>
            <a:ext cx="340822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701" b="1" dirty="0">
                <a:solidFill>
                  <a:srgbClr val="FF000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ε</a:t>
            </a:r>
            <a:endParaRPr lang="fr-FR" sz="1701" b="1" dirty="0">
              <a:solidFill>
                <a:srgbClr val="FF000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grpSp>
        <p:nvGrpSpPr>
          <p:cNvPr id="106" name="Groupe 105"/>
          <p:cNvGrpSpPr/>
          <p:nvPr/>
        </p:nvGrpSpPr>
        <p:grpSpPr>
          <a:xfrm>
            <a:off x="4246544" y="5202961"/>
            <a:ext cx="675059" cy="360032"/>
            <a:chOff x="5991815" y="2642680"/>
            <a:chExt cx="952499" cy="508000"/>
          </a:xfrm>
        </p:grpSpPr>
        <p:grpSp>
          <p:nvGrpSpPr>
            <p:cNvPr id="57" name="Groupe 56"/>
            <p:cNvGrpSpPr/>
            <p:nvPr/>
          </p:nvGrpSpPr>
          <p:grpSpPr>
            <a:xfrm>
              <a:off x="5991815" y="2642680"/>
              <a:ext cx="952499" cy="508000"/>
              <a:chOff x="3911599" y="1308100"/>
              <a:chExt cx="952499" cy="508000"/>
            </a:xfrm>
          </p:grpSpPr>
          <p:cxnSp>
            <p:nvCxnSpPr>
              <p:cNvPr id="47" name="Connecteur droit 46"/>
              <p:cNvCxnSpPr/>
              <p:nvPr/>
            </p:nvCxnSpPr>
            <p:spPr>
              <a:xfrm flipV="1">
                <a:off x="3911599" y="1320800"/>
                <a:ext cx="317501" cy="4826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necteur droit 50"/>
              <p:cNvCxnSpPr/>
              <p:nvPr/>
            </p:nvCxnSpPr>
            <p:spPr>
              <a:xfrm>
                <a:off x="4229100" y="1308100"/>
                <a:ext cx="0" cy="4953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necteur droit 52"/>
              <p:cNvCxnSpPr/>
              <p:nvPr/>
            </p:nvCxnSpPr>
            <p:spPr>
              <a:xfrm>
                <a:off x="4546599" y="1308100"/>
                <a:ext cx="0" cy="4953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necteur droit 54"/>
              <p:cNvCxnSpPr/>
              <p:nvPr/>
            </p:nvCxnSpPr>
            <p:spPr>
              <a:xfrm>
                <a:off x="4864098" y="1320800"/>
                <a:ext cx="0" cy="4953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Connecteur droit 103"/>
            <p:cNvCxnSpPr/>
            <p:nvPr/>
          </p:nvCxnSpPr>
          <p:spPr>
            <a:xfrm flipV="1">
              <a:off x="6303604" y="2650651"/>
              <a:ext cx="317501" cy="482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eur droit 104"/>
            <p:cNvCxnSpPr/>
            <p:nvPr/>
          </p:nvCxnSpPr>
          <p:spPr>
            <a:xfrm flipV="1">
              <a:off x="6623713" y="2650651"/>
              <a:ext cx="317501" cy="482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7436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4727505" y="4705910"/>
            <a:ext cx="2857140" cy="1159233"/>
            <a:chOff x="5575069" y="1731818"/>
            <a:chExt cx="4031386" cy="1635662"/>
          </a:xfrm>
        </p:grpSpPr>
        <p:sp>
          <p:nvSpPr>
            <p:cNvPr id="4" name="Rectangle 3"/>
            <p:cNvSpPr/>
            <p:nvPr/>
          </p:nvSpPr>
          <p:spPr>
            <a:xfrm>
              <a:off x="6236624" y="1731818"/>
              <a:ext cx="2563092" cy="113607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sp>
          <p:nvSpPr>
            <p:cNvPr id="5" name="ZoneTexte 4"/>
            <p:cNvSpPr txBox="1"/>
            <p:nvPr/>
          </p:nvSpPr>
          <p:spPr>
            <a:xfrm>
              <a:off x="6726383" y="2867891"/>
              <a:ext cx="1690255" cy="4995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701" b="1" dirty="0"/>
                <a:t>Buck</a:t>
              </a:r>
              <a:endParaRPr lang="fr-FR" sz="1276" b="1" dirty="0"/>
            </a:p>
          </p:txBody>
        </p:sp>
        <p:cxnSp>
          <p:nvCxnSpPr>
            <p:cNvPr id="7" name="Connecteur droit avec flèche 6"/>
            <p:cNvCxnSpPr>
              <a:endCxn id="4" idx="1"/>
            </p:cNvCxnSpPr>
            <p:nvPr/>
          </p:nvCxnSpPr>
          <p:spPr>
            <a:xfrm>
              <a:off x="5575069" y="2299855"/>
              <a:ext cx="66155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/>
            <p:cNvCxnSpPr>
              <a:stCxn id="4" idx="3"/>
            </p:cNvCxnSpPr>
            <p:nvPr/>
          </p:nvCxnSpPr>
          <p:spPr>
            <a:xfrm>
              <a:off x="8799716" y="2299855"/>
              <a:ext cx="8067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ZoneTexte 11"/>
                <p:cNvSpPr txBox="1"/>
                <p:nvPr/>
              </p:nvSpPr>
              <p:spPr>
                <a:xfrm>
                  <a:off x="5743750" y="1759195"/>
                  <a:ext cx="434340" cy="5513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984" b="1" i="1" baseline="-25000">
                            <a:latin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fr-FR" sz="1984" b="1" baseline="-25000" dirty="0"/>
                </a:p>
              </p:txBody>
            </p:sp>
          </mc:Choice>
          <mc:Fallback xmlns="">
            <p:sp>
              <p:nvSpPr>
                <p:cNvPr id="12" name="ZoneTexte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3750" y="1759195"/>
                  <a:ext cx="434340" cy="55134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ZoneTexte 12"/>
            <p:cNvSpPr txBox="1"/>
            <p:nvPr/>
          </p:nvSpPr>
          <p:spPr>
            <a:xfrm>
              <a:off x="8896411" y="1899744"/>
              <a:ext cx="541308" cy="438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18" b="1" dirty="0"/>
                <a:t>V</a:t>
              </a:r>
              <a:r>
                <a:rPr lang="fr-FR" sz="1418" b="1" baseline="-25000" dirty="0"/>
                <a:t>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3781440" y="6179355"/>
            <a:ext cx="1816525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18" name="ZoneTexte 17"/>
          <p:cNvSpPr txBox="1"/>
          <p:nvPr/>
        </p:nvSpPr>
        <p:spPr>
          <a:xfrm>
            <a:off x="4128543" y="6984517"/>
            <a:ext cx="1197924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Feedback</a:t>
            </a:r>
            <a:endParaRPr lang="fr-FR" sz="1276" b="1" dirty="0"/>
          </a:p>
        </p:txBody>
      </p:sp>
      <p:cxnSp>
        <p:nvCxnSpPr>
          <p:cNvPr id="20" name="Connecteur en angle 19"/>
          <p:cNvCxnSpPr>
            <a:endCxn id="17" idx="3"/>
          </p:cNvCxnSpPr>
          <p:nvPr/>
        </p:nvCxnSpPr>
        <p:spPr>
          <a:xfrm rot="10800000" flipV="1">
            <a:off x="5597964" y="5108492"/>
            <a:ext cx="1816525" cy="1473443"/>
          </a:xfrm>
          <a:prstGeom prst="bentConnector3">
            <a:avLst>
              <a:gd name="adj1" fmla="val 297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/>
          <p:cNvGrpSpPr/>
          <p:nvPr/>
        </p:nvGrpSpPr>
        <p:grpSpPr>
          <a:xfrm>
            <a:off x="525780" y="4713421"/>
            <a:ext cx="1003714" cy="768608"/>
            <a:chOff x="1638853" y="886732"/>
            <a:chExt cx="1269447" cy="755198"/>
          </a:xfrm>
        </p:grpSpPr>
        <p:sp>
          <p:nvSpPr>
            <p:cNvPr id="24" name="Ellipse 23"/>
            <p:cNvSpPr/>
            <p:nvPr/>
          </p:nvSpPr>
          <p:spPr>
            <a:xfrm>
              <a:off x="2146300" y="886732"/>
              <a:ext cx="762000" cy="7551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cxnSp>
          <p:nvCxnSpPr>
            <p:cNvPr id="25" name="Connecteur droit 24"/>
            <p:cNvCxnSpPr>
              <a:stCxn id="24" idx="1"/>
              <a:endCxn id="24" idx="5"/>
            </p:cNvCxnSpPr>
            <p:nvPr/>
          </p:nvCxnSpPr>
          <p:spPr>
            <a:xfrm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stCxn id="24" idx="7"/>
              <a:endCxn id="24" idx="3"/>
            </p:cNvCxnSpPr>
            <p:nvPr/>
          </p:nvCxnSpPr>
          <p:spPr>
            <a:xfrm flipH="1"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146301" y="1039362"/>
              <a:ext cx="414365" cy="347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701" b="1" dirty="0"/>
                <a:t>+</a:t>
              </a: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2390140" y="1222239"/>
              <a:ext cx="355557" cy="347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701" b="1" dirty="0"/>
                <a:t>-</a:t>
              </a:r>
            </a:p>
          </p:txBody>
        </p:sp>
        <p:cxnSp>
          <p:nvCxnSpPr>
            <p:cNvPr id="29" name="Connecteur droit avec flèche 28"/>
            <p:cNvCxnSpPr>
              <a:endCxn id="27" idx="1"/>
            </p:cNvCxnSpPr>
            <p:nvPr/>
          </p:nvCxnSpPr>
          <p:spPr>
            <a:xfrm flipV="1">
              <a:off x="1638853" y="1213309"/>
              <a:ext cx="507447" cy="89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Connecteur en angle 31"/>
          <p:cNvCxnSpPr>
            <a:stCxn id="17" idx="1"/>
            <a:endCxn id="24" idx="4"/>
          </p:cNvCxnSpPr>
          <p:nvPr/>
        </p:nvCxnSpPr>
        <p:spPr>
          <a:xfrm rot="10800000">
            <a:off x="1228250" y="5482030"/>
            <a:ext cx="2553191" cy="109990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19177" y="4743198"/>
            <a:ext cx="490450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V</a:t>
            </a:r>
            <a:r>
              <a:rPr lang="fr-FR" sz="1418" b="1" baseline="-25000" dirty="0"/>
              <a:t>ref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34161" y="4686508"/>
            <a:ext cx="1210036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40" name="ZoneTexte 39"/>
          <p:cNvSpPr txBox="1"/>
          <p:nvPr/>
        </p:nvSpPr>
        <p:spPr>
          <a:xfrm>
            <a:off x="3464819" y="5480327"/>
            <a:ext cx="1458783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Comparateur</a:t>
            </a:r>
            <a:endParaRPr lang="fr-FR" sz="1276" b="1" dirty="0"/>
          </a:p>
        </p:txBody>
      </p:sp>
      <p:sp>
        <p:nvSpPr>
          <p:cNvPr id="41" name="Rectangle 40"/>
          <p:cNvSpPr/>
          <p:nvPr/>
        </p:nvSpPr>
        <p:spPr>
          <a:xfrm>
            <a:off x="1831667" y="4686506"/>
            <a:ext cx="1210036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42" name="ZoneTexte 41"/>
          <p:cNvSpPr txBox="1"/>
          <p:nvPr/>
        </p:nvSpPr>
        <p:spPr>
          <a:xfrm>
            <a:off x="1766289" y="5468983"/>
            <a:ext cx="1340791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Correcteur</a:t>
            </a:r>
            <a:endParaRPr lang="fr-FR" sz="1276" b="1" dirty="0"/>
          </a:p>
        </p:txBody>
      </p:sp>
      <p:cxnSp>
        <p:nvCxnSpPr>
          <p:cNvPr id="44" name="Connecteur droit avec flèche 43"/>
          <p:cNvCxnSpPr>
            <a:stCxn id="41" idx="3"/>
            <a:endCxn id="39" idx="1"/>
          </p:cNvCxnSpPr>
          <p:nvPr/>
        </p:nvCxnSpPr>
        <p:spPr>
          <a:xfrm>
            <a:off x="3041704" y="5089088"/>
            <a:ext cx="49245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>
            <a:stCxn id="24" idx="6"/>
            <a:endCxn id="41" idx="1"/>
          </p:cNvCxnSpPr>
          <p:nvPr/>
        </p:nvCxnSpPr>
        <p:spPr>
          <a:xfrm flipV="1">
            <a:off x="1529494" y="5089087"/>
            <a:ext cx="302173" cy="86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3128740" y="4793100"/>
            <a:ext cx="363935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V</a:t>
            </a:r>
            <a:r>
              <a:rPr lang="fr-FR" sz="1418" b="1" baseline="30000" dirty="0"/>
              <a:t>+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790385" y="5617107"/>
            <a:ext cx="488882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FB</a:t>
            </a:r>
          </a:p>
        </p:txBody>
      </p:sp>
      <p:sp>
        <p:nvSpPr>
          <p:cNvPr id="51" name="ZoneTexte 50"/>
          <p:cNvSpPr txBox="1"/>
          <p:nvPr/>
        </p:nvSpPr>
        <p:spPr>
          <a:xfrm>
            <a:off x="1497474" y="4725313"/>
            <a:ext cx="340822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984" b="1" dirty="0"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ε</a:t>
            </a:r>
            <a:endParaRPr lang="fr-FR" sz="1984" b="1" dirty="0"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244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4727505" y="4705910"/>
            <a:ext cx="2857140" cy="1159233"/>
            <a:chOff x="5575069" y="1731818"/>
            <a:chExt cx="4031386" cy="1635662"/>
          </a:xfrm>
        </p:grpSpPr>
        <p:sp>
          <p:nvSpPr>
            <p:cNvPr id="4" name="Rectangle 3"/>
            <p:cNvSpPr/>
            <p:nvPr/>
          </p:nvSpPr>
          <p:spPr>
            <a:xfrm>
              <a:off x="6236624" y="1731818"/>
              <a:ext cx="2563092" cy="113607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sp>
          <p:nvSpPr>
            <p:cNvPr id="5" name="ZoneTexte 4"/>
            <p:cNvSpPr txBox="1"/>
            <p:nvPr/>
          </p:nvSpPr>
          <p:spPr>
            <a:xfrm>
              <a:off x="6726383" y="2867891"/>
              <a:ext cx="1690255" cy="4995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701" b="1" dirty="0"/>
                <a:t>Buck</a:t>
              </a:r>
              <a:endParaRPr lang="fr-FR" sz="1276" b="1" dirty="0"/>
            </a:p>
          </p:txBody>
        </p:sp>
        <p:cxnSp>
          <p:nvCxnSpPr>
            <p:cNvPr id="7" name="Connecteur droit avec flèche 6"/>
            <p:cNvCxnSpPr>
              <a:endCxn id="4" idx="1"/>
            </p:cNvCxnSpPr>
            <p:nvPr/>
          </p:nvCxnSpPr>
          <p:spPr>
            <a:xfrm>
              <a:off x="5575069" y="2299855"/>
              <a:ext cx="66155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/>
            <p:cNvCxnSpPr>
              <a:stCxn id="4" idx="3"/>
            </p:cNvCxnSpPr>
            <p:nvPr/>
          </p:nvCxnSpPr>
          <p:spPr>
            <a:xfrm>
              <a:off x="8799716" y="2299855"/>
              <a:ext cx="8067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ZoneTexte 11"/>
                <p:cNvSpPr txBox="1"/>
                <p:nvPr/>
              </p:nvSpPr>
              <p:spPr>
                <a:xfrm>
                  <a:off x="5743750" y="1759195"/>
                  <a:ext cx="434340" cy="5513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984" b="1" i="1" baseline="-25000">
                            <a:latin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fr-FR" sz="1984" b="1" baseline="-25000" dirty="0"/>
                </a:p>
              </p:txBody>
            </p:sp>
          </mc:Choice>
          <mc:Fallback xmlns="">
            <p:sp>
              <p:nvSpPr>
                <p:cNvPr id="12" name="ZoneTexte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3750" y="1759195"/>
                  <a:ext cx="434340" cy="55134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ZoneTexte 12"/>
            <p:cNvSpPr txBox="1"/>
            <p:nvPr/>
          </p:nvSpPr>
          <p:spPr>
            <a:xfrm>
              <a:off x="8896411" y="1899744"/>
              <a:ext cx="541308" cy="438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18" b="1" dirty="0"/>
                <a:t>V</a:t>
              </a:r>
              <a:r>
                <a:rPr lang="fr-FR" sz="1418" b="1" baseline="-25000" dirty="0"/>
                <a:t>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3781440" y="6179355"/>
            <a:ext cx="1816525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18" name="ZoneTexte 17"/>
          <p:cNvSpPr txBox="1"/>
          <p:nvPr/>
        </p:nvSpPr>
        <p:spPr>
          <a:xfrm>
            <a:off x="4128543" y="6984517"/>
            <a:ext cx="1197924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Feedback</a:t>
            </a:r>
            <a:endParaRPr lang="fr-FR" sz="1276" b="1" dirty="0"/>
          </a:p>
        </p:txBody>
      </p:sp>
      <p:cxnSp>
        <p:nvCxnSpPr>
          <p:cNvPr id="20" name="Connecteur en angle 19"/>
          <p:cNvCxnSpPr>
            <a:endCxn id="17" idx="3"/>
          </p:cNvCxnSpPr>
          <p:nvPr/>
        </p:nvCxnSpPr>
        <p:spPr>
          <a:xfrm rot="10800000" flipV="1">
            <a:off x="5597964" y="5108492"/>
            <a:ext cx="1816525" cy="1473443"/>
          </a:xfrm>
          <a:prstGeom prst="bentConnector3">
            <a:avLst>
              <a:gd name="adj1" fmla="val 297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/>
          <p:cNvGrpSpPr/>
          <p:nvPr/>
        </p:nvGrpSpPr>
        <p:grpSpPr>
          <a:xfrm>
            <a:off x="525780" y="4713421"/>
            <a:ext cx="1003714" cy="768608"/>
            <a:chOff x="1638853" y="886732"/>
            <a:chExt cx="1269447" cy="755198"/>
          </a:xfrm>
        </p:grpSpPr>
        <p:sp>
          <p:nvSpPr>
            <p:cNvPr id="24" name="Ellipse 23"/>
            <p:cNvSpPr/>
            <p:nvPr/>
          </p:nvSpPr>
          <p:spPr>
            <a:xfrm>
              <a:off x="2146300" y="886732"/>
              <a:ext cx="762000" cy="7551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cxnSp>
          <p:nvCxnSpPr>
            <p:cNvPr id="25" name="Connecteur droit 24"/>
            <p:cNvCxnSpPr>
              <a:stCxn id="24" idx="1"/>
              <a:endCxn id="24" idx="5"/>
            </p:cNvCxnSpPr>
            <p:nvPr/>
          </p:nvCxnSpPr>
          <p:spPr>
            <a:xfrm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stCxn id="24" idx="7"/>
              <a:endCxn id="24" idx="3"/>
            </p:cNvCxnSpPr>
            <p:nvPr/>
          </p:nvCxnSpPr>
          <p:spPr>
            <a:xfrm flipH="1"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146301" y="1039362"/>
              <a:ext cx="414365" cy="347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701" b="1" dirty="0"/>
                <a:t>+</a:t>
              </a: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2390140" y="1222239"/>
              <a:ext cx="355557" cy="347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701" b="1" dirty="0"/>
                <a:t>-</a:t>
              </a:r>
            </a:p>
          </p:txBody>
        </p:sp>
        <p:cxnSp>
          <p:nvCxnSpPr>
            <p:cNvPr id="29" name="Connecteur droit avec flèche 28"/>
            <p:cNvCxnSpPr>
              <a:endCxn id="27" idx="1"/>
            </p:cNvCxnSpPr>
            <p:nvPr/>
          </p:nvCxnSpPr>
          <p:spPr>
            <a:xfrm flipV="1">
              <a:off x="1638853" y="1213309"/>
              <a:ext cx="507447" cy="89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Connecteur en angle 31"/>
          <p:cNvCxnSpPr>
            <a:stCxn id="17" idx="1"/>
            <a:endCxn id="24" idx="4"/>
          </p:cNvCxnSpPr>
          <p:nvPr/>
        </p:nvCxnSpPr>
        <p:spPr>
          <a:xfrm rot="10800000">
            <a:off x="1228250" y="5482030"/>
            <a:ext cx="2553191" cy="109990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19177" y="4743198"/>
            <a:ext cx="490450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V</a:t>
            </a:r>
            <a:r>
              <a:rPr lang="fr-FR" sz="1418" b="1" baseline="-25000" dirty="0"/>
              <a:t>ref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34161" y="4686508"/>
            <a:ext cx="1210036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40" name="ZoneTexte 39"/>
          <p:cNvSpPr txBox="1"/>
          <p:nvPr/>
        </p:nvSpPr>
        <p:spPr>
          <a:xfrm>
            <a:off x="3464819" y="5480327"/>
            <a:ext cx="1458783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Comparateur</a:t>
            </a:r>
            <a:endParaRPr lang="fr-FR" sz="1276" b="1" dirty="0"/>
          </a:p>
        </p:txBody>
      </p:sp>
      <p:sp>
        <p:nvSpPr>
          <p:cNvPr id="41" name="Rectangle 40"/>
          <p:cNvSpPr/>
          <p:nvPr/>
        </p:nvSpPr>
        <p:spPr>
          <a:xfrm>
            <a:off x="1831667" y="4686506"/>
            <a:ext cx="1210036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42" name="ZoneTexte 41"/>
          <p:cNvSpPr txBox="1"/>
          <p:nvPr/>
        </p:nvSpPr>
        <p:spPr>
          <a:xfrm>
            <a:off x="1766289" y="5468983"/>
            <a:ext cx="1340791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Correcteur</a:t>
            </a:r>
            <a:endParaRPr lang="fr-FR" sz="1276" b="1" dirty="0"/>
          </a:p>
        </p:txBody>
      </p:sp>
      <p:cxnSp>
        <p:nvCxnSpPr>
          <p:cNvPr id="44" name="Connecteur droit avec flèche 43"/>
          <p:cNvCxnSpPr>
            <a:stCxn id="41" idx="3"/>
            <a:endCxn id="39" idx="1"/>
          </p:cNvCxnSpPr>
          <p:nvPr/>
        </p:nvCxnSpPr>
        <p:spPr>
          <a:xfrm>
            <a:off x="3041704" y="5089088"/>
            <a:ext cx="49245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>
            <a:stCxn id="24" idx="6"/>
            <a:endCxn id="41" idx="1"/>
          </p:cNvCxnSpPr>
          <p:nvPr/>
        </p:nvCxnSpPr>
        <p:spPr>
          <a:xfrm flipV="1">
            <a:off x="1529494" y="5089087"/>
            <a:ext cx="302173" cy="86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3128740" y="4793100"/>
            <a:ext cx="363935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V</a:t>
            </a:r>
            <a:r>
              <a:rPr lang="fr-FR" sz="1418" b="1" baseline="30000" dirty="0"/>
              <a:t>+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790385" y="5617107"/>
            <a:ext cx="488882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FB</a:t>
            </a:r>
          </a:p>
        </p:txBody>
      </p:sp>
      <p:sp>
        <p:nvSpPr>
          <p:cNvPr id="51" name="ZoneTexte 50"/>
          <p:cNvSpPr txBox="1"/>
          <p:nvPr/>
        </p:nvSpPr>
        <p:spPr>
          <a:xfrm>
            <a:off x="1497474" y="4725313"/>
            <a:ext cx="340822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984" b="1" dirty="0"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ε</a:t>
            </a:r>
            <a:endParaRPr lang="fr-FR" sz="1984" b="1" dirty="0"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742326" y="4816137"/>
            <a:ext cx="84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2552095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56381" y="5551550"/>
            <a:ext cx="1526847" cy="52930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00417" y="5659321"/>
            <a:ext cx="1532248" cy="308365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>
            <a:off x="4378719" y="5049179"/>
            <a:ext cx="1393224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2729011" y="6562901"/>
            <a:ext cx="305016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flipV="1">
            <a:off x="3056670" y="5103187"/>
            <a:ext cx="0" cy="13679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6206948" y="5194975"/>
            <a:ext cx="0" cy="13679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2610230" y="5623552"/>
            <a:ext cx="44644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V</a:t>
            </a:r>
            <a:r>
              <a:rPr lang="fr-FR" sz="2268" b="1" baseline="-25000" dirty="0"/>
              <a:t>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6269953" y="5579926"/>
            <a:ext cx="44644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V</a:t>
            </a:r>
            <a:r>
              <a:rPr lang="fr-FR" sz="2268" b="1" baseline="-25000" dirty="0"/>
              <a:t>s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3484573" y="5103187"/>
            <a:ext cx="44644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L</a:t>
            </a:r>
            <a:r>
              <a:rPr lang="fr-FR" sz="2268" b="1" baseline="-25000" dirty="0"/>
              <a:t>1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4301153" y="5542953"/>
            <a:ext cx="401434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C</a:t>
            </a:r>
            <a:r>
              <a:rPr lang="fr-FR" sz="2268" b="1" baseline="-25000" dirty="0"/>
              <a:t>1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5202356" y="5542651"/>
            <a:ext cx="533785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R</a:t>
            </a:r>
            <a:r>
              <a:rPr lang="fr-FR" sz="2268" b="1" baseline="-25000" dirty="0"/>
              <a:t>m</a:t>
            </a: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380" y="4853892"/>
            <a:ext cx="1687649" cy="20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9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476" y="3654058"/>
            <a:ext cx="5856142" cy="4010052"/>
          </a:xfrm>
          <a:prstGeom prst="rect">
            <a:avLst/>
          </a:prstGeom>
        </p:spPr>
      </p:pic>
      <p:grpSp>
        <p:nvGrpSpPr>
          <p:cNvPr id="12" name="Groupe 11"/>
          <p:cNvGrpSpPr/>
          <p:nvPr/>
        </p:nvGrpSpPr>
        <p:grpSpPr>
          <a:xfrm>
            <a:off x="1438295" y="3753832"/>
            <a:ext cx="1531967" cy="566285"/>
            <a:chOff x="5991815" y="2642680"/>
            <a:chExt cx="952499" cy="508000"/>
          </a:xfrm>
        </p:grpSpPr>
        <p:grpSp>
          <p:nvGrpSpPr>
            <p:cNvPr id="13" name="Groupe 12"/>
            <p:cNvGrpSpPr/>
            <p:nvPr/>
          </p:nvGrpSpPr>
          <p:grpSpPr>
            <a:xfrm>
              <a:off x="5991815" y="2642680"/>
              <a:ext cx="952499" cy="508000"/>
              <a:chOff x="3911599" y="1308100"/>
              <a:chExt cx="952499" cy="508000"/>
            </a:xfrm>
          </p:grpSpPr>
          <p:cxnSp>
            <p:nvCxnSpPr>
              <p:cNvPr id="16" name="Connecteur droit 15"/>
              <p:cNvCxnSpPr/>
              <p:nvPr/>
            </p:nvCxnSpPr>
            <p:spPr>
              <a:xfrm flipV="1">
                <a:off x="3911599" y="1320800"/>
                <a:ext cx="317501" cy="4826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eur droit 16"/>
              <p:cNvCxnSpPr/>
              <p:nvPr/>
            </p:nvCxnSpPr>
            <p:spPr>
              <a:xfrm>
                <a:off x="4229100" y="1308100"/>
                <a:ext cx="0" cy="4953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eur droit 17"/>
              <p:cNvCxnSpPr/>
              <p:nvPr/>
            </p:nvCxnSpPr>
            <p:spPr>
              <a:xfrm>
                <a:off x="4546599" y="1308100"/>
                <a:ext cx="0" cy="4953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eur droit 18"/>
              <p:cNvCxnSpPr/>
              <p:nvPr/>
            </p:nvCxnSpPr>
            <p:spPr>
              <a:xfrm>
                <a:off x="4864098" y="1320800"/>
                <a:ext cx="0" cy="4953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Connecteur droit 13"/>
            <p:cNvCxnSpPr/>
            <p:nvPr/>
          </p:nvCxnSpPr>
          <p:spPr>
            <a:xfrm flipV="1">
              <a:off x="6303604" y="2650651"/>
              <a:ext cx="317501" cy="4826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flipV="1">
              <a:off x="6623713" y="2650651"/>
              <a:ext cx="317501" cy="4826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707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2"/>
          <a:srcRect t="26341" r="2086"/>
          <a:stretch/>
        </p:blipFill>
        <p:spPr>
          <a:xfrm>
            <a:off x="1425595" y="2587624"/>
            <a:ext cx="5734030" cy="295375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28267" y="5470502"/>
            <a:ext cx="1388323" cy="2794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530600" y="2397125"/>
            <a:ext cx="3771900" cy="1409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3"/>
          <p:cNvCxnSpPr/>
          <p:nvPr/>
        </p:nvCxnSpPr>
        <p:spPr>
          <a:xfrm flipH="1">
            <a:off x="1624333" y="6256739"/>
            <a:ext cx="1" cy="4583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 flipH="1">
            <a:off x="1344935" y="6715125"/>
            <a:ext cx="558796" cy="107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flipH="1">
            <a:off x="1344935" y="6867525"/>
            <a:ext cx="558796" cy="107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/>
        </p:nvCxnSpPr>
        <p:spPr>
          <a:xfrm flipH="1">
            <a:off x="1624333" y="6878236"/>
            <a:ext cx="1" cy="4583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flipH="1">
            <a:off x="1414417" y="7341977"/>
            <a:ext cx="419832" cy="107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 flipH="1">
            <a:off x="1498163" y="7440987"/>
            <a:ext cx="252341" cy="77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H="1">
            <a:off x="1571728" y="7536194"/>
            <a:ext cx="105211" cy="76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1821549" y="5374723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R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925935" y="653340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633497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>
            <a:off x="2179829" y="412536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2273110" y="348222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4919343" y="398144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blipFill>
                <a:blip r:embed="rId2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097552" y="413518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799898" y="411555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98" y="4115550"/>
                <a:ext cx="434734" cy="288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4357413" y="412536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2179829" y="5072778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2273110" y="4429631"/>
            <a:ext cx="0" cy="1266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4919343" y="492885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867453" y="4327500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76" b="1" dirty="0"/>
              <a:t>v</a:t>
            </a:r>
            <a:r>
              <a:rPr lang="fr-FR" sz="1276" b="1" baseline="-25000" dirty="0"/>
              <a:t>1</a:t>
            </a:r>
            <a:endParaRPr lang="fr-FR" sz="1276" b="1" dirty="0">
              <a:solidFill>
                <a:schemeClr val="accent1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068977" y="506354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2799898" y="5062958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98" y="5062958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/>
          <p:cNvSpPr txBox="1"/>
          <p:nvPr/>
        </p:nvSpPr>
        <p:spPr>
          <a:xfrm>
            <a:off x="4357413" y="507277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179829" y="6509735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273110" y="5866588"/>
            <a:ext cx="0" cy="12962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4919343" y="6365811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783572" y="5754223"/>
            <a:ext cx="47481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L</a:t>
            </a:r>
            <a:r>
              <a:rPr lang="fr-FR" sz="1276" b="1" dirty="0"/>
              <a:t>, </a:t>
            </a:r>
            <a:r>
              <a:rPr lang="fr-FR" sz="1276" b="1" dirty="0">
                <a:solidFill>
                  <a:srgbClr val="FF0000"/>
                </a:solidFill>
              </a:rPr>
              <a:t>i</a:t>
            </a:r>
            <a:r>
              <a:rPr lang="fr-FR" sz="1276" b="1" baseline="-25000" dirty="0">
                <a:solidFill>
                  <a:srgbClr val="FF0000"/>
                </a:solidFill>
              </a:rPr>
              <a:t>L</a:t>
            </a:r>
            <a:endParaRPr lang="fr-FR" sz="1276" b="1" dirty="0">
              <a:solidFill>
                <a:srgbClr val="FF0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2059452" y="6471928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2799898" y="649991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98" y="6499916"/>
                <a:ext cx="434734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26"/>
          <p:cNvSpPr txBox="1"/>
          <p:nvPr/>
        </p:nvSpPr>
        <p:spPr>
          <a:xfrm>
            <a:off x="4357413" y="6509735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>
            <a:off x="2179829" y="7904525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V="1">
            <a:off x="2273110" y="7261378"/>
            <a:ext cx="0" cy="11518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4919343" y="7760601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1754725" y="7159218"/>
            <a:ext cx="452368" cy="485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1</a:t>
            </a:r>
            <a:r>
              <a:rPr lang="fr-FR" sz="1276" b="1" dirty="0"/>
              <a:t>, </a:t>
            </a:r>
            <a:r>
              <a:rPr lang="fr-FR" sz="1276" b="1" dirty="0">
                <a:solidFill>
                  <a:srgbClr val="FF0000"/>
                </a:solidFill>
              </a:rPr>
              <a:t>i</a:t>
            </a:r>
            <a:r>
              <a:rPr lang="fr-FR" sz="1276" b="1" baseline="-25000" dirty="0">
                <a:solidFill>
                  <a:srgbClr val="FF0000"/>
                </a:solidFill>
              </a:rPr>
              <a:t>2</a:t>
            </a:r>
          </a:p>
          <a:p>
            <a:r>
              <a:rPr lang="fr-FR" sz="1276" b="1" dirty="0"/>
              <a:t>,</a:t>
            </a:r>
            <a:r>
              <a:rPr lang="fr-FR" sz="1276" b="1" dirty="0">
                <a:solidFill>
                  <a:schemeClr val="accent1"/>
                </a:solidFill>
              </a:rPr>
              <a:t> </a:t>
            </a:r>
            <a:r>
              <a:rPr lang="fr-FR" sz="1276" b="1" dirty="0">
                <a:solidFill>
                  <a:srgbClr val="00B050"/>
                </a:solidFill>
              </a:rPr>
              <a:t>i</a:t>
            </a:r>
            <a:r>
              <a:rPr lang="fr-FR" sz="1276" b="1" baseline="-25000" dirty="0">
                <a:solidFill>
                  <a:srgbClr val="00B050"/>
                </a:solidFill>
              </a:rPr>
              <a:t>E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2059452" y="7914343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2790373" y="789470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373" y="7894706"/>
                <a:ext cx="434734" cy="2886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4357413" y="7904525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2063186" y="9050496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2273110" y="843018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4802700" y="890657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1878059" y="8413254"/>
            <a:ext cx="38183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DS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1980909" y="9060314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2788030" y="904067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030" y="9040676"/>
                <a:ext cx="434734" cy="288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ZoneTexte 40"/>
          <p:cNvSpPr txBox="1"/>
          <p:nvPr/>
        </p:nvSpPr>
        <p:spPr>
          <a:xfrm>
            <a:off x="4345545" y="9050495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43" name="Connecteur droit 42"/>
          <p:cNvCxnSpPr/>
          <p:nvPr/>
        </p:nvCxnSpPr>
        <p:spPr>
          <a:xfrm>
            <a:off x="3151914" y="3482222"/>
            <a:ext cx="0" cy="594752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4386870" y="3482222"/>
            <a:ext cx="0" cy="594752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963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AFBFB69A-2DD6-BB2D-1CE9-8677977612E7}"/>
              </a:ext>
            </a:extLst>
          </p:cNvPr>
          <p:cNvCxnSpPr/>
          <p:nvPr/>
        </p:nvCxnSpPr>
        <p:spPr>
          <a:xfrm>
            <a:off x="2179829" y="412536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B233D0A-FAAA-B257-8622-4B17AC46BCF6}"/>
              </a:ext>
            </a:extLst>
          </p:cNvPr>
          <p:cNvCxnSpPr/>
          <p:nvPr/>
        </p:nvCxnSpPr>
        <p:spPr>
          <a:xfrm flipV="1">
            <a:off x="2273110" y="348222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3DE4DDCA-3A3B-833A-0E01-0D77BD408BFC}"/>
              </a:ext>
            </a:extLst>
          </p:cNvPr>
          <p:cNvSpPr txBox="1"/>
          <p:nvPr/>
        </p:nvSpPr>
        <p:spPr>
          <a:xfrm>
            <a:off x="4919343" y="398144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8D750AEE-40B7-5E8D-65DE-1B3BBF8197F8}"/>
                  </a:ext>
                </a:extLst>
              </p:cNvPr>
              <p:cNvSpPr txBox="1"/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8D750AEE-40B7-5E8D-65DE-1B3BBF819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blipFill>
                <a:blip r:embed="rId2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>
            <a:extLst>
              <a:ext uri="{FF2B5EF4-FFF2-40B4-BE49-F238E27FC236}">
                <a16:creationId xmlns:a16="http://schemas.microsoft.com/office/drawing/2014/main" id="{E163650E-D77A-6E2E-4EB3-C4DBB38335C4}"/>
              </a:ext>
            </a:extLst>
          </p:cNvPr>
          <p:cNvSpPr txBox="1"/>
          <p:nvPr/>
        </p:nvSpPr>
        <p:spPr>
          <a:xfrm>
            <a:off x="2097552" y="413518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934D5DD-3722-AF0F-6795-FC1E6CE064EA}"/>
                  </a:ext>
                </a:extLst>
              </p:cNvPr>
              <p:cNvSpPr txBox="1"/>
              <p:nvPr/>
            </p:nvSpPr>
            <p:spPr>
              <a:xfrm>
                <a:off x="2799898" y="411555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934D5DD-3722-AF0F-6795-FC1E6CE06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98" y="4115550"/>
                <a:ext cx="434734" cy="288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ZoneTexte 11">
            <a:extLst>
              <a:ext uri="{FF2B5EF4-FFF2-40B4-BE49-F238E27FC236}">
                <a16:creationId xmlns:a16="http://schemas.microsoft.com/office/drawing/2014/main" id="{5E178576-21E5-A65D-A86D-7E548E2322B8}"/>
              </a:ext>
            </a:extLst>
          </p:cNvPr>
          <p:cNvSpPr txBox="1"/>
          <p:nvPr/>
        </p:nvSpPr>
        <p:spPr>
          <a:xfrm>
            <a:off x="4357413" y="412536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028BC8D0-1543-6372-3CEF-CF4DFA99DB17}"/>
              </a:ext>
            </a:extLst>
          </p:cNvPr>
          <p:cNvCxnSpPr/>
          <p:nvPr/>
        </p:nvCxnSpPr>
        <p:spPr>
          <a:xfrm>
            <a:off x="2179829" y="5072778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A8602D9B-E099-33D6-FE3A-B7EBAA3519BE}"/>
              </a:ext>
            </a:extLst>
          </p:cNvPr>
          <p:cNvCxnSpPr/>
          <p:nvPr/>
        </p:nvCxnSpPr>
        <p:spPr>
          <a:xfrm flipV="1">
            <a:off x="2273110" y="4429631"/>
            <a:ext cx="0" cy="1266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C9D5286F-91D3-0CD6-61A2-B237502E6DEA}"/>
              </a:ext>
            </a:extLst>
          </p:cNvPr>
          <p:cNvSpPr txBox="1"/>
          <p:nvPr/>
        </p:nvSpPr>
        <p:spPr>
          <a:xfrm>
            <a:off x="4919343" y="492885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9F7E190-10B8-AC51-56D5-15515F5B67D1}"/>
              </a:ext>
            </a:extLst>
          </p:cNvPr>
          <p:cNvSpPr txBox="1"/>
          <p:nvPr/>
        </p:nvSpPr>
        <p:spPr>
          <a:xfrm>
            <a:off x="1867453" y="4327500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76" b="1" dirty="0"/>
              <a:t>v</a:t>
            </a:r>
            <a:r>
              <a:rPr lang="fr-FR" sz="1276" b="1" baseline="-25000" dirty="0"/>
              <a:t>1</a:t>
            </a:r>
            <a:endParaRPr lang="fr-FR" sz="1276" b="1" dirty="0">
              <a:solidFill>
                <a:schemeClr val="accent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82900A3-3CD1-B70D-2172-B859C1B2C412}"/>
              </a:ext>
            </a:extLst>
          </p:cNvPr>
          <p:cNvSpPr txBox="1"/>
          <p:nvPr/>
        </p:nvSpPr>
        <p:spPr>
          <a:xfrm>
            <a:off x="2068977" y="506354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A8062312-7865-7E86-E3CD-50AAB222E207}"/>
                  </a:ext>
                </a:extLst>
              </p:cNvPr>
              <p:cNvSpPr txBox="1"/>
              <p:nvPr/>
            </p:nvSpPr>
            <p:spPr>
              <a:xfrm>
                <a:off x="2799898" y="5062958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A8062312-7865-7E86-E3CD-50AAB222E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98" y="5062958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ZoneTexte 18">
            <a:extLst>
              <a:ext uri="{FF2B5EF4-FFF2-40B4-BE49-F238E27FC236}">
                <a16:creationId xmlns:a16="http://schemas.microsoft.com/office/drawing/2014/main" id="{9C09E2F4-0280-EC05-A71D-1331A20AE469}"/>
              </a:ext>
            </a:extLst>
          </p:cNvPr>
          <p:cNvSpPr txBox="1"/>
          <p:nvPr/>
        </p:nvSpPr>
        <p:spPr>
          <a:xfrm>
            <a:off x="4357413" y="507277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D2A97DA0-38A4-E52A-A303-D07E4CC32CBD}"/>
              </a:ext>
            </a:extLst>
          </p:cNvPr>
          <p:cNvCxnSpPr/>
          <p:nvPr/>
        </p:nvCxnSpPr>
        <p:spPr>
          <a:xfrm>
            <a:off x="2179829" y="6509735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AEF8F215-CB92-06C4-5359-47ADFEB4B5B4}"/>
              </a:ext>
            </a:extLst>
          </p:cNvPr>
          <p:cNvCxnSpPr/>
          <p:nvPr/>
        </p:nvCxnSpPr>
        <p:spPr>
          <a:xfrm flipV="1">
            <a:off x="2273110" y="5866588"/>
            <a:ext cx="0" cy="12962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2755656C-45A2-75BC-905B-32A362F60905}"/>
              </a:ext>
            </a:extLst>
          </p:cNvPr>
          <p:cNvSpPr txBox="1"/>
          <p:nvPr/>
        </p:nvSpPr>
        <p:spPr>
          <a:xfrm>
            <a:off x="4919343" y="6365811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C6DABDF-A376-974C-ED46-E4D5A4A0E850}"/>
              </a:ext>
            </a:extLst>
          </p:cNvPr>
          <p:cNvSpPr txBox="1"/>
          <p:nvPr/>
        </p:nvSpPr>
        <p:spPr>
          <a:xfrm>
            <a:off x="1783572" y="5754223"/>
            <a:ext cx="47481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L</a:t>
            </a:r>
            <a:r>
              <a:rPr lang="fr-FR" sz="1276" b="1" dirty="0"/>
              <a:t>, </a:t>
            </a:r>
            <a:r>
              <a:rPr lang="fr-FR" sz="1276" b="1" dirty="0">
                <a:solidFill>
                  <a:srgbClr val="FF0000"/>
                </a:solidFill>
              </a:rPr>
              <a:t>i</a:t>
            </a:r>
            <a:r>
              <a:rPr lang="fr-FR" sz="1276" b="1" baseline="-25000" dirty="0">
                <a:solidFill>
                  <a:srgbClr val="FF0000"/>
                </a:solidFill>
              </a:rPr>
              <a:t>L</a:t>
            </a:r>
            <a:endParaRPr lang="fr-FR" sz="1276" b="1" dirty="0">
              <a:solidFill>
                <a:srgbClr val="FF0000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FD5C4B6-27C9-F232-A018-CA5A892194C2}"/>
              </a:ext>
            </a:extLst>
          </p:cNvPr>
          <p:cNvSpPr txBox="1"/>
          <p:nvPr/>
        </p:nvSpPr>
        <p:spPr>
          <a:xfrm>
            <a:off x="2059452" y="6471928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F9EC05DC-3423-873E-0480-3B2AC868EC2F}"/>
                  </a:ext>
                </a:extLst>
              </p:cNvPr>
              <p:cNvSpPr txBox="1"/>
              <p:nvPr/>
            </p:nvSpPr>
            <p:spPr>
              <a:xfrm>
                <a:off x="2799898" y="649991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F9EC05DC-3423-873E-0480-3B2AC868E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98" y="6499916"/>
                <a:ext cx="434734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ZoneTexte 25">
            <a:extLst>
              <a:ext uri="{FF2B5EF4-FFF2-40B4-BE49-F238E27FC236}">
                <a16:creationId xmlns:a16="http://schemas.microsoft.com/office/drawing/2014/main" id="{9081D3B4-7149-3DBC-A0AC-1B11390E87B3}"/>
              </a:ext>
            </a:extLst>
          </p:cNvPr>
          <p:cNvSpPr txBox="1"/>
          <p:nvPr/>
        </p:nvSpPr>
        <p:spPr>
          <a:xfrm>
            <a:off x="4357413" y="6509735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3E3C649E-E02B-B4A6-7E2F-999C4F3468F5}"/>
              </a:ext>
            </a:extLst>
          </p:cNvPr>
          <p:cNvCxnSpPr/>
          <p:nvPr/>
        </p:nvCxnSpPr>
        <p:spPr>
          <a:xfrm>
            <a:off x="2179829" y="7904525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CC66FCE9-C683-7E4D-B53A-8A3802939B88}"/>
              </a:ext>
            </a:extLst>
          </p:cNvPr>
          <p:cNvCxnSpPr/>
          <p:nvPr/>
        </p:nvCxnSpPr>
        <p:spPr>
          <a:xfrm flipV="1">
            <a:off x="2273110" y="7261378"/>
            <a:ext cx="0" cy="11518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9EA0F12B-B941-607E-08CB-608C67C71348}"/>
              </a:ext>
            </a:extLst>
          </p:cNvPr>
          <p:cNvSpPr txBox="1"/>
          <p:nvPr/>
        </p:nvSpPr>
        <p:spPr>
          <a:xfrm>
            <a:off x="4919343" y="7760601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C200553-4917-BE59-0E55-F7B6FB15C15D}"/>
              </a:ext>
            </a:extLst>
          </p:cNvPr>
          <p:cNvSpPr txBox="1"/>
          <p:nvPr/>
        </p:nvSpPr>
        <p:spPr>
          <a:xfrm>
            <a:off x="1754725" y="7159218"/>
            <a:ext cx="452368" cy="485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1</a:t>
            </a:r>
            <a:r>
              <a:rPr lang="fr-FR" sz="1276" b="1" dirty="0"/>
              <a:t>, </a:t>
            </a:r>
            <a:r>
              <a:rPr lang="fr-FR" sz="1276" b="1" dirty="0">
                <a:solidFill>
                  <a:srgbClr val="FF0000"/>
                </a:solidFill>
              </a:rPr>
              <a:t>i</a:t>
            </a:r>
            <a:r>
              <a:rPr lang="fr-FR" sz="1276" b="1" baseline="-25000" dirty="0">
                <a:solidFill>
                  <a:srgbClr val="FF0000"/>
                </a:solidFill>
              </a:rPr>
              <a:t>2</a:t>
            </a:r>
          </a:p>
          <a:p>
            <a:r>
              <a:rPr lang="fr-FR" sz="1276" b="1" dirty="0"/>
              <a:t>,</a:t>
            </a:r>
            <a:r>
              <a:rPr lang="fr-FR" sz="1276" b="1" dirty="0">
                <a:solidFill>
                  <a:schemeClr val="accent1"/>
                </a:solidFill>
              </a:rPr>
              <a:t> </a:t>
            </a:r>
            <a:r>
              <a:rPr lang="fr-FR" sz="1276" b="1" dirty="0">
                <a:solidFill>
                  <a:srgbClr val="00B050"/>
                </a:solidFill>
              </a:rPr>
              <a:t>i</a:t>
            </a:r>
            <a:r>
              <a:rPr lang="fr-FR" sz="1276" b="1" baseline="-25000" dirty="0">
                <a:solidFill>
                  <a:srgbClr val="00B050"/>
                </a:solidFill>
              </a:rPr>
              <a:t>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52CD195-014C-563E-13F2-F3A997D8A7C7}"/>
              </a:ext>
            </a:extLst>
          </p:cNvPr>
          <p:cNvSpPr txBox="1"/>
          <p:nvPr/>
        </p:nvSpPr>
        <p:spPr>
          <a:xfrm>
            <a:off x="2059452" y="7914343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81EB927F-2702-998F-F149-F60325FA57E5}"/>
                  </a:ext>
                </a:extLst>
              </p:cNvPr>
              <p:cNvSpPr txBox="1"/>
              <p:nvPr/>
            </p:nvSpPr>
            <p:spPr>
              <a:xfrm>
                <a:off x="2790373" y="789470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81EB927F-2702-998F-F149-F60325FA5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373" y="7894706"/>
                <a:ext cx="434734" cy="2886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ZoneTexte 32">
            <a:extLst>
              <a:ext uri="{FF2B5EF4-FFF2-40B4-BE49-F238E27FC236}">
                <a16:creationId xmlns:a16="http://schemas.microsoft.com/office/drawing/2014/main" id="{2035F5C3-8F2E-0644-DA99-F3E090209CB4}"/>
              </a:ext>
            </a:extLst>
          </p:cNvPr>
          <p:cNvSpPr txBox="1"/>
          <p:nvPr/>
        </p:nvSpPr>
        <p:spPr>
          <a:xfrm>
            <a:off x="4357413" y="7904525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8FE55E2A-3980-905F-5233-0EDDC76EC6AF}"/>
              </a:ext>
            </a:extLst>
          </p:cNvPr>
          <p:cNvCxnSpPr/>
          <p:nvPr/>
        </p:nvCxnSpPr>
        <p:spPr>
          <a:xfrm>
            <a:off x="2063186" y="9050496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B49BBE5E-C406-BCE6-ACFF-590B6A3BEC40}"/>
              </a:ext>
            </a:extLst>
          </p:cNvPr>
          <p:cNvCxnSpPr/>
          <p:nvPr/>
        </p:nvCxnSpPr>
        <p:spPr>
          <a:xfrm flipV="1">
            <a:off x="2273110" y="843018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8518A937-322B-18C5-9F28-BEF344E1B47C}"/>
              </a:ext>
            </a:extLst>
          </p:cNvPr>
          <p:cNvSpPr txBox="1"/>
          <p:nvPr/>
        </p:nvSpPr>
        <p:spPr>
          <a:xfrm>
            <a:off x="4802700" y="890657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BD10CEC-6AEB-5B8E-6C3A-61744CBC8EA7}"/>
              </a:ext>
            </a:extLst>
          </p:cNvPr>
          <p:cNvSpPr txBox="1"/>
          <p:nvPr/>
        </p:nvSpPr>
        <p:spPr>
          <a:xfrm>
            <a:off x="1878059" y="8413254"/>
            <a:ext cx="38183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DS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3E2DE5D5-F139-552E-1257-20C2C9952CA6}"/>
              </a:ext>
            </a:extLst>
          </p:cNvPr>
          <p:cNvSpPr txBox="1"/>
          <p:nvPr/>
        </p:nvSpPr>
        <p:spPr>
          <a:xfrm>
            <a:off x="1980909" y="9060314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63C4B39B-D01E-650C-29A9-A7845A6BB5B6}"/>
                  </a:ext>
                </a:extLst>
              </p:cNvPr>
              <p:cNvSpPr txBox="1"/>
              <p:nvPr/>
            </p:nvSpPr>
            <p:spPr>
              <a:xfrm>
                <a:off x="2788030" y="904067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63C4B39B-D01E-650C-29A9-A7845A6BB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030" y="9040676"/>
                <a:ext cx="434734" cy="288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ZoneTexte 39">
            <a:extLst>
              <a:ext uri="{FF2B5EF4-FFF2-40B4-BE49-F238E27FC236}">
                <a16:creationId xmlns:a16="http://schemas.microsoft.com/office/drawing/2014/main" id="{5E697743-977B-1FA3-680D-FBA3D0BB9EF3}"/>
              </a:ext>
            </a:extLst>
          </p:cNvPr>
          <p:cNvSpPr txBox="1"/>
          <p:nvPr/>
        </p:nvSpPr>
        <p:spPr>
          <a:xfrm>
            <a:off x="4345545" y="9050495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10312073-9325-7CB9-A685-60C8D73741A9}"/>
              </a:ext>
            </a:extLst>
          </p:cNvPr>
          <p:cNvCxnSpPr/>
          <p:nvPr/>
        </p:nvCxnSpPr>
        <p:spPr>
          <a:xfrm>
            <a:off x="3151914" y="3482222"/>
            <a:ext cx="0" cy="594752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B7DDFAE8-4881-49AE-C169-C04609CB3C86}"/>
              </a:ext>
            </a:extLst>
          </p:cNvPr>
          <p:cNvCxnSpPr/>
          <p:nvPr/>
        </p:nvCxnSpPr>
        <p:spPr>
          <a:xfrm>
            <a:off x="4386870" y="3482222"/>
            <a:ext cx="0" cy="594752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35728AAC-C21E-3EB0-AB72-307364A283A6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2231563" y="3695700"/>
            <a:ext cx="920351" cy="4394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F97349C7-86F9-FFF0-83B0-7189A1CE9A8B}"/>
              </a:ext>
            </a:extLst>
          </p:cNvPr>
          <p:cNvCxnSpPr>
            <a:cxnSpLocks/>
          </p:cNvCxnSpPr>
          <p:nvPr/>
        </p:nvCxnSpPr>
        <p:spPr>
          <a:xfrm flipH="1" flipV="1">
            <a:off x="3141552" y="3695700"/>
            <a:ext cx="920351" cy="4394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1479BFEC-11A9-323E-243F-2D7C38E6593E}"/>
              </a:ext>
            </a:extLst>
          </p:cNvPr>
          <p:cNvCxnSpPr>
            <a:cxnSpLocks/>
          </p:cNvCxnSpPr>
          <p:nvPr/>
        </p:nvCxnSpPr>
        <p:spPr>
          <a:xfrm flipH="1">
            <a:off x="4038600" y="4120880"/>
            <a:ext cx="3482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1C81863A-3C64-5874-989E-347E18822738}"/>
              </a:ext>
            </a:extLst>
          </p:cNvPr>
          <p:cNvCxnSpPr>
            <a:cxnSpLocks/>
          </p:cNvCxnSpPr>
          <p:nvPr/>
        </p:nvCxnSpPr>
        <p:spPr>
          <a:xfrm flipH="1">
            <a:off x="1924840" y="4122487"/>
            <a:ext cx="3482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EDF93D96-505F-5038-47A7-5A87A3ADF00A}"/>
              </a:ext>
            </a:extLst>
          </p:cNvPr>
          <p:cNvCxnSpPr>
            <a:cxnSpLocks/>
          </p:cNvCxnSpPr>
          <p:nvPr/>
        </p:nvCxnSpPr>
        <p:spPr>
          <a:xfrm flipV="1">
            <a:off x="4371572" y="3922378"/>
            <a:ext cx="431128" cy="2058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9969ACB-50B5-FDB9-88A8-7C88ADE0B3DE}"/>
              </a:ext>
            </a:extLst>
          </p:cNvPr>
          <p:cNvCxnSpPr>
            <a:cxnSpLocks/>
          </p:cNvCxnSpPr>
          <p:nvPr/>
        </p:nvCxnSpPr>
        <p:spPr>
          <a:xfrm flipH="1">
            <a:off x="2273110" y="4649256"/>
            <a:ext cx="87880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714A8CE8-4EF8-08AF-8D5E-09971E038A42}"/>
              </a:ext>
            </a:extLst>
          </p:cNvPr>
          <p:cNvCxnSpPr>
            <a:cxnSpLocks/>
          </p:cNvCxnSpPr>
          <p:nvPr/>
        </p:nvCxnSpPr>
        <p:spPr>
          <a:xfrm flipH="1">
            <a:off x="3151914" y="5601756"/>
            <a:ext cx="8143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B0B2AEE1-0740-0B46-FF5E-F817080E0F0F}"/>
              </a:ext>
            </a:extLst>
          </p:cNvPr>
          <p:cNvCxnSpPr/>
          <p:nvPr/>
        </p:nvCxnSpPr>
        <p:spPr>
          <a:xfrm>
            <a:off x="3966238" y="3482221"/>
            <a:ext cx="0" cy="594752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9A90BB71-902B-2845-AD8C-5A5B654ED2F7}"/>
              </a:ext>
            </a:extLst>
          </p:cNvPr>
          <p:cNvCxnSpPr>
            <a:cxnSpLocks/>
          </p:cNvCxnSpPr>
          <p:nvPr/>
        </p:nvCxnSpPr>
        <p:spPr>
          <a:xfrm>
            <a:off x="3151914" y="4649256"/>
            <a:ext cx="0" cy="9525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6ABAF7A6-A0D8-EF9C-5EA7-A638D60F385C}"/>
              </a:ext>
            </a:extLst>
          </p:cNvPr>
          <p:cNvCxnSpPr>
            <a:cxnSpLocks/>
          </p:cNvCxnSpPr>
          <p:nvPr/>
        </p:nvCxnSpPr>
        <p:spPr>
          <a:xfrm>
            <a:off x="3966238" y="5072778"/>
            <a:ext cx="0" cy="5337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D03F3A32-1DA2-6427-8805-8006E2E4DD1F}"/>
              </a:ext>
            </a:extLst>
          </p:cNvPr>
          <p:cNvCxnSpPr>
            <a:cxnSpLocks/>
          </p:cNvCxnSpPr>
          <p:nvPr/>
        </p:nvCxnSpPr>
        <p:spPr>
          <a:xfrm flipH="1">
            <a:off x="3966238" y="5067553"/>
            <a:ext cx="3911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5271CFCE-C1B9-A50D-C55A-A745536B9E16}"/>
              </a:ext>
            </a:extLst>
          </p:cNvPr>
          <p:cNvCxnSpPr>
            <a:cxnSpLocks/>
          </p:cNvCxnSpPr>
          <p:nvPr/>
        </p:nvCxnSpPr>
        <p:spPr>
          <a:xfrm>
            <a:off x="4384935" y="4649256"/>
            <a:ext cx="0" cy="42352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A266829B-3849-BE25-968A-A2BD30EF3FE0}"/>
              </a:ext>
            </a:extLst>
          </p:cNvPr>
          <p:cNvCxnSpPr>
            <a:cxnSpLocks/>
          </p:cNvCxnSpPr>
          <p:nvPr/>
        </p:nvCxnSpPr>
        <p:spPr>
          <a:xfrm flipH="1">
            <a:off x="4371572" y="4655325"/>
            <a:ext cx="4311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108B3D46-580C-E4AF-1DE5-E522A54D7161}"/>
              </a:ext>
            </a:extLst>
          </p:cNvPr>
          <p:cNvCxnSpPr>
            <a:cxnSpLocks/>
          </p:cNvCxnSpPr>
          <p:nvPr/>
        </p:nvCxnSpPr>
        <p:spPr>
          <a:xfrm flipH="1">
            <a:off x="2258382" y="3686514"/>
            <a:ext cx="1014063" cy="918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A2D8A5D3-F7E7-61AF-3249-1CA11BB673D8}"/>
                  </a:ext>
                </a:extLst>
              </p:cNvPr>
              <p:cNvSpPr txBox="1"/>
              <p:nvPr/>
            </p:nvSpPr>
            <p:spPr>
              <a:xfrm>
                <a:off x="1950169" y="3548152"/>
                <a:ext cx="38260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𝝋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fr-FR" sz="105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A2D8A5D3-F7E7-61AF-3249-1CA11BB67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169" y="3548152"/>
                <a:ext cx="382604" cy="2539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21E553D2-4A6B-1909-17AB-41655A844C3F}"/>
                  </a:ext>
                </a:extLst>
              </p:cNvPr>
              <p:cNvSpPr txBox="1"/>
              <p:nvPr/>
            </p:nvSpPr>
            <p:spPr>
              <a:xfrm>
                <a:off x="1967888" y="4532412"/>
                <a:ext cx="30328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</m:oMath>
                  </m:oMathPara>
                </a14:m>
                <a:endParaRPr lang="fr-FR" sz="105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21E553D2-4A6B-1909-17AB-41655A844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888" y="4532412"/>
                <a:ext cx="303288" cy="2539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4983C7AC-4BCB-BDD9-1EDE-256D147EFF33}"/>
                  </a:ext>
                </a:extLst>
              </p:cNvPr>
              <p:cNvSpPr txBox="1"/>
              <p:nvPr/>
            </p:nvSpPr>
            <p:spPr>
              <a:xfrm>
                <a:off x="1884740" y="5445069"/>
                <a:ext cx="433131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a:rPr lang="fr-FR" sz="105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</m:oMath>
                  </m:oMathPara>
                </a14:m>
                <a:endParaRPr lang="fr-FR" sz="105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4983C7AC-4BCB-BDD9-1EDE-256D147EF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40" y="5445069"/>
                <a:ext cx="433131" cy="2539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9FF6E869-A0AE-1521-F272-75FC01C13B39}"/>
              </a:ext>
            </a:extLst>
          </p:cNvPr>
          <p:cNvCxnSpPr>
            <a:cxnSpLocks/>
          </p:cNvCxnSpPr>
          <p:nvPr/>
        </p:nvCxnSpPr>
        <p:spPr>
          <a:xfrm flipH="1">
            <a:off x="2280522" y="6043948"/>
            <a:ext cx="8788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C994D144-FB0F-F73A-E23B-20EE8A4E165E}"/>
              </a:ext>
            </a:extLst>
          </p:cNvPr>
          <p:cNvCxnSpPr>
            <a:cxnSpLocks/>
          </p:cNvCxnSpPr>
          <p:nvPr/>
        </p:nvCxnSpPr>
        <p:spPr>
          <a:xfrm flipH="1">
            <a:off x="3141552" y="7057408"/>
            <a:ext cx="124338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23484161-ABC4-04B1-39AF-D25FBB3A97C9}"/>
              </a:ext>
            </a:extLst>
          </p:cNvPr>
          <p:cNvCxnSpPr>
            <a:cxnSpLocks/>
          </p:cNvCxnSpPr>
          <p:nvPr/>
        </p:nvCxnSpPr>
        <p:spPr>
          <a:xfrm>
            <a:off x="3151914" y="6042892"/>
            <a:ext cx="0" cy="10145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9CF8C6F1-333B-7576-597C-BF2CF8517860}"/>
              </a:ext>
            </a:extLst>
          </p:cNvPr>
          <p:cNvCxnSpPr>
            <a:cxnSpLocks/>
          </p:cNvCxnSpPr>
          <p:nvPr/>
        </p:nvCxnSpPr>
        <p:spPr>
          <a:xfrm flipH="1">
            <a:off x="4371572" y="6042892"/>
            <a:ext cx="4311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B0DB8D3A-2603-44E4-8BDD-D24C549EA39F}"/>
              </a:ext>
            </a:extLst>
          </p:cNvPr>
          <p:cNvCxnSpPr>
            <a:cxnSpLocks/>
          </p:cNvCxnSpPr>
          <p:nvPr/>
        </p:nvCxnSpPr>
        <p:spPr>
          <a:xfrm flipH="1">
            <a:off x="1884740" y="7065260"/>
            <a:ext cx="39578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58731FC8-E6A2-E745-B480-AE7ED2796984}"/>
              </a:ext>
            </a:extLst>
          </p:cNvPr>
          <p:cNvCxnSpPr>
            <a:cxnSpLocks/>
          </p:cNvCxnSpPr>
          <p:nvPr/>
        </p:nvCxnSpPr>
        <p:spPr>
          <a:xfrm>
            <a:off x="4389789" y="6042892"/>
            <a:ext cx="0" cy="10145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E22F4527-C265-3AC7-3DC5-2B23B8301232}"/>
              </a:ext>
            </a:extLst>
          </p:cNvPr>
          <p:cNvCxnSpPr>
            <a:cxnSpLocks/>
          </p:cNvCxnSpPr>
          <p:nvPr/>
        </p:nvCxnSpPr>
        <p:spPr>
          <a:xfrm flipV="1">
            <a:off x="2280522" y="6099853"/>
            <a:ext cx="871392" cy="1680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B74765D2-9ACB-850F-F814-F734741261E5}"/>
              </a:ext>
            </a:extLst>
          </p:cNvPr>
          <p:cNvCxnSpPr>
            <a:cxnSpLocks/>
          </p:cNvCxnSpPr>
          <p:nvPr/>
        </p:nvCxnSpPr>
        <p:spPr>
          <a:xfrm>
            <a:off x="3141552" y="6107977"/>
            <a:ext cx="1242400" cy="1599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88A81794-E195-BCC5-3FB4-687260C1909F}"/>
              </a:ext>
            </a:extLst>
          </p:cNvPr>
          <p:cNvCxnSpPr>
            <a:cxnSpLocks/>
          </p:cNvCxnSpPr>
          <p:nvPr/>
        </p:nvCxnSpPr>
        <p:spPr>
          <a:xfrm flipV="1">
            <a:off x="4373590" y="6179601"/>
            <a:ext cx="418687" cy="807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id="{1BB07C83-028C-1D90-C685-4C1568C9C68D}"/>
                  </a:ext>
                </a:extLst>
              </p:cNvPr>
              <p:cNvSpPr txBox="1"/>
              <p:nvPr/>
            </p:nvSpPr>
            <p:spPr>
              <a:xfrm>
                <a:off x="1846302" y="6848534"/>
                <a:ext cx="49481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fr-FR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fr-FR" sz="105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id="{1BB07C83-028C-1D90-C685-4C1568C9C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302" y="6848534"/>
                <a:ext cx="494814" cy="2539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DE396919-36E0-25F4-1F11-4E52CA5E7C65}"/>
                  </a:ext>
                </a:extLst>
              </p:cNvPr>
              <p:cNvSpPr txBox="1"/>
              <p:nvPr/>
            </p:nvSpPr>
            <p:spPr>
              <a:xfrm>
                <a:off x="1544672" y="5912676"/>
                <a:ext cx="816762" cy="3978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05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105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05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105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fr-FR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fr-FR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fr-FR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fr-FR" sz="105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DE396919-36E0-25F4-1F11-4E52CA5E7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672" y="5912676"/>
                <a:ext cx="816762" cy="3978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C3D13A28-BAF0-0E71-2F6A-A79F0CD62590}"/>
              </a:ext>
            </a:extLst>
          </p:cNvPr>
          <p:cNvCxnSpPr>
            <a:cxnSpLocks/>
          </p:cNvCxnSpPr>
          <p:nvPr/>
        </p:nvCxnSpPr>
        <p:spPr>
          <a:xfrm flipV="1">
            <a:off x="2280522" y="7281392"/>
            <a:ext cx="856664" cy="298391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A42BD313-597B-6F04-6A40-6C4E7F3CAC57}"/>
              </a:ext>
            </a:extLst>
          </p:cNvPr>
          <p:cNvCxnSpPr>
            <a:cxnSpLocks/>
          </p:cNvCxnSpPr>
          <p:nvPr/>
        </p:nvCxnSpPr>
        <p:spPr>
          <a:xfrm flipV="1">
            <a:off x="2272873" y="7426198"/>
            <a:ext cx="871392" cy="1680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82A24A0F-8B95-7A8A-D56D-667A16524866}"/>
              </a:ext>
            </a:extLst>
          </p:cNvPr>
          <p:cNvCxnSpPr>
            <a:cxnSpLocks/>
          </p:cNvCxnSpPr>
          <p:nvPr/>
        </p:nvCxnSpPr>
        <p:spPr>
          <a:xfrm flipV="1">
            <a:off x="2244041" y="7295884"/>
            <a:ext cx="856664" cy="298391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8483BAFE-17DE-DC7E-480D-803155CDC665}"/>
              </a:ext>
            </a:extLst>
          </p:cNvPr>
          <p:cNvCxnSpPr>
            <a:cxnSpLocks/>
          </p:cNvCxnSpPr>
          <p:nvPr/>
        </p:nvCxnSpPr>
        <p:spPr>
          <a:xfrm flipH="1" flipV="1">
            <a:off x="3173097" y="7635701"/>
            <a:ext cx="793141" cy="2590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0CB7DB6C-6BA5-2D62-40A1-1CC28C4B3E44}"/>
              </a:ext>
            </a:extLst>
          </p:cNvPr>
          <p:cNvCxnSpPr>
            <a:cxnSpLocks/>
          </p:cNvCxnSpPr>
          <p:nvPr/>
        </p:nvCxnSpPr>
        <p:spPr>
          <a:xfrm flipH="1">
            <a:off x="3166734" y="7909127"/>
            <a:ext cx="793141" cy="25900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BD54D403-9A25-9AD7-8B99-D8D6FFCF0F1C}"/>
              </a:ext>
            </a:extLst>
          </p:cNvPr>
          <p:cNvCxnSpPr>
            <a:cxnSpLocks/>
          </p:cNvCxnSpPr>
          <p:nvPr/>
        </p:nvCxnSpPr>
        <p:spPr>
          <a:xfrm>
            <a:off x="3155523" y="7899307"/>
            <a:ext cx="12160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1BDB43D2-928C-6064-5B63-45CBE8759901}"/>
              </a:ext>
            </a:extLst>
          </p:cNvPr>
          <p:cNvCxnSpPr>
            <a:cxnSpLocks/>
          </p:cNvCxnSpPr>
          <p:nvPr/>
        </p:nvCxnSpPr>
        <p:spPr>
          <a:xfrm flipV="1">
            <a:off x="4420433" y="7355583"/>
            <a:ext cx="623039" cy="217015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6EBC90B8-F6D4-B06D-09E2-81208CFF5D2C}"/>
              </a:ext>
            </a:extLst>
          </p:cNvPr>
          <p:cNvCxnSpPr>
            <a:cxnSpLocks/>
          </p:cNvCxnSpPr>
          <p:nvPr/>
        </p:nvCxnSpPr>
        <p:spPr>
          <a:xfrm flipV="1">
            <a:off x="4412784" y="7471933"/>
            <a:ext cx="597029" cy="1151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DAA0336B-7865-07CF-DD24-2F3DB9C6E9A2}"/>
              </a:ext>
            </a:extLst>
          </p:cNvPr>
          <p:cNvCxnSpPr>
            <a:cxnSpLocks/>
          </p:cNvCxnSpPr>
          <p:nvPr/>
        </p:nvCxnSpPr>
        <p:spPr>
          <a:xfrm flipV="1">
            <a:off x="4383952" y="7346076"/>
            <a:ext cx="659520" cy="241014"/>
          </a:xfrm>
          <a:prstGeom prst="line">
            <a:avLst/>
          </a:prstGeom>
          <a:ln w="381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58AABCD4-DD1F-1D8F-F3FD-188E58521613}"/>
              </a:ext>
            </a:extLst>
          </p:cNvPr>
          <p:cNvCxnSpPr>
            <a:cxnSpLocks/>
          </p:cNvCxnSpPr>
          <p:nvPr/>
        </p:nvCxnSpPr>
        <p:spPr>
          <a:xfrm flipH="1">
            <a:off x="3151914" y="8581408"/>
            <a:ext cx="8143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B952C007-483A-7018-40C1-A8FC47FC69FF}"/>
              </a:ext>
            </a:extLst>
          </p:cNvPr>
          <p:cNvCxnSpPr>
            <a:cxnSpLocks/>
          </p:cNvCxnSpPr>
          <p:nvPr/>
        </p:nvCxnSpPr>
        <p:spPr>
          <a:xfrm flipH="1">
            <a:off x="3966238" y="8810008"/>
            <a:ext cx="44654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>
            <a:extLst>
              <a:ext uri="{FF2B5EF4-FFF2-40B4-BE49-F238E27FC236}">
                <a16:creationId xmlns:a16="http://schemas.microsoft.com/office/drawing/2014/main" id="{7785030E-6187-95DA-87D0-8F926DCD4896}"/>
              </a:ext>
            </a:extLst>
          </p:cNvPr>
          <p:cNvCxnSpPr>
            <a:cxnSpLocks/>
          </p:cNvCxnSpPr>
          <p:nvPr/>
        </p:nvCxnSpPr>
        <p:spPr>
          <a:xfrm>
            <a:off x="3966238" y="8571680"/>
            <a:ext cx="0" cy="2383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129">
            <a:extLst>
              <a:ext uri="{FF2B5EF4-FFF2-40B4-BE49-F238E27FC236}">
                <a16:creationId xmlns:a16="http://schemas.microsoft.com/office/drawing/2014/main" id="{5551F38F-DA8D-CB63-BB7C-9E3093071D35}"/>
              </a:ext>
            </a:extLst>
          </p:cNvPr>
          <p:cNvCxnSpPr>
            <a:cxnSpLocks/>
          </p:cNvCxnSpPr>
          <p:nvPr/>
        </p:nvCxnSpPr>
        <p:spPr>
          <a:xfrm>
            <a:off x="4392552" y="8821986"/>
            <a:ext cx="0" cy="2383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eur droit 130">
            <a:extLst>
              <a:ext uri="{FF2B5EF4-FFF2-40B4-BE49-F238E27FC236}">
                <a16:creationId xmlns:a16="http://schemas.microsoft.com/office/drawing/2014/main" id="{2F8EF38C-F80F-E154-8404-0AC2829C7D1E}"/>
              </a:ext>
            </a:extLst>
          </p:cNvPr>
          <p:cNvCxnSpPr>
            <a:cxnSpLocks/>
          </p:cNvCxnSpPr>
          <p:nvPr/>
        </p:nvCxnSpPr>
        <p:spPr>
          <a:xfrm>
            <a:off x="3159326" y="8582759"/>
            <a:ext cx="0" cy="4579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1199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17280</TotalTime>
  <Words>216</Words>
  <Application>Microsoft Office PowerPoint</Application>
  <PresentationFormat>Personnalisé</PresentationFormat>
  <Paragraphs>164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Alexis MARTIN</dc:creator>
  <cp:lastModifiedBy>Alexis MARTIN</cp:lastModifiedBy>
  <cp:revision>39</cp:revision>
  <dcterms:created xsi:type="dcterms:W3CDTF">2023-06-16T16:25:42Z</dcterms:created>
  <dcterms:modified xsi:type="dcterms:W3CDTF">2026-06-24T09:07:48Z</dcterms:modified>
</cp:coreProperties>
</file>